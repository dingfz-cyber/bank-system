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0" r:id="rId3"/>
    <p:sldId id="267" r:id="rId5"/>
    <p:sldId id="261" r:id="rId6"/>
    <p:sldId id="269" r:id="rId7"/>
    <p:sldId id="264" r:id="rId8"/>
    <p:sldId id="293" r:id="rId9"/>
    <p:sldId id="258" r:id="rId10"/>
    <p:sldId id="296" r:id="rId11"/>
    <p:sldId id="334" r:id="rId12"/>
    <p:sldId id="336" r:id="rId13"/>
    <p:sldId id="337" r:id="rId14"/>
    <p:sldId id="319" r:id="rId15"/>
    <p:sldId id="322" r:id="rId16"/>
    <p:sldId id="320" r:id="rId17"/>
    <p:sldId id="323" r:id="rId18"/>
    <p:sldId id="321" r:id="rId19"/>
    <p:sldId id="325" r:id="rId20"/>
    <p:sldId id="326" r:id="rId21"/>
    <p:sldId id="328" r:id="rId22"/>
    <p:sldId id="324" r:id="rId23"/>
    <p:sldId id="333" r:id="rId24"/>
    <p:sldId id="327" r:id="rId25"/>
    <p:sldId id="335" r:id="rId26"/>
    <p:sldId id="292" r:id="rId27"/>
    <p:sldId id="290" r:id="rId28"/>
  </p:sldIdLst>
  <p:sldSz cx="9144000" cy="5143500" type="screen16x9"/>
  <p:notesSz cx="6858000" cy="9144000"/>
  <p:custDataLst>
    <p:tags r:id="rId32"/>
  </p:custDataLst>
  <p:defaultTextStyle>
    <a:defPPr>
      <a:defRPr lang="zh-CN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8" userDrawn="1">
          <p15:clr>
            <a:srgbClr val="A4A3A4"/>
          </p15:clr>
        </p15:guide>
        <p15:guide id="2" pos="282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77188"/>
    <a:srgbClr val="8FA4B7"/>
    <a:srgbClr val="FFD70D"/>
    <a:srgbClr val="FFDA25"/>
    <a:srgbClr val="A6A6A6"/>
    <a:srgbClr val="FECAB2"/>
    <a:srgbClr val="FFC8B3"/>
    <a:srgbClr val="374552"/>
    <a:srgbClr val="984C9E"/>
    <a:srgbClr val="36BA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13" autoAdjust="0"/>
    <p:restoredTop sz="94660"/>
  </p:normalViewPr>
  <p:slideViewPr>
    <p:cSldViewPr snapToGrid="0" showGuides="1">
      <p:cViewPr varScale="1">
        <p:scale>
          <a:sx n="81" d="100"/>
          <a:sy n="81" d="100"/>
        </p:scale>
        <p:origin x="-78" y="-1476"/>
      </p:cViewPr>
      <p:guideLst>
        <p:guide orient="horz" pos="1618"/>
        <p:guide pos="282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86" d="100"/>
        <a:sy n="18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tags" Target="tags/tag36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6114B6-6EDC-447E-B20D-8184C0EC2F9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4DF707-8859-4E0D-9A22-DA180B778DC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64DF707-8859-4E0D-9A22-DA180B778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B143D-C435-4951-B49A-F9FD94B99A5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31F87-751E-4A30-9A27-4BFECAB65F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B143D-C435-4951-B49A-F9FD94B99A5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31F87-751E-4A30-9A27-4BFECAB65FD6}" type="slidenum">
              <a:rPr lang="zh-CN" altLang="en-US" smtClean="0"/>
            </a:fld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6168182" y="4153917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/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优秀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Word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www.1ppt.com/word/              Excel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www.1ppt.com/excel/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资料下载：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www.1ppt.com/ziliao/     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范文下载：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www.1ppt.com/fanwen/   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试卷下载：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www.1ppt.com/shiti/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教案下载：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www.1ppt.com/jiaoan/  </a:t>
            </a:r>
            <a:r>
              <a:rPr lang="en-US" altLang="zh-CN" sz="100" dirty="0" smtClean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zh-CN" altLang="en-US" sz="100" dirty="0" smtClean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 dirty="0" smtClean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defTabSz="914400"/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endParaRPr lang="zh-CN" altLang="en-US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B143D-C435-4951-B49A-F9FD94B99A5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31F87-751E-4A30-9A27-4BFECAB65F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B143D-C435-4951-B49A-F9FD94B99A5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31F87-751E-4A30-9A27-4BFECAB65F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B143D-C435-4951-B49A-F9FD94B99A5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31F87-751E-4A30-9A27-4BFECAB65F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B143D-C435-4951-B49A-F9FD94B99A5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31F87-751E-4A30-9A27-4BFECAB65F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B143D-C435-4951-B49A-F9FD94B99A5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31F87-751E-4A30-9A27-4BFECAB65F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CB143D-C435-4951-B49A-F9FD94B99A5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31F87-751E-4A30-9A27-4BFECAB65FD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CB143D-C435-4951-B49A-F9FD94B99A5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931F87-751E-4A30-9A27-4BFECAB65FD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1" Type="http://schemas.openxmlformats.org/officeDocument/2006/relationships/slideLayout" Target="../slideLayouts/slideLayout7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35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tags" Target="../tags/tag2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矩形 67"/>
          <p:cNvSpPr/>
          <p:nvPr/>
        </p:nvSpPr>
        <p:spPr>
          <a:xfrm>
            <a:off x="1828936" y="1666015"/>
            <a:ext cx="4526280" cy="768350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en-US" altLang="zh-CN" sz="4400" dirty="0">
                <a:solidFill>
                  <a:srgbClr val="37455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  <a:r>
              <a:rPr lang="zh-CN" altLang="en-US" sz="4400" dirty="0">
                <a:solidFill>
                  <a:srgbClr val="37455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在线教育平台</a:t>
            </a:r>
            <a:endParaRPr lang="zh-CN" altLang="en-US" sz="4400" dirty="0">
              <a:solidFill>
                <a:srgbClr val="37455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TextBox 12"/>
          <p:cNvSpPr txBox="1"/>
          <p:nvPr/>
        </p:nvSpPr>
        <p:spPr>
          <a:xfrm>
            <a:off x="2660015" y="2826385"/>
            <a:ext cx="2101215" cy="911225"/>
          </a:xfrm>
          <a:prstGeom prst="rect">
            <a:avLst/>
          </a:prstGeom>
          <a:noFill/>
          <a:effectLst/>
        </p:spPr>
        <p:txBody>
          <a:bodyPr wrap="square" rtlCol="0">
            <a:noAutofit/>
          </a:bodyPr>
          <a:lstStyle/>
          <a:p>
            <a:r>
              <a:rPr lang="zh-CN" altLang="en-US" sz="1800" dirty="0">
                <a:solidFill>
                  <a:srgbClr val="7D7876"/>
                </a:solidFill>
                <a:latin typeface="HandelGotDLig" pitchFamily="34" charset="0"/>
                <a:ea typeface="汉真广标" pitchFamily="49" charset="-122"/>
              </a:rPr>
              <a:t>汇报人：陈嘉乐</a:t>
            </a:r>
            <a:r>
              <a:rPr lang="en-US" altLang="zh-CN" sz="1800" dirty="0">
                <a:solidFill>
                  <a:srgbClr val="7D7876"/>
                </a:solidFill>
                <a:latin typeface="HandelGotDLig" pitchFamily="34" charset="0"/>
                <a:ea typeface="汉真广标" pitchFamily="49" charset="-122"/>
              </a:rPr>
              <a:t>                                        </a:t>
            </a:r>
            <a:r>
              <a:rPr lang="zh-CN" altLang="en-US" sz="1800" dirty="0">
                <a:solidFill>
                  <a:srgbClr val="7D7876"/>
                </a:solidFill>
                <a:latin typeface="HandelGotDLig" pitchFamily="34" charset="0"/>
                <a:ea typeface="汉真广标" pitchFamily="49" charset="-122"/>
              </a:rPr>
              <a:t>第</a:t>
            </a:r>
            <a:r>
              <a:rPr lang="zh-CN" altLang="en-US" sz="1800" dirty="0">
                <a:solidFill>
                  <a:srgbClr val="7D7876"/>
                </a:solidFill>
                <a:latin typeface="HandelGotDLig" pitchFamily="34" charset="0"/>
                <a:ea typeface="汉真广标" pitchFamily="49" charset="-122"/>
              </a:rPr>
              <a:t>六组</a:t>
            </a:r>
            <a:endParaRPr lang="zh-CN" altLang="en-US" sz="1800" dirty="0">
              <a:solidFill>
                <a:srgbClr val="7D7876"/>
              </a:solidFill>
              <a:latin typeface="HandelGotDLig" pitchFamily="34" charset="0"/>
              <a:ea typeface="汉真广标" pitchFamily="49" charset="-122"/>
            </a:endParaRPr>
          </a:p>
        </p:txBody>
      </p:sp>
      <p:grpSp>
        <p:nvGrpSpPr>
          <p:cNvPr id="70" name="组合 69"/>
          <p:cNvGrpSpPr/>
          <p:nvPr/>
        </p:nvGrpSpPr>
        <p:grpSpPr>
          <a:xfrm>
            <a:off x="1641872" y="4103688"/>
            <a:ext cx="6481763" cy="959644"/>
            <a:chOff x="1312863" y="187325"/>
            <a:chExt cx="8642350" cy="1279525"/>
          </a:xfrm>
          <a:solidFill>
            <a:srgbClr val="8FA4B7">
              <a:alpha val="42000"/>
            </a:srgbClr>
          </a:solidFill>
        </p:grpSpPr>
        <p:sp>
          <p:nvSpPr>
            <p:cNvPr id="71" name="Freeform 5"/>
            <p:cNvSpPr/>
            <p:nvPr/>
          </p:nvSpPr>
          <p:spPr bwMode="auto">
            <a:xfrm>
              <a:off x="1312863" y="307975"/>
              <a:ext cx="2224088" cy="1158875"/>
            </a:xfrm>
            <a:custGeom>
              <a:avLst/>
              <a:gdLst>
                <a:gd name="T0" fmla="*/ 0 w 524"/>
                <a:gd name="T1" fmla="*/ 164 h 271"/>
                <a:gd name="T2" fmla="*/ 256 w 524"/>
                <a:gd name="T3" fmla="*/ 28 h 271"/>
                <a:gd name="T4" fmla="*/ 524 w 524"/>
                <a:gd name="T5" fmla="*/ 104 h 271"/>
                <a:gd name="T6" fmla="*/ 244 w 524"/>
                <a:gd name="T7" fmla="*/ 244 h 271"/>
                <a:gd name="T8" fmla="*/ 0 w 524"/>
                <a:gd name="T9" fmla="*/ 164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4" h="271">
                  <a:moveTo>
                    <a:pt x="0" y="164"/>
                  </a:moveTo>
                  <a:cubicBezTo>
                    <a:pt x="80" y="116"/>
                    <a:pt x="164" y="60"/>
                    <a:pt x="256" y="28"/>
                  </a:cubicBezTo>
                  <a:cubicBezTo>
                    <a:pt x="312" y="8"/>
                    <a:pt x="404" y="0"/>
                    <a:pt x="524" y="104"/>
                  </a:cubicBezTo>
                  <a:cubicBezTo>
                    <a:pt x="524" y="104"/>
                    <a:pt x="372" y="216"/>
                    <a:pt x="244" y="244"/>
                  </a:cubicBezTo>
                  <a:cubicBezTo>
                    <a:pt x="120" y="271"/>
                    <a:pt x="28" y="196"/>
                    <a:pt x="0" y="164"/>
                  </a:cubicBezTo>
                  <a:close/>
                </a:path>
              </a:pathLst>
            </a:custGeom>
            <a:grpFill/>
            <a:ln w="0" cap="sq">
              <a:noFill/>
              <a:prstDash val="solid"/>
              <a:miter lim="800000"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72" name="Freeform 6"/>
            <p:cNvSpPr/>
            <p:nvPr/>
          </p:nvSpPr>
          <p:spPr bwMode="auto">
            <a:xfrm>
              <a:off x="3757613" y="307975"/>
              <a:ext cx="1933575" cy="1125538"/>
            </a:xfrm>
            <a:custGeom>
              <a:avLst/>
              <a:gdLst>
                <a:gd name="T0" fmla="*/ 0 w 456"/>
                <a:gd name="T1" fmla="*/ 104 h 263"/>
                <a:gd name="T2" fmla="*/ 256 w 456"/>
                <a:gd name="T3" fmla="*/ 32 h 263"/>
                <a:gd name="T4" fmla="*/ 456 w 456"/>
                <a:gd name="T5" fmla="*/ 188 h 263"/>
                <a:gd name="T6" fmla="*/ 272 w 456"/>
                <a:gd name="T7" fmla="*/ 263 h 263"/>
                <a:gd name="T8" fmla="*/ 0 w 456"/>
                <a:gd name="T9" fmla="*/ 104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6" h="263">
                  <a:moveTo>
                    <a:pt x="0" y="104"/>
                  </a:moveTo>
                  <a:cubicBezTo>
                    <a:pt x="0" y="104"/>
                    <a:pt x="160" y="0"/>
                    <a:pt x="256" y="32"/>
                  </a:cubicBezTo>
                  <a:cubicBezTo>
                    <a:pt x="352" y="64"/>
                    <a:pt x="436" y="168"/>
                    <a:pt x="456" y="188"/>
                  </a:cubicBezTo>
                  <a:cubicBezTo>
                    <a:pt x="456" y="188"/>
                    <a:pt x="364" y="263"/>
                    <a:pt x="272" y="263"/>
                  </a:cubicBezTo>
                  <a:cubicBezTo>
                    <a:pt x="188" y="263"/>
                    <a:pt x="56" y="152"/>
                    <a:pt x="0" y="104"/>
                  </a:cubicBezTo>
                  <a:close/>
                </a:path>
              </a:pathLst>
            </a:custGeom>
            <a:grpFill/>
            <a:ln w="0" cap="sq">
              <a:noFill/>
              <a:prstDash val="solid"/>
              <a:miter lim="800000"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73" name="Freeform 7"/>
            <p:cNvSpPr/>
            <p:nvPr/>
          </p:nvSpPr>
          <p:spPr bwMode="auto">
            <a:xfrm>
              <a:off x="5878513" y="855663"/>
              <a:ext cx="1103313" cy="527050"/>
            </a:xfrm>
            <a:custGeom>
              <a:avLst/>
              <a:gdLst>
                <a:gd name="T0" fmla="*/ 0 w 260"/>
                <a:gd name="T1" fmla="*/ 68 h 123"/>
                <a:gd name="T2" fmla="*/ 156 w 260"/>
                <a:gd name="T3" fmla="*/ 0 h 123"/>
                <a:gd name="T4" fmla="*/ 260 w 260"/>
                <a:gd name="T5" fmla="*/ 40 h 123"/>
                <a:gd name="T6" fmla="*/ 136 w 260"/>
                <a:gd name="T7" fmla="*/ 104 h 123"/>
                <a:gd name="T8" fmla="*/ 0 w 260"/>
                <a:gd name="T9" fmla="*/ 68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0" h="123">
                  <a:moveTo>
                    <a:pt x="0" y="68"/>
                  </a:moveTo>
                  <a:cubicBezTo>
                    <a:pt x="0" y="68"/>
                    <a:pt x="80" y="0"/>
                    <a:pt x="156" y="0"/>
                  </a:cubicBezTo>
                  <a:cubicBezTo>
                    <a:pt x="232" y="4"/>
                    <a:pt x="248" y="36"/>
                    <a:pt x="260" y="40"/>
                  </a:cubicBezTo>
                  <a:cubicBezTo>
                    <a:pt x="260" y="40"/>
                    <a:pt x="204" y="88"/>
                    <a:pt x="136" y="104"/>
                  </a:cubicBezTo>
                  <a:cubicBezTo>
                    <a:pt x="68" y="123"/>
                    <a:pt x="16" y="84"/>
                    <a:pt x="0" y="68"/>
                  </a:cubicBezTo>
                  <a:close/>
                </a:path>
              </a:pathLst>
            </a:custGeom>
            <a:grpFill/>
            <a:ln w="0" cap="sq">
              <a:noFill/>
              <a:prstDash val="solid"/>
              <a:miter lim="800000"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75" name="Freeform 8"/>
            <p:cNvSpPr/>
            <p:nvPr/>
          </p:nvSpPr>
          <p:spPr bwMode="auto">
            <a:xfrm>
              <a:off x="7134225" y="563563"/>
              <a:ext cx="1123950" cy="685800"/>
            </a:xfrm>
            <a:custGeom>
              <a:avLst/>
              <a:gdLst>
                <a:gd name="T0" fmla="*/ 0 w 265"/>
                <a:gd name="T1" fmla="*/ 104 h 160"/>
                <a:gd name="T2" fmla="*/ 133 w 265"/>
                <a:gd name="T3" fmla="*/ 20 h 160"/>
                <a:gd name="T4" fmla="*/ 265 w 265"/>
                <a:gd name="T5" fmla="*/ 20 h 160"/>
                <a:gd name="T6" fmla="*/ 149 w 265"/>
                <a:gd name="T7" fmla="*/ 144 h 160"/>
                <a:gd name="T8" fmla="*/ 0 w 265"/>
                <a:gd name="T9" fmla="*/ 10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5" h="160">
                  <a:moveTo>
                    <a:pt x="0" y="104"/>
                  </a:moveTo>
                  <a:cubicBezTo>
                    <a:pt x="0" y="104"/>
                    <a:pt x="81" y="40"/>
                    <a:pt x="133" y="20"/>
                  </a:cubicBezTo>
                  <a:cubicBezTo>
                    <a:pt x="173" y="4"/>
                    <a:pt x="221" y="0"/>
                    <a:pt x="265" y="20"/>
                  </a:cubicBezTo>
                  <a:cubicBezTo>
                    <a:pt x="265" y="20"/>
                    <a:pt x="209" y="128"/>
                    <a:pt x="149" y="144"/>
                  </a:cubicBezTo>
                  <a:cubicBezTo>
                    <a:pt x="85" y="160"/>
                    <a:pt x="0" y="104"/>
                    <a:pt x="0" y="104"/>
                  </a:cubicBezTo>
                  <a:close/>
                </a:path>
              </a:pathLst>
            </a:custGeom>
            <a:grpFill/>
            <a:ln w="0" cap="sq">
              <a:noFill/>
              <a:prstDash val="solid"/>
              <a:miter lim="800000"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76" name="Freeform 9"/>
            <p:cNvSpPr/>
            <p:nvPr/>
          </p:nvSpPr>
          <p:spPr bwMode="auto">
            <a:xfrm>
              <a:off x="8410575" y="187325"/>
              <a:ext cx="1544638" cy="1044575"/>
            </a:xfrm>
            <a:custGeom>
              <a:avLst/>
              <a:gdLst>
                <a:gd name="T0" fmla="*/ 0 w 364"/>
                <a:gd name="T1" fmla="*/ 96 h 244"/>
                <a:gd name="T2" fmla="*/ 116 w 364"/>
                <a:gd name="T3" fmla="*/ 24 h 244"/>
                <a:gd name="T4" fmla="*/ 364 w 364"/>
                <a:gd name="T5" fmla="*/ 184 h 244"/>
                <a:gd name="T6" fmla="*/ 256 w 364"/>
                <a:gd name="T7" fmla="*/ 224 h 244"/>
                <a:gd name="T8" fmla="*/ 0 w 364"/>
                <a:gd name="T9" fmla="*/ 96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4" h="244">
                  <a:moveTo>
                    <a:pt x="0" y="96"/>
                  </a:moveTo>
                  <a:cubicBezTo>
                    <a:pt x="0" y="96"/>
                    <a:pt x="56" y="0"/>
                    <a:pt x="116" y="24"/>
                  </a:cubicBezTo>
                  <a:cubicBezTo>
                    <a:pt x="144" y="24"/>
                    <a:pt x="336" y="200"/>
                    <a:pt x="364" y="184"/>
                  </a:cubicBezTo>
                  <a:cubicBezTo>
                    <a:pt x="364" y="184"/>
                    <a:pt x="324" y="244"/>
                    <a:pt x="256" y="224"/>
                  </a:cubicBezTo>
                  <a:cubicBezTo>
                    <a:pt x="108" y="184"/>
                    <a:pt x="100" y="144"/>
                    <a:pt x="0" y="96"/>
                  </a:cubicBezTo>
                  <a:close/>
                </a:path>
              </a:pathLst>
            </a:custGeom>
            <a:grpFill/>
            <a:ln w="0" cap="sq">
              <a:noFill/>
              <a:prstDash val="solid"/>
              <a:miter lim="800000"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</p:grpSp>
      <p:sp>
        <p:nvSpPr>
          <p:cNvPr id="77" name="任意多边形: 形状 2"/>
          <p:cNvSpPr/>
          <p:nvPr/>
        </p:nvSpPr>
        <p:spPr>
          <a:xfrm>
            <a:off x="26292" y="4130231"/>
            <a:ext cx="9024257" cy="954512"/>
          </a:xfrm>
          <a:custGeom>
            <a:avLst/>
            <a:gdLst>
              <a:gd name="connsiteX0" fmla="*/ 0 w 12032343"/>
              <a:gd name="connsiteY0" fmla="*/ 17481 h 1272682"/>
              <a:gd name="connsiteX1" fmla="*/ 1567543 w 12032343"/>
              <a:gd name="connsiteY1" fmla="*/ 902853 h 1272682"/>
              <a:gd name="connsiteX2" fmla="*/ 3599543 w 12032343"/>
              <a:gd name="connsiteY2" fmla="*/ 90053 h 1272682"/>
              <a:gd name="connsiteX3" fmla="*/ 5646057 w 12032343"/>
              <a:gd name="connsiteY3" fmla="*/ 1265710 h 1272682"/>
              <a:gd name="connsiteX4" fmla="*/ 7300686 w 12032343"/>
              <a:gd name="connsiteY4" fmla="*/ 598053 h 1272682"/>
              <a:gd name="connsiteX5" fmla="*/ 8563429 w 12032343"/>
              <a:gd name="connsiteY5" fmla="*/ 1033481 h 1272682"/>
              <a:gd name="connsiteX6" fmla="*/ 9608457 w 12032343"/>
              <a:gd name="connsiteY6" fmla="*/ 2967 h 1272682"/>
              <a:gd name="connsiteX7" fmla="*/ 10871200 w 12032343"/>
              <a:gd name="connsiteY7" fmla="*/ 699653 h 1272682"/>
              <a:gd name="connsiteX8" fmla="*/ 12032343 w 12032343"/>
              <a:gd name="connsiteY8" fmla="*/ 46510 h 1272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032343" h="1272682">
                <a:moveTo>
                  <a:pt x="0" y="17481"/>
                </a:moveTo>
                <a:cubicBezTo>
                  <a:pt x="483809" y="454119"/>
                  <a:pt x="967619" y="890758"/>
                  <a:pt x="1567543" y="902853"/>
                </a:cubicBezTo>
                <a:cubicBezTo>
                  <a:pt x="2167467" y="914948"/>
                  <a:pt x="2919791" y="29577"/>
                  <a:pt x="3599543" y="90053"/>
                </a:cubicBezTo>
                <a:cubicBezTo>
                  <a:pt x="4279295" y="150529"/>
                  <a:pt x="5029200" y="1181043"/>
                  <a:pt x="5646057" y="1265710"/>
                </a:cubicBezTo>
                <a:cubicBezTo>
                  <a:pt x="6262914" y="1350377"/>
                  <a:pt x="6814457" y="636758"/>
                  <a:pt x="7300686" y="598053"/>
                </a:cubicBezTo>
                <a:cubicBezTo>
                  <a:pt x="7786915" y="559348"/>
                  <a:pt x="8178801" y="1132662"/>
                  <a:pt x="8563429" y="1033481"/>
                </a:cubicBezTo>
                <a:cubicBezTo>
                  <a:pt x="8948057" y="934300"/>
                  <a:pt x="9223829" y="58605"/>
                  <a:pt x="9608457" y="2967"/>
                </a:cubicBezTo>
                <a:cubicBezTo>
                  <a:pt x="9993086" y="-52671"/>
                  <a:pt x="10467219" y="692396"/>
                  <a:pt x="10871200" y="699653"/>
                </a:cubicBezTo>
                <a:cubicBezTo>
                  <a:pt x="11275181" y="706910"/>
                  <a:pt x="11831562" y="152948"/>
                  <a:pt x="12032343" y="46510"/>
                </a:cubicBezTo>
              </a:path>
            </a:pathLst>
          </a:custGeom>
          <a:noFill/>
          <a:ln w="19050">
            <a:solidFill>
              <a:srgbClr val="5771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椭圆 77"/>
          <p:cNvSpPr/>
          <p:nvPr/>
        </p:nvSpPr>
        <p:spPr>
          <a:xfrm>
            <a:off x="1062390" y="4742418"/>
            <a:ext cx="141515" cy="141515"/>
          </a:xfrm>
          <a:prstGeom prst="ellipse">
            <a:avLst/>
          </a:prstGeom>
          <a:solidFill>
            <a:srgbClr val="577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9" name="椭圆 78"/>
          <p:cNvSpPr/>
          <p:nvPr/>
        </p:nvSpPr>
        <p:spPr>
          <a:xfrm>
            <a:off x="107478" y="4228203"/>
            <a:ext cx="274486" cy="274486"/>
          </a:xfrm>
          <a:prstGeom prst="ellipse">
            <a:avLst/>
          </a:prstGeom>
          <a:solidFill>
            <a:srgbClr val="577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椭圆 84"/>
          <p:cNvSpPr/>
          <p:nvPr/>
        </p:nvSpPr>
        <p:spPr>
          <a:xfrm>
            <a:off x="2258478" y="4232918"/>
            <a:ext cx="133048" cy="133048"/>
          </a:xfrm>
          <a:prstGeom prst="ellipse">
            <a:avLst/>
          </a:prstGeom>
          <a:solidFill>
            <a:srgbClr val="577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椭圆 85"/>
          <p:cNvSpPr/>
          <p:nvPr/>
        </p:nvSpPr>
        <p:spPr>
          <a:xfrm>
            <a:off x="3452742" y="4591121"/>
            <a:ext cx="104618" cy="104618"/>
          </a:xfrm>
          <a:prstGeom prst="ellipse">
            <a:avLst/>
          </a:prstGeom>
          <a:solidFill>
            <a:srgbClr val="577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椭圆 87"/>
          <p:cNvSpPr/>
          <p:nvPr/>
        </p:nvSpPr>
        <p:spPr>
          <a:xfrm>
            <a:off x="4320353" y="4939256"/>
            <a:ext cx="205038" cy="205038"/>
          </a:xfrm>
          <a:prstGeom prst="ellipse">
            <a:avLst/>
          </a:prstGeom>
          <a:solidFill>
            <a:srgbClr val="8FA4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椭圆 88"/>
          <p:cNvSpPr/>
          <p:nvPr/>
        </p:nvSpPr>
        <p:spPr>
          <a:xfrm>
            <a:off x="5404956" y="4542788"/>
            <a:ext cx="100420" cy="100420"/>
          </a:xfrm>
          <a:prstGeom prst="ellipse">
            <a:avLst/>
          </a:prstGeom>
          <a:solidFill>
            <a:srgbClr val="577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椭圆 89"/>
          <p:cNvSpPr/>
          <p:nvPr/>
        </p:nvSpPr>
        <p:spPr>
          <a:xfrm>
            <a:off x="6386516" y="4805907"/>
            <a:ext cx="205038" cy="205038"/>
          </a:xfrm>
          <a:prstGeom prst="ellipse">
            <a:avLst/>
          </a:prstGeom>
          <a:solidFill>
            <a:srgbClr val="577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椭圆 90"/>
          <p:cNvSpPr/>
          <p:nvPr/>
        </p:nvSpPr>
        <p:spPr>
          <a:xfrm>
            <a:off x="7138992" y="4062436"/>
            <a:ext cx="147634" cy="147634"/>
          </a:xfrm>
          <a:prstGeom prst="ellipse">
            <a:avLst/>
          </a:prstGeom>
          <a:solidFill>
            <a:srgbClr val="8FA4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椭圆 91"/>
          <p:cNvSpPr/>
          <p:nvPr/>
        </p:nvSpPr>
        <p:spPr>
          <a:xfrm>
            <a:off x="8120828" y="4537624"/>
            <a:ext cx="205038" cy="205038"/>
          </a:xfrm>
          <a:prstGeom prst="ellipse">
            <a:avLst/>
          </a:prstGeom>
          <a:solidFill>
            <a:srgbClr val="577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任意多边形: 形状 4"/>
          <p:cNvSpPr/>
          <p:nvPr/>
        </p:nvSpPr>
        <p:spPr>
          <a:xfrm>
            <a:off x="26291" y="2907280"/>
            <a:ext cx="9128594" cy="2143034"/>
          </a:xfrm>
          <a:custGeom>
            <a:avLst/>
            <a:gdLst>
              <a:gd name="connsiteX0" fmla="*/ 0 w 12424228"/>
              <a:gd name="connsiteY0" fmla="*/ 0 h 2857379"/>
              <a:gd name="connsiteX1" fmla="*/ 2728685 w 12424228"/>
              <a:gd name="connsiteY1" fmla="*/ 2815772 h 2857379"/>
              <a:gd name="connsiteX2" fmla="*/ 5573485 w 12424228"/>
              <a:gd name="connsiteY2" fmla="*/ 1756229 h 2857379"/>
              <a:gd name="connsiteX3" fmla="*/ 7257143 w 12424228"/>
              <a:gd name="connsiteY3" fmla="*/ 2786743 h 2857379"/>
              <a:gd name="connsiteX4" fmla="*/ 8940800 w 12424228"/>
              <a:gd name="connsiteY4" fmla="*/ 1944915 h 2857379"/>
              <a:gd name="connsiteX5" fmla="*/ 10653485 w 12424228"/>
              <a:gd name="connsiteY5" fmla="*/ 2627086 h 2857379"/>
              <a:gd name="connsiteX6" fmla="*/ 11727543 w 12424228"/>
              <a:gd name="connsiteY6" fmla="*/ 1654629 h 2857379"/>
              <a:gd name="connsiteX7" fmla="*/ 12424228 w 12424228"/>
              <a:gd name="connsiteY7" fmla="*/ 1799772 h 2857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24228" h="2857379">
                <a:moveTo>
                  <a:pt x="0" y="0"/>
                </a:moveTo>
                <a:cubicBezTo>
                  <a:pt x="899885" y="1261533"/>
                  <a:pt x="1799771" y="2523067"/>
                  <a:pt x="2728685" y="2815772"/>
                </a:cubicBezTo>
                <a:cubicBezTo>
                  <a:pt x="3657599" y="3108477"/>
                  <a:pt x="4818742" y="1761067"/>
                  <a:pt x="5573485" y="1756229"/>
                </a:cubicBezTo>
                <a:cubicBezTo>
                  <a:pt x="6328228" y="1751391"/>
                  <a:pt x="6695924" y="2755295"/>
                  <a:pt x="7257143" y="2786743"/>
                </a:cubicBezTo>
                <a:cubicBezTo>
                  <a:pt x="7818362" y="2818191"/>
                  <a:pt x="8374743" y="1971525"/>
                  <a:pt x="8940800" y="1944915"/>
                </a:cubicBezTo>
                <a:cubicBezTo>
                  <a:pt x="9506857" y="1918306"/>
                  <a:pt x="10189028" y="2675467"/>
                  <a:pt x="10653485" y="2627086"/>
                </a:cubicBezTo>
                <a:cubicBezTo>
                  <a:pt x="11117942" y="2578705"/>
                  <a:pt x="11432419" y="1792515"/>
                  <a:pt x="11727543" y="1654629"/>
                </a:cubicBezTo>
                <a:cubicBezTo>
                  <a:pt x="12022667" y="1516743"/>
                  <a:pt x="12223447" y="1658257"/>
                  <a:pt x="12424228" y="1799772"/>
                </a:cubicBezTo>
              </a:path>
            </a:pathLst>
          </a:custGeom>
          <a:noFill/>
          <a:ln>
            <a:solidFill>
              <a:srgbClr val="5771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椭圆 93"/>
          <p:cNvSpPr/>
          <p:nvPr/>
        </p:nvSpPr>
        <p:spPr>
          <a:xfrm>
            <a:off x="523478" y="3649926"/>
            <a:ext cx="141515" cy="141515"/>
          </a:xfrm>
          <a:prstGeom prst="ellipse">
            <a:avLst/>
          </a:prstGeom>
          <a:solidFill>
            <a:srgbClr val="577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椭圆 94"/>
          <p:cNvSpPr/>
          <p:nvPr/>
        </p:nvSpPr>
        <p:spPr>
          <a:xfrm>
            <a:off x="1423352" y="4590600"/>
            <a:ext cx="274486" cy="274486"/>
          </a:xfrm>
          <a:prstGeom prst="ellipse">
            <a:avLst/>
          </a:prstGeom>
          <a:solidFill>
            <a:srgbClr val="8FA4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椭圆 95"/>
          <p:cNvSpPr/>
          <p:nvPr/>
        </p:nvSpPr>
        <p:spPr>
          <a:xfrm>
            <a:off x="4119564" y="4167386"/>
            <a:ext cx="133048" cy="133048"/>
          </a:xfrm>
          <a:prstGeom prst="ellipse">
            <a:avLst/>
          </a:prstGeom>
          <a:solidFill>
            <a:srgbClr val="8FA4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椭圆 96"/>
          <p:cNvSpPr/>
          <p:nvPr/>
        </p:nvSpPr>
        <p:spPr>
          <a:xfrm>
            <a:off x="5367415" y="4939256"/>
            <a:ext cx="133048" cy="133048"/>
          </a:xfrm>
          <a:prstGeom prst="ellipse">
            <a:avLst/>
          </a:prstGeom>
          <a:solidFill>
            <a:srgbClr val="577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椭圆 97"/>
          <p:cNvSpPr/>
          <p:nvPr/>
        </p:nvSpPr>
        <p:spPr>
          <a:xfrm>
            <a:off x="5883627" y="4665288"/>
            <a:ext cx="141515" cy="141515"/>
          </a:xfrm>
          <a:prstGeom prst="ellipse">
            <a:avLst/>
          </a:prstGeom>
          <a:solidFill>
            <a:srgbClr val="577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椭圆 98"/>
          <p:cNvSpPr/>
          <p:nvPr/>
        </p:nvSpPr>
        <p:spPr>
          <a:xfrm>
            <a:off x="8942614" y="4086688"/>
            <a:ext cx="141515" cy="141515"/>
          </a:xfrm>
          <a:prstGeom prst="ellipse">
            <a:avLst/>
          </a:prstGeom>
          <a:solidFill>
            <a:srgbClr val="577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7" name="直接连接符 106"/>
          <p:cNvCxnSpPr/>
          <p:nvPr/>
        </p:nvCxnSpPr>
        <p:spPr>
          <a:xfrm>
            <a:off x="1701936" y="1621194"/>
            <a:ext cx="596353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连接符 107"/>
          <p:cNvCxnSpPr/>
          <p:nvPr/>
        </p:nvCxnSpPr>
        <p:spPr>
          <a:xfrm>
            <a:off x="1701936" y="2572020"/>
            <a:ext cx="596353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26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26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1" presetID="26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3" presetID="26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3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5" presetID="26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7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8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87" presetID="26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0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1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9" presetID="26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3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27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4" fill="hold">
                            <p:stCondLst>
                              <p:cond delay="500"/>
                            </p:stCondLst>
                            <p:childTnLst>
                              <p:par>
                                <p:cTn id="25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" fill="hold">
                            <p:stCondLst>
                              <p:cond delay="1000"/>
                            </p:stCondLst>
                            <p:childTnLst>
                              <p:par>
                                <p:cTn id="262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6" fill="hold">
                            <p:stCondLst>
                              <p:cond delay="1549"/>
                            </p:stCondLst>
                            <p:childTnLst>
                              <p:par>
                                <p:cTn id="2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bldLvl="0" animBg="1"/>
      <p:bldP spid="74" grpId="0" bldLvl="0" animBg="1"/>
      <p:bldP spid="77" grpId="0" animBg="1"/>
      <p:bldP spid="78" grpId="0" animBg="1"/>
      <p:bldP spid="79" grpId="0" animBg="1"/>
      <p:bldP spid="85" grpId="0" animBg="1"/>
      <p:bldP spid="86" grpId="0" animBg="1"/>
      <p:bldP spid="88" grpId="0" animBg="1"/>
      <p:bldP spid="89" grpId="0" animBg="1"/>
      <p:bldP spid="90" grpId="0" animBg="1"/>
      <p:bldP spid="91" grpId="0" animBg="1"/>
      <p:bldP spid="92" grpId="0" animBg="1"/>
      <p:bldP spid="93" grpId="0" animBg="1"/>
      <p:bldP spid="94" grpId="0" animBg="1"/>
      <p:bldP spid="95" grpId="0" animBg="1"/>
      <p:bldP spid="96" grpId="0" animBg="1"/>
      <p:bldP spid="97" grpId="0" animBg="1"/>
      <p:bldP spid="98" grpId="0" animBg="1"/>
      <p:bldP spid="9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3404238" y="916331"/>
            <a:ext cx="77136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7200" dirty="0">
                <a:solidFill>
                  <a:srgbClr val="577188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C</a:t>
            </a:r>
            <a:endParaRPr lang="zh-CN" altLang="en-US" sz="7200" dirty="0">
              <a:solidFill>
                <a:srgbClr val="57718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990046" y="1470996"/>
            <a:ext cx="12320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577188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ontents</a:t>
            </a:r>
            <a:endParaRPr lang="zh-CN" altLang="en-US" sz="2400" dirty="0">
              <a:solidFill>
                <a:srgbClr val="577188"/>
              </a:solidFill>
              <a:latin typeface="Malgun Gothic" panose="020B0503020000020004" pitchFamily="34" charset="-127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069298" y="1055923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>
                <a:solidFill>
                  <a:srgbClr val="577188"/>
                </a:solidFill>
                <a:latin typeface="站酷高端黑" panose="02010600030101010101" pitchFamily="2" charset="-122"/>
                <a:ea typeface="站酷高端黑" panose="02010600030101010101" pitchFamily="2" charset="-122"/>
              </a:rPr>
              <a:t>目录</a:t>
            </a:r>
            <a:endParaRPr lang="zh-CN" altLang="en-US" sz="3200">
              <a:solidFill>
                <a:srgbClr val="577188"/>
              </a:solidFill>
              <a:latin typeface="站酷高端黑" panose="02010600030101010101" pitchFamily="2" charset="-122"/>
              <a:ea typeface="站酷高端黑" panose="02010600030101010101" pitchFamily="2" charset="-122"/>
            </a:endParaRPr>
          </a:p>
        </p:txBody>
      </p:sp>
      <p:sp>
        <p:nvSpPr>
          <p:cNvPr id="24" name="TextBox 6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995355" y="1935199"/>
            <a:ext cx="2250591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温故知新</a:t>
            </a:r>
            <a:endParaRPr kumimoji="0" lang="zh-CN" sz="18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2"/>
            </p:custDataLst>
          </p:nvPr>
        </p:nvGrpSpPr>
        <p:grpSpPr>
          <a:xfrm>
            <a:off x="1489166" y="1933411"/>
            <a:ext cx="566993" cy="401083"/>
            <a:chOff x="1489166" y="2322031"/>
            <a:chExt cx="566993" cy="401083"/>
          </a:xfrm>
        </p:grpSpPr>
        <p:sp>
          <p:nvSpPr>
            <p:cNvPr id="8" name="任意多边形 7"/>
            <p:cNvSpPr>
              <a:spLocks noChangeAspect="1"/>
            </p:cNvSpPr>
            <p:nvPr>
              <p:custDataLst>
                <p:tags r:id="rId3"/>
              </p:custDataLst>
            </p:nvPr>
          </p:nvSpPr>
          <p:spPr>
            <a:xfrm>
              <a:off x="1563012" y="2322031"/>
              <a:ext cx="432000" cy="388503"/>
            </a:xfrm>
            <a:custGeom>
              <a:avLst/>
              <a:gdLst>
                <a:gd name="connsiteX0" fmla="*/ 531453 w 2150426"/>
                <a:gd name="connsiteY0" fmla="*/ 1894557 h 1933898"/>
                <a:gd name="connsiteX1" fmla="*/ 523901 w 2150426"/>
                <a:gd name="connsiteY1" fmla="*/ 1888327 h 1933898"/>
                <a:gd name="connsiteX2" fmla="*/ 505804 w 2150426"/>
                <a:gd name="connsiteY2" fmla="*/ 1878396 h 1933898"/>
                <a:gd name="connsiteX3" fmla="*/ 445296 w 2150426"/>
                <a:gd name="connsiteY3" fmla="*/ 1809798 h 1933898"/>
                <a:gd name="connsiteX4" fmla="*/ 30326 w 2150426"/>
                <a:gd name="connsiteY4" fmla="*/ 1091048 h 1933898"/>
                <a:gd name="connsiteX5" fmla="*/ 1172 w 2150426"/>
                <a:gd name="connsiteY5" fmla="*/ 1004348 h 1933898"/>
                <a:gd name="connsiteX6" fmla="*/ 444 w 2150426"/>
                <a:gd name="connsiteY6" fmla="*/ 976700 h 1933898"/>
                <a:gd name="connsiteX7" fmla="*/ 0 w 2150426"/>
                <a:gd name="connsiteY7" fmla="*/ 974054 h 1933898"/>
                <a:gd name="connsiteX8" fmla="*/ 187 w 2150426"/>
                <a:gd name="connsiteY8" fmla="*/ 966943 h 1933898"/>
                <a:gd name="connsiteX9" fmla="*/ 0 w 2150426"/>
                <a:gd name="connsiteY9" fmla="*/ 959843 h 1933898"/>
                <a:gd name="connsiteX10" fmla="*/ 444 w 2150426"/>
                <a:gd name="connsiteY10" fmla="*/ 957201 h 1933898"/>
                <a:gd name="connsiteX11" fmla="*/ 1172 w 2150426"/>
                <a:gd name="connsiteY11" fmla="*/ 929549 h 1933898"/>
                <a:gd name="connsiteX12" fmla="*/ 30326 w 2150426"/>
                <a:gd name="connsiteY12" fmla="*/ 842849 h 1933898"/>
                <a:gd name="connsiteX13" fmla="*/ 445296 w 2150426"/>
                <a:gd name="connsiteY13" fmla="*/ 124100 h 1933898"/>
                <a:gd name="connsiteX14" fmla="*/ 505804 w 2150426"/>
                <a:gd name="connsiteY14" fmla="*/ 55501 h 1933898"/>
                <a:gd name="connsiteX15" fmla="*/ 529387 w 2150426"/>
                <a:gd name="connsiteY15" fmla="*/ 41045 h 1933898"/>
                <a:gd name="connsiteX16" fmla="*/ 531453 w 2150426"/>
                <a:gd name="connsiteY16" fmla="*/ 39340 h 1933898"/>
                <a:gd name="connsiteX17" fmla="*/ 537695 w 2150426"/>
                <a:gd name="connsiteY17" fmla="*/ 35952 h 1933898"/>
                <a:gd name="connsiteX18" fmla="*/ 543760 w 2150426"/>
                <a:gd name="connsiteY18" fmla="*/ 32234 h 1933898"/>
                <a:gd name="connsiteX19" fmla="*/ 546274 w 2150426"/>
                <a:gd name="connsiteY19" fmla="*/ 31296 h 1933898"/>
                <a:gd name="connsiteX20" fmla="*/ 570581 w 2150426"/>
                <a:gd name="connsiteY20" fmla="*/ 18102 h 1933898"/>
                <a:gd name="connsiteX21" fmla="*/ 660243 w 2150426"/>
                <a:gd name="connsiteY21" fmla="*/ 0 h 1933898"/>
                <a:gd name="connsiteX22" fmla="*/ 1490183 w 2150426"/>
                <a:gd name="connsiteY22" fmla="*/ 0 h 1933898"/>
                <a:gd name="connsiteX23" fmla="*/ 1579845 w 2150426"/>
                <a:gd name="connsiteY23" fmla="*/ 18102 h 1933898"/>
                <a:gd name="connsiteX24" fmla="*/ 1604154 w 2150426"/>
                <a:gd name="connsiteY24" fmla="*/ 31297 h 1933898"/>
                <a:gd name="connsiteX25" fmla="*/ 1606666 w 2150426"/>
                <a:gd name="connsiteY25" fmla="*/ 32234 h 1933898"/>
                <a:gd name="connsiteX26" fmla="*/ 1612726 w 2150426"/>
                <a:gd name="connsiteY26" fmla="*/ 35949 h 1933898"/>
                <a:gd name="connsiteX27" fmla="*/ 1618973 w 2150426"/>
                <a:gd name="connsiteY27" fmla="*/ 39340 h 1933898"/>
                <a:gd name="connsiteX28" fmla="*/ 1621041 w 2150426"/>
                <a:gd name="connsiteY28" fmla="*/ 41046 h 1933898"/>
                <a:gd name="connsiteX29" fmla="*/ 1644623 w 2150426"/>
                <a:gd name="connsiteY29" fmla="*/ 55501 h 1933898"/>
                <a:gd name="connsiteX30" fmla="*/ 1705130 w 2150426"/>
                <a:gd name="connsiteY30" fmla="*/ 124100 h 1933898"/>
                <a:gd name="connsiteX31" fmla="*/ 2120100 w 2150426"/>
                <a:gd name="connsiteY31" fmla="*/ 842849 h 1933898"/>
                <a:gd name="connsiteX32" fmla="*/ 2149255 w 2150426"/>
                <a:gd name="connsiteY32" fmla="*/ 929550 h 1933898"/>
                <a:gd name="connsiteX33" fmla="*/ 2149982 w 2150426"/>
                <a:gd name="connsiteY33" fmla="*/ 957198 h 1933898"/>
                <a:gd name="connsiteX34" fmla="*/ 2150426 w 2150426"/>
                <a:gd name="connsiteY34" fmla="*/ 959843 h 1933898"/>
                <a:gd name="connsiteX35" fmla="*/ 2150239 w 2150426"/>
                <a:gd name="connsiteY35" fmla="*/ 966953 h 1933898"/>
                <a:gd name="connsiteX36" fmla="*/ 2150426 w 2150426"/>
                <a:gd name="connsiteY36" fmla="*/ 974055 h 1933898"/>
                <a:gd name="connsiteX37" fmla="*/ 2149983 w 2150426"/>
                <a:gd name="connsiteY37" fmla="*/ 976697 h 1933898"/>
                <a:gd name="connsiteX38" fmla="*/ 2149255 w 2150426"/>
                <a:gd name="connsiteY38" fmla="*/ 1004348 h 1933898"/>
                <a:gd name="connsiteX39" fmla="*/ 2120101 w 2150426"/>
                <a:gd name="connsiteY39" fmla="*/ 1091049 h 1933898"/>
                <a:gd name="connsiteX40" fmla="*/ 1705131 w 2150426"/>
                <a:gd name="connsiteY40" fmla="*/ 1809798 h 1933898"/>
                <a:gd name="connsiteX41" fmla="*/ 1644623 w 2150426"/>
                <a:gd name="connsiteY41" fmla="*/ 1878396 h 1933898"/>
                <a:gd name="connsiteX42" fmla="*/ 1621040 w 2150426"/>
                <a:gd name="connsiteY42" fmla="*/ 1892852 h 1933898"/>
                <a:gd name="connsiteX43" fmla="*/ 1618973 w 2150426"/>
                <a:gd name="connsiteY43" fmla="*/ 1894557 h 1933898"/>
                <a:gd name="connsiteX44" fmla="*/ 1612730 w 2150426"/>
                <a:gd name="connsiteY44" fmla="*/ 1897947 h 1933898"/>
                <a:gd name="connsiteX45" fmla="*/ 1606666 w 2150426"/>
                <a:gd name="connsiteY45" fmla="*/ 1901663 h 1933898"/>
                <a:gd name="connsiteX46" fmla="*/ 1604153 w 2150426"/>
                <a:gd name="connsiteY46" fmla="*/ 1902602 h 1933898"/>
                <a:gd name="connsiteX47" fmla="*/ 1579845 w 2150426"/>
                <a:gd name="connsiteY47" fmla="*/ 1915796 h 1933898"/>
                <a:gd name="connsiteX48" fmla="*/ 1490183 w 2150426"/>
                <a:gd name="connsiteY48" fmla="*/ 1933897 h 1933898"/>
                <a:gd name="connsiteX49" fmla="*/ 660243 w 2150426"/>
                <a:gd name="connsiteY49" fmla="*/ 1933898 h 1933898"/>
                <a:gd name="connsiteX50" fmla="*/ 531453 w 2150426"/>
                <a:gd name="connsiteY50" fmla="*/ 1894557 h 1933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2150426" h="1933898">
                  <a:moveTo>
                    <a:pt x="531453" y="1894557"/>
                  </a:moveTo>
                  <a:lnTo>
                    <a:pt x="523901" y="1888327"/>
                  </a:lnTo>
                  <a:lnTo>
                    <a:pt x="505804" y="1878396"/>
                  </a:lnTo>
                  <a:cubicBezTo>
                    <a:pt x="481930" y="1860358"/>
                    <a:pt x="461198" y="1837341"/>
                    <a:pt x="445296" y="1809798"/>
                  </a:cubicBezTo>
                  <a:lnTo>
                    <a:pt x="30326" y="1091048"/>
                  </a:lnTo>
                  <a:cubicBezTo>
                    <a:pt x="14424" y="1063505"/>
                    <a:pt x="4856" y="1034042"/>
                    <a:pt x="1172" y="1004348"/>
                  </a:cubicBezTo>
                  <a:lnTo>
                    <a:pt x="444" y="976700"/>
                  </a:lnTo>
                  <a:lnTo>
                    <a:pt x="0" y="974054"/>
                  </a:lnTo>
                  <a:lnTo>
                    <a:pt x="187" y="966943"/>
                  </a:lnTo>
                  <a:lnTo>
                    <a:pt x="0" y="959843"/>
                  </a:lnTo>
                  <a:lnTo>
                    <a:pt x="444" y="957201"/>
                  </a:lnTo>
                  <a:lnTo>
                    <a:pt x="1172" y="929549"/>
                  </a:lnTo>
                  <a:cubicBezTo>
                    <a:pt x="4856" y="899855"/>
                    <a:pt x="14423" y="870392"/>
                    <a:pt x="30326" y="842849"/>
                  </a:cubicBezTo>
                  <a:lnTo>
                    <a:pt x="445296" y="124100"/>
                  </a:lnTo>
                  <a:cubicBezTo>
                    <a:pt x="461198" y="96556"/>
                    <a:pt x="481929" y="73539"/>
                    <a:pt x="505804" y="55501"/>
                  </a:cubicBezTo>
                  <a:lnTo>
                    <a:pt x="529387" y="41045"/>
                  </a:lnTo>
                  <a:lnTo>
                    <a:pt x="531453" y="39340"/>
                  </a:lnTo>
                  <a:lnTo>
                    <a:pt x="537695" y="35952"/>
                  </a:lnTo>
                  <a:lnTo>
                    <a:pt x="543760" y="32234"/>
                  </a:lnTo>
                  <a:lnTo>
                    <a:pt x="546274" y="31296"/>
                  </a:lnTo>
                  <a:lnTo>
                    <a:pt x="570581" y="18102"/>
                  </a:lnTo>
                  <a:cubicBezTo>
                    <a:pt x="598139" y="6446"/>
                    <a:pt x="628439" y="0"/>
                    <a:pt x="660243" y="0"/>
                  </a:cubicBezTo>
                  <a:lnTo>
                    <a:pt x="1490183" y="0"/>
                  </a:lnTo>
                  <a:cubicBezTo>
                    <a:pt x="1521987" y="0"/>
                    <a:pt x="1552286" y="6446"/>
                    <a:pt x="1579845" y="18102"/>
                  </a:cubicBezTo>
                  <a:lnTo>
                    <a:pt x="1604154" y="31297"/>
                  </a:lnTo>
                  <a:lnTo>
                    <a:pt x="1606666" y="32234"/>
                  </a:lnTo>
                  <a:lnTo>
                    <a:pt x="1612726" y="35949"/>
                  </a:lnTo>
                  <a:lnTo>
                    <a:pt x="1618973" y="39340"/>
                  </a:lnTo>
                  <a:lnTo>
                    <a:pt x="1621041" y="41046"/>
                  </a:lnTo>
                  <a:lnTo>
                    <a:pt x="1644623" y="55501"/>
                  </a:lnTo>
                  <a:cubicBezTo>
                    <a:pt x="1668496" y="73539"/>
                    <a:pt x="1689228" y="96557"/>
                    <a:pt x="1705130" y="124100"/>
                  </a:cubicBezTo>
                  <a:lnTo>
                    <a:pt x="2120100" y="842849"/>
                  </a:lnTo>
                  <a:cubicBezTo>
                    <a:pt x="2136003" y="870393"/>
                    <a:pt x="2145570" y="899855"/>
                    <a:pt x="2149255" y="929550"/>
                  </a:cubicBezTo>
                  <a:lnTo>
                    <a:pt x="2149982" y="957198"/>
                  </a:lnTo>
                  <a:lnTo>
                    <a:pt x="2150426" y="959843"/>
                  </a:lnTo>
                  <a:lnTo>
                    <a:pt x="2150239" y="966953"/>
                  </a:lnTo>
                  <a:lnTo>
                    <a:pt x="2150426" y="974055"/>
                  </a:lnTo>
                  <a:lnTo>
                    <a:pt x="2149983" y="976697"/>
                  </a:lnTo>
                  <a:lnTo>
                    <a:pt x="2149255" y="1004348"/>
                  </a:lnTo>
                  <a:cubicBezTo>
                    <a:pt x="2145570" y="1034043"/>
                    <a:pt x="2136003" y="1063505"/>
                    <a:pt x="2120101" y="1091049"/>
                  </a:cubicBezTo>
                  <a:lnTo>
                    <a:pt x="1705131" y="1809798"/>
                  </a:lnTo>
                  <a:cubicBezTo>
                    <a:pt x="1689228" y="1837341"/>
                    <a:pt x="1668497" y="1860358"/>
                    <a:pt x="1644623" y="1878396"/>
                  </a:cubicBezTo>
                  <a:lnTo>
                    <a:pt x="1621040" y="1892852"/>
                  </a:lnTo>
                  <a:lnTo>
                    <a:pt x="1618973" y="1894557"/>
                  </a:lnTo>
                  <a:lnTo>
                    <a:pt x="1612730" y="1897947"/>
                  </a:lnTo>
                  <a:lnTo>
                    <a:pt x="1606666" y="1901663"/>
                  </a:lnTo>
                  <a:lnTo>
                    <a:pt x="1604153" y="1902602"/>
                  </a:lnTo>
                  <a:lnTo>
                    <a:pt x="1579845" y="1915796"/>
                  </a:lnTo>
                  <a:cubicBezTo>
                    <a:pt x="1552287" y="1927452"/>
                    <a:pt x="1521988" y="1933897"/>
                    <a:pt x="1490183" y="1933897"/>
                  </a:cubicBezTo>
                  <a:lnTo>
                    <a:pt x="660243" y="1933898"/>
                  </a:lnTo>
                  <a:cubicBezTo>
                    <a:pt x="612537" y="1933898"/>
                    <a:pt x="568217" y="1919395"/>
                    <a:pt x="531453" y="1894557"/>
                  </a:cubicBezTo>
                  <a:close/>
                </a:path>
              </a:pathLst>
            </a:custGeom>
            <a:noFill/>
            <a:ln w="25400">
              <a:solidFill>
                <a:srgbClr val="57718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TextBox 6"/>
            <p:cNvSpPr txBox="1"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489166" y="2323004"/>
              <a:ext cx="566993" cy="40011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u="none" strike="noStrike" cap="none" normalizeH="0" baseline="0" dirty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Impact" panose="020B0806030902050204" pitchFamily="34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01</a:t>
              </a:r>
              <a:endParaRPr kumimoji="0" lang="zh-CN" sz="180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Impact" panose="020B080603090205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27" name="TextBox 6"/>
          <p:cNvSpPr txBox="1"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448340" y="1933929"/>
            <a:ext cx="2250591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开发流程</a:t>
            </a:r>
            <a:endParaRPr lang="zh-CN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5" name="组合 4"/>
          <p:cNvGrpSpPr/>
          <p:nvPr>
            <p:custDataLst>
              <p:tags r:id="rId6"/>
            </p:custDataLst>
          </p:nvPr>
        </p:nvGrpSpPr>
        <p:grpSpPr>
          <a:xfrm>
            <a:off x="4985331" y="1932141"/>
            <a:ext cx="566993" cy="401083"/>
            <a:chOff x="4985331" y="2322031"/>
            <a:chExt cx="566993" cy="401083"/>
          </a:xfrm>
        </p:grpSpPr>
        <p:sp>
          <p:nvSpPr>
            <p:cNvPr id="26" name="任意多边形 25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5059177" y="2322031"/>
              <a:ext cx="432000" cy="388503"/>
            </a:xfrm>
            <a:custGeom>
              <a:avLst/>
              <a:gdLst>
                <a:gd name="connsiteX0" fmla="*/ 531453 w 2150426"/>
                <a:gd name="connsiteY0" fmla="*/ 1894557 h 1933898"/>
                <a:gd name="connsiteX1" fmla="*/ 523901 w 2150426"/>
                <a:gd name="connsiteY1" fmla="*/ 1888327 h 1933898"/>
                <a:gd name="connsiteX2" fmla="*/ 505804 w 2150426"/>
                <a:gd name="connsiteY2" fmla="*/ 1878396 h 1933898"/>
                <a:gd name="connsiteX3" fmla="*/ 445296 w 2150426"/>
                <a:gd name="connsiteY3" fmla="*/ 1809798 h 1933898"/>
                <a:gd name="connsiteX4" fmla="*/ 30326 w 2150426"/>
                <a:gd name="connsiteY4" fmla="*/ 1091048 h 1933898"/>
                <a:gd name="connsiteX5" fmla="*/ 1172 w 2150426"/>
                <a:gd name="connsiteY5" fmla="*/ 1004348 h 1933898"/>
                <a:gd name="connsiteX6" fmla="*/ 444 w 2150426"/>
                <a:gd name="connsiteY6" fmla="*/ 976700 h 1933898"/>
                <a:gd name="connsiteX7" fmla="*/ 0 w 2150426"/>
                <a:gd name="connsiteY7" fmla="*/ 974054 h 1933898"/>
                <a:gd name="connsiteX8" fmla="*/ 187 w 2150426"/>
                <a:gd name="connsiteY8" fmla="*/ 966943 h 1933898"/>
                <a:gd name="connsiteX9" fmla="*/ 0 w 2150426"/>
                <a:gd name="connsiteY9" fmla="*/ 959843 h 1933898"/>
                <a:gd name="connsiteX10" fmla="*/ 444 w 2150426"/>
                <a:gd name="connsiteY10" fmla="*/ 957201 h 1933898"/>
                <a:gd name="connsiteX11" fmla="*/ 1172 w 2150426"/>
                <a:gd name="connsiteY11" fmla="*/ 929549 h 1933898"/>
                <a:gd name="connsiteX12" fmla="*/ 30326 w 2150426"/>
                <a:gd name="connsiteY12" fmla="*/ 842849 h 1933898"/>
                <a:gd name="connsiteX13" fmla="*/ 445296 w 2150426"/>
                <a:gd name="connsiteY13" fmla="*/ 124100 h 1933898"/>
                <a:gd name="connsiteX14" fmla="*/ 505804 w 2150426"/>
                <a:gd name="connsiteY14" fmla="*/ 55501 h 1933898"/>
                <a:gd name="connsiteX15" fmla="*/ 529387 w 2150426"/>
                <a:gd name="connsiteY15" fmla="*/ 41045 h 1933898"/>
                <a:gd name="connsiteX16" fmla="*/ 531453 w 2150426"/>
                <a:gd name="connsiteY16" fmla="*/ 39340 h 1933898"/>
                <a:gd name="connsiteX17" fmla="*/ 537695 w 2150426"/>
                <a:gd name="connsiteY17" fmla="*/ 35952 h 1933898"/>
                <a:gd name="connsiteX18" fmla="*/ 543760 w 2150426"/>
                <a:gd name="connsiteY18" fmla="*/ 32234 h 1933898"/>
                <a:gd name="connsiteX19" fmla="*/ 546274 w 2150426"/>
                <a:gd name="connsiteY19" fmla="*/ 31296 h 1933898"/>
                <a:gd name="connsiteX20" fmla="*/ 570581 w 2150426"/>
                <a:gd name="connsiteY20" fmla="*/ 18102 h 1933898"/>
                <a:gd name="connsiteX21" fmla="*/ 660243 w 2150426"/>
                <a:gd name="connsiteY21" fmla="*/ 0 h 1933898"/>
                <a:gd name="connsiteX22" fmla="*/ 1490183 w 2150426"/>
                <a:gd name="connsiteY22" fmla="*/ 0 h 1933898"/>
                <a:gd name="connsiteX23" fmla="*/ 1579845 w 2150426"/>
                <a:gd name="connsiteY23" fmla="*/ 18102 h 1933898"/>
                <a:gd name="connsiteX24" fmla="*/ 1604154 w 2150426"/>
                <a:gd name="connsiteY24" fmla="*/ 31297 h 1933898"/>
                <a:gd name="connsiteX25" fmla="*/ 1606666 w 2150426"/>
                <a:gd name="connsiteY25" fmla="*/ 32234 h 1933898"/>
                <a:gd name="connsiteX26" fmla="*/ 1612726 w 2150426"/>
                <a:gd name="connsiteY26" fmla="*/ 35949 h 1933898"/>
                <a:gd name="connsiteX27" fmla="*/ 1618973 w 2150426"/>
                <a:gd name="connsiteY27" fmla="*/ 39340 h 1933898"/>
                <a:gd name="connsiteX28" fmla="*/ 1621041 w 2150426"/>
                <a:gd name="connsiteY28" fmla="*/ 41046 h 1933898"/>
                <a:gd name="connsiteX29" fmla="*/ 1644623 w 2150426"/>
                <a:gd name="connsiteY29" fmla="*/ 55501 h 1933898"/>
                <a:gd name="connsiteX30" fmla="*/ 1705130 w 2150426"/>
                <a:gd name="connsiteY30" fmla="*/ 124100 h 1933898"/>
                <a:gd name="connsiteX31" fmla="*/ 2120100 w 2150426"/>
                <a:gd name="connsiteY31" fmla="*/ 842849 h 1933898"/>
                <a:gd name="connsiteX32" fmla="*/ 2149255 w 2150426"/>
                <a:gd name="connsiteY32" fmla="*/ 929550 h 1933898"/>
                <a:gd name="connsiteX33" fmla="*/ 2149982 w 2150426"/>
                <a:gd name="connsiteY33" fmla="*/ 957198 h 1933898"/>
                <a:gd name="connsiteX34" fmla="*/ 2150426 w 2150426"/>
                <a:gd name="connsiteY34" fmla="*/ 959843 h 1933898"/>
                <a:gd name="connsiteX35" fmla="*/ 2150239 w 2150426"/>
                <a:gd name="connsiteY35" fmla="*/ 966953 h 1933898"/>
                <a:gd name="connsiteX36" fmla="*/ 2150426 w 2150426"/>
                <a:gd name="connsiteY36" fmla="*/ 974055 h 1933898"/>
                <a:gd name="connsiteX37" fmla="*/ 2149983 w 2150426"/>
                <a:gd name="connsiteY37" fmla="*/ 976697 h 1933898"/>
                <a:gd name="connsiteX38" fmla="*/ 2149255 w 2150426"/>
                <a:gd name="connsiteY38" fmla="*/ 1004348 h 1933898"/>
                <a:gd name="connsiteX39" fmla="*/ 2120101 w 2150426"/>
                <a:gd name="connsiteY39" fmla="*/ 1091049 h 1933898"/>
                <a:gd name="connsiteX40" fmla="*/ 1705131 w 2150426"/>
                <a:gd name="connsiteY40" fmla="*/ 1809798 h 1933898"/>
                <a:gd name="connsiteX41" fmla="*/ 1644623 w 2150426"/>
                <a:gd name="connsiteY41" fmla="*/ 1878396 h 1933898"/>
                <a:gd name="connsiteX42" fmla="*/ 1621040 w 2150426"/>
                <a:gd name="connsiteY42" fmla="*/ 1892852 h 1933898"/>
                <a:gd name="connsiteX43" fmla="*/ 1618973 w 2150426"/>
                <a:gd name="connsiteY43" fmla="*/ 1894557 h 1933898"/>
                <a:gd name="connsiteX44" fmla="*/ 1612730 w 2150426"/>
                <a:gd name="connsiteY44" fmla="*/ 1897947 h 1933898"/>
                <a:gd name="connsiteX45" fmla="*/ 1606666 w 2150426"/>
                <a:gd name="connsiteY45" fmla="*/ 1901663 h 1933898"/>
                <a:gd name="connsiteX46" fmla="*/ 1604153 w 2150426"/>
                <a:gd name="connsiteY46" fmla="*/ 1902602 h 1933898"/>
                <a:gd name="connsiteX47" fmla="*/ 1579845 w 2150426"/>
                <a:gd name="connsiteY47" fmla="*/ 1915796 h 1933898"/>
                <a:gd name="connsiteX48" fmla="*/ 1490183 w 2150426"/>
                <a:gd name="connsiteY48" fmla="*/ 1933897 h 1933898"/>
                <a:gd name="connsiteX49" fmla="*/ 660243 w 2150426"/>
                <a:gd name="connsiteY49" fmla="*/ 1933898 h 1933898"/>
                <a:gd name="connsiteX50" fmla="*/ 531453 w 2150426"/>
                <a:gd name="connsiteY50" fmla="*/ 1894557 h 1933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2150426" h="1933898">
                  <a:moveTo>
                    <a:pt x="531453" y="1894557"/>
                  </a:moveTo>
                  <a:lnTo>
                    <a:pt x="523901" y="1888327"/>
                  </a:lnTo>
                  <a:lnTo>
                    <a:pt x="505804" y="1878396"/>
                  </a:lnTo>
                  <a:cubicBezTo>
                    <a:pt x="481930" y="1860358"/>
                    <a:pt x="461198" y="1837341"/>
                    <a:pt x="445296" y="1809798"/>
                  </a:cubicBezTo>
                  <a:lnTo>
                    <a:pt x="30326" y="1091048"/>
                  </a:lnTo>
                  <a:cubicBezTo>
                    <a:pt x="14424" y="1063505"/>
                    <a:pt x="4856" y="1034042"/>
                    <a:pt x="1172" y="1004348"/>
                  </a:cubicBezTo>
                  <a:lnTo>
                    <a:pt x="444" y="976700"/>
                  </a:lnTo>
                  <a:lnTo>
                    <a:pt x="0" y="974054"/>
                  </a:lnTo>
                  <a:lnTo>
                    <a:pt x="187" y="966943"/>
                  </a:lnTo>
                  <a:lnTo>
                    <a:pt x="0" y="959843"/>
                  </a:lnTo>
                  <a:lnTo>
                    <a:pt x="444" y="957201"/>
                  </a:lnTo>
                  <a:lnTo>
                    <a:pt x="1172" y="929549"/>
                  </a:lnTo>
                  <a:cubicBezTo>
                    <a:pt x="4856" y="899855"/>
                    <a:pt x="14423" y="870392"/>
                    <a:pt x="30326" y="842849"/>
                  </a:cubicBezTo>
                  <a:lnTo>
                    <a:pt x="445296" y="124100"/>
                  </a:lnTo>
                  <a:cubicBezTo>
                    <a:pt x="461198" y="96556"/>
                    <a:pt x="481929" y="73539"/>
                    <a:pt x="505804" y="55501"/>
                  </a:cubicBezTo>
                  <a:lnTo>
                    <a:pt x="529387" y="41045"/>
                  </a:lnTo>
                  <a:lnTo>
                    <a:pt x="531453" y="39340"/>
                  </a:lnTo>
                  <a:lnTo>
                    <a:pt x="537695" y="35952"/>
                  </a:lnTo>
                  <a:lnTo>
                    <a:pt x="543760" y="32234"/>
                  </a:lnTo>
                  <a:lnTo>
                    <a:pt x="546274" y="31296"/>
                  </a:lnTo>
                  <a:lnTo>
                    <a:pt x="570581" y="18102"/>
                  </a:lnTo>
                  <a:cubicBezTo>
                    <a:pt x="598139" y="6446"/>
                    <a:pt x="628439" y="0"/>
                    <a:pt x="660243" y="0"/>
                  </a:cubicBezTo>
                  <a:lnTo>
                    <a:pt x="1490183" y="0"/>
                  </a:lnTo>
                  <a:cubicBezTo>
                    <a:pt x="1521987" y="0"/>
                    <a:pt x="1552286" y="6446"/>
                    <a:pt x="1579845" y="18102"/>
                  </a:cubicBezTo>
                  <a:lnTo>
                    <a:pt x="1604154" y="31297"/>
                  </a:lnTo>
                  <a:lnTo>
                    <a:pt x="1606666" y="32234"/>
                  </a:lnTo>
                  <a:lnTo>
                    <a:pt x="1612726" y="35949"/>
                  </a:lnTo>
                  <a:lnTo>
                    <a:pt x="1618973" y="39340"/>
                  </a:lnTo>
                  <a:lnTo>
                    <a:pt x="1621041" y="41046"/>
                  </a:lnTo>
                  <a:lnTo>
                    <a:pt x="1644623" y="55501"/>
                  </a:lnTo>
                  <a:cubicBezTo>
                    <a:pt x="1668496" y="73539"/>
                    <a:pt x="1689228" y="96557"/>
                    <a:pt x="1705130" y="124100"/>
                  </a:cubicBezTo>
                  <a:lnTo>
                    <a:pt x="2120100" y="842849"/>
                  </a:lnTo>
                  <a:cubicBezTo>
                    <a:pt x="2136003" y="870393"/>
                    <a:pt x="2145570" y="899855"/>
                    <a:pt x="2149255" y="929550"/>
                  </a:cubicBezTo>
                  <a:lnTo>
                    <a:pt x="2149982" y="957198"/>
                  </a:lnTo>
                  <a:lnTo>
                    <a:pt x="2150426" y="959843"/>
                  </a:lnTo>
                  <a:lnTo>
                    <a:pt x="2150239" y="966953"/>
                  </a:lnTo>
                  <a:lnTo>
                    <a:pt x="2150426" y="974055"/>
                  </a:lnTo>
                  <a:lnTo>
                    <a:pt x="2149983" y="976697"/>
                  </a:lnTo>
                  <a:lnTo>
                    <a:pt x="2149255" y="1004348"/>
                  </a:lnTo>
                  <a:cubicBezTo>
                    <a:pt x="2145570" y="1034043"/>
                    <a:pt x="2136003" y="1063505"/>
                    <a:pt x="2120101" y="1091049"/>
                  </a:cubicBezTo>
                  <a:lnTo>
                    <a:pt x="1705131" y="1809798"/>
                  </a:lnTo>
                  <a:cubicBezTo>
                    <a:pt x="1689228" y="1837341"/>
                    <a:pt x="1668497" y="1860358"/>
                    <a:pt x="1644623" y="1878396"/>
                  </a:cubicBezTo>
                  <a:lnTo>
                    <a:pt x="1621040" y="1892852"/>
                  </a:lnTo>
                  <a:lnTo>
                    <a:pt x="1618973" y="1894557"/>
                  </a:lnTo>
                  <a:lnTo>
                    <a:pt x="1612730" y="1897947"/>
                  </a:lnTo>
                  <a:lnTo>
                    <a:pt x="1606666" y="1901663"/>
                  </a:lnTo>
                  <a:lnTo>
                    <a:pt x="1604153" y="1902602"/>
                  </a:lnTo>
                  <a:lnTo>
                    <a:pt x="1579845" y="1915796"/>
                  </a:lnTo>
                  <a:cubicBezTo>
                    <a:pt x="1552287" y="1927452"/>
                    <a:pt x="1521988" y="1933897"/>
                    <a:pt x="1490183" y="1933897"/>
                  </a:cubicBezTo>
                  <a:lnTo>
                    <a:pt x="660243" y="1933898"/>
                  </a:lnTo>
                  <a:cubicBezTo>
                    <a:pt x="612537" y="1933898"/>
                    <a:pt x="568217" y="1919395"/>
                    <a:pt x="531453" y="1894557"/>
                  </a:cubicBezTo>
                  <a:close/>
                </a:path>
              </a:pathLst>
            </a:custGeom>
            <a:noFill/>
            <a:ln w="25400">
              <a:solidFill>
                <a:srgbClr val="57718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TextBox 6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985331" y="2323004"/>
              <a:ext cx="566993" cy="40011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u="none" strike="noStrike" cap="none" normalizeH="0" baseline="0" dirty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Impact" panose="020B0806030902050204" pitchFamily="34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02</a:t>
              </a:r>
              <a:endParaRPr kumimoji="0" lang="zh-CN" sz="180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Impact" panose="020B080603090205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0" name="TextBox 6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491520" y="2666929"/>
            <a:ext cx="2250591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业务流程</a:t>
            </a:r>
            <a:endParaRPr lang="zh-CN" altLang="zh-CN" sz="18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6" name="组合 5"/>
          <p:cNvGrpSpPr/>
          <p:nvPr>
            <p:custDataLst>
              <p:tags r:id="rId10"/>
            </p:custDataLst>
          </p:nvPr>
        </p:nvGrpSpPr>
        <p:grpSpPr>
          <a:xfrm>
            <a:off x="4985331" y="2684191"/>
            <a:ext cx="566993" cy="401083"/>
            <a:chOff x="4985331" y="3324906"/>
            <a:chExt cx="566993" cy="401083"/>
          </a:xfrm>
        </p:grpSpPr>
        <p:sp>
          <p:nvSpPr>
            <p:cNvPr id="29" name="任意多边形 28"/>
            <p:cNvSpPr>
              <a:spLocks noChangeAspect="1"/>
            </p:cNvSpPr>
            <p:nvPr>
              <p:custDataLst>
                <p:tags r:id="rId11"/>
              </p:custDataLst>
            </p:nvPr>
          </p:nvSpPr>
          <p:spPr>
            <a:xfrm>
              <a:off x="5059177" y="3324906"/>
              <a:ext cx="432000" cy="388503"/>
            </a:xfrm>
            <a:custGeom>
              <a:avLst/>
              <a:gdLst>
                <a:gd name="connsiteX0" fmla="*/ 531453 w 2150426"/>
                <a:gd name="connsiteY0" fmla="*/ 1894557 h 1933898"/>
                <a:gd name="connsiteX1" fmla="*/ 523901 w 2150426"/>
                <a:gd name="connsiteY1" fmla="*/ 1888327 h 1933898"/>
                <a:gd name="connsiteX2" fmla="*/ 505804 w 2150426"/>
                <a:gd name="connsiteY2" fmla="*/ 1878396 h 1933898"/>
                <a:gd name="connsiteX3" fmla="*/ 445296 w 2150426"/>
                <a:gd name="connsiteY3" fmla="*/ 1809798 h 1933898"/>
                <a:gd name="connsiteX4" fmla="*/ 30326 w 2150426"/>
                <a:gd name="connsiteY4" fmla="*/ 1091048 h 1933898"/>
                <a:gd name="connsiteX5" fmla="*/ 1172 w 2150426"/>
                <a:gd name="connsiteY5" fmla="*/ 1004348 h 1933898"/>
                <a:gd name="connsiteX6" fmla="*/ 444 w 2150426"/>
                <a:gd name="connsiteY6" fmla="*/ 976700 h 1933898"/>
                <a:gd name="connsiteX7" fmla="*/ 0 w 2150426"/>
                <a:gd name="connsiteY7" fmla="*/ 974054 h 1933898"/>
                <a:gd name="connsiteX8" fmla="*/ 187 w 2150426"/>
                <a:gd name="connsiteY8" fmla="*/ 966943 h 1933898"/>
                <a:gd name="connsiteX9" fmla="*/ 0 w 2150426"/>
                <a:gd name="connsiteY9" fmla="*/ 959843 h 1933898"/>
                <a:gd name="connsiteX10" fmla="*/ 444 w 2150426"/>
                <a:gd name="connsiteY10" fmla="*/ 957201 h 1933898"/>
                <a:gd name="connsiteX11" fmla="*/ 1172 w 2150426"/>
                <a:gd name="connsiteY11" fmla="*/ 929549 h 1933898"/>
                <a:gd name="connsiteX12" fmla="*/ 30326 w 2150426"/>
                <a:gd name="connsiteY12" fmla="*/ 842849 h 1933898"/>
                <a:gd name="connsiteX13" fmla="*/ 445296 w 2150426"/>
                <a:gd name="connsiteY13" fmla="*/ 124100 h 1933898"/>
                <a:gd name="connsiteX14" fmla="*/ 505804 w 2150426"/>
                <a:gd name="connsiteY14" fmla="*/ 55501 h 1933898"/>
                <a:gd name="connsiteX15" fmla="*/ 529387 w 2150426"/>
                <a:gd name="connsiteY15" fmla="*/ 41045 h 1933898"/>
                <a:gd name="connsiteX16" fmla="*/ 531453 w 2150426"/>
                <a:gd name="connsiteY16" fmla="*/ 39340 h 1933898"/>
                <a:gd name="connsiteX17" fmla="*/ 537695 w 2150426"/>
                <a:gd name="connsiteY17" fmla="*/ 35952 h 1933898"/>
                <a:gd name="connsiteX18" fmla="*/ 543760 w 2150426"/>
                <a:gd name="connsiteY18" fmla="*/ 32234 h 1933898"/>
                <a:gd name="connsiteX19" fmla="*/ 546274 w 2150426"/>
                <a:gd name="connsiteY19" fmla="*/ 31296 h 1933898"/>
                <a:gd name="connsiteX20" fmla="*/ 570581 w 2150426"/>
                <a:gd name="connsiteY20" fmla="*/ 18102 h 1933898"/>
                <a:gd name="connsiteX21" fmla="*/ 660243 w 2150426"/>
                <a:gd name="connsiteY21" fmla="*/ 0 h 1933898"/>
                <a:gd name="connsiteX22" fmla="*/ 1490183 w 2150426"/>
                <a:gd name="connsiteY22" fmla="*/ 0 h 1933898"/>
                <a:gd name="connsiteX23" fmla="*/ 1579845 w 2150426"/>
                <a:gd name="connsiteY23" fmla="*/ 18102 h 1933898"/>
                <a:gd name="connsiteX24" fmla="*/ 1604154 w 2150426"/>
                <a:gd name="connsiteY24" fmla="*/ 31297 h 1933898"/>
                <a:gd name="connsiteX25" fmla="*/ 1606666 w 2150426"/>
                <a:gd name="connsiteY25" fmla="*/ 32234 h 1933898"/>
                <a:gd name="connsiteX26" fmla="*/ 1612726 w 2150426"/>
                <a:gd name="connsiteY26" fmla="*/ 35949 h 1933898"/>
                <a:gd name="connsiteX27" fmla="*/ 1618973 w 2150426"/>
                <a:gd name="connsiteY27" fmla="*/ 39340 h 1933898"/>
                <a:gd name="connsiteX28" fmla="*/ 1621041 w 2150426"/>
                <a:gd name="connsiteY28" fmla="*/ 41046 h 1933898"/>
                <a:gd name="connsiteX29" fmla="*/ 1644623 w 2150426"/>
                <a:gd name="connsiteY29" fmla="*/ 55501 h 1933898"/>
                <a:gd name="connsiteX30" fmla="*/ 1705130 w 2150426"/>
                <a:gd name="connsiteY30" fmla="*/ 124100 h 1933898"/>
                <a:gd name="connsiteX31" fmla="*/ 2120100 w 2150426"/>
                <a:gd name="connsiteY31" fmla="*/ 842849 h 1933898"/>
                <a:gd name="connsiteX32" fmla="*/ 2149255 w 2150426"/>
                <a:gd name="connsiteY32" fmla="*/ 929550 h 1933898"/>
                <a:gd name="connsiteX33" fmla="*/ 2149982 w 2150426"/>
                <a:gd name="connsiteY33" fmla="*/ 957198 h 1933898"/>
                <a:gd name="connsiteX34" fmla="*/ 2150426 w 2150426"/>
                <a:gd name="connsiteY34" fmla="*/ 959843 h 1933898"/>
                <a:gd name="connsiteX35" fmla="*/ 2150239 w 2150426"/>
                <a:gd name="connsiteY35" fmla="*/ 966953 h 1933898"/>
                <a:gd name="connsiteX36" fmla="*/ 2150426 w 2150426"/>
                <a:gd name="connsiteY36" fmla="*/ 974055 h 1933898"/>
                <a:gd name="connsiteX37" fmla="*/ 2149983 w 2150426"/>
                <a:gd name="connsiteY37" fmla="*/ 976697 h 1933898"/>
                <a:gd name="connsiteX38" fmla="*/ 2149255 w 2150426"/>
                <a:gd name="connsiteY38" fmla="*/ 1004348 h 1933898"/>
                <a:gd name="connsiteX39" fmla="*/ 2120101 w 2150426"/>
                <a:gd name="connsiteY39" fmla="*/ 1091049 h 1933898"/>
                <a:gd name="connsiteX40" fmla="*/ 1705131 w 2150426"/>
                <a:gd name="connsiteY40" fmla="*/ 1809798 h 1933898"/>
                <a:gd name="connsiteX41" fmla="*/ 1644623 w 2150426"/>
                <a:gd name="connsiteY41" fmla="*/ 1878396 h 1933898"/>
                <a:gd name="connsiteX42" fmla="*/ 1621040 w 2150426"/>
                <a:gd name="connsiteY42" fmla="*/ 1892852 h 1933898"/>
                <a:gd name="connsiteX43" fmla="*/ 1618973 w 2150426"/>
                <a:gd name="connsiteY43" fmla="*/ 1894557 h 1933898"/>
                <a:gd name="connsiteX44" fmla="*/ 1612730 w 2150426"/>
                <a:gd name="connsiteY44" fmla="*/ 1897947 h 1933898"/>
                <a:gd name="connsiteX45" fmla="*/ 1606666 w 2150426"/>
                <a:gd name="connsiteY45" fmla="*/ 1901663 h 1933898"/>
                <a:gd name="connsiteX46" fmla="*/ 1604153 w 2150426"/>
                <a:gd name="connsiteY46" fmla="*/ 1902602 h 1933898"/>
                <a:gd name="connsiteX47" fmla="*/ 1579845 w 2150426"/>
                <a:gd name="connsiteY47" fmla="*/ 1915796 h 1933898"/>
                <a:gd name="connsiteX48" fmla="*/ 1490183 w 2150426"/>
                <a:gd name="connsiteY48" fmla="*/ 1933897 h 1933898"/>
                <a:gd name="connsiteX49" fmla="*/ 660243 w 2150426"/>
                <a:gd name="connsiteY49" fmla="*/ 1933898 h 1933898"/>
                <a:gd name="connsiteX50" fmla="*/ 531453 w 2150426"/>
                <a:gd name="connsiteY50" fmla="*/ 1894557 h 1933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2150426" h="1933898">
                  <a:moveTo>
                    <a:pt x="531453" y="1894557"/>
                  </a:moveTo>
                  <a:lnTo>
                    <a:pt x="523901" y="1888327"/>
                  </a:lnTo>
                  <a:lnTo>
                    <a:pt x="505804" y="1878396"/>
                  </a:lnTo>
                  <a:cubicBezTo>
                    <a:pt x="481930" y="1860358"/>
                    <a:pt x="461198" y="1837341"/>
                    <a:pt x="445296" y="1809798"/>
                  </a:cubicBezTo>
                  <a:lnTo>
                    <a:pt x="30326" y="1091048"/>
                  </a:lnTo>
                  <a:cubicBezTo>
                    <a:pt x="14424" y="1063505"/>
                    <a:pt x="4856" y="1034042"/>
                    <a:pt x="1172" y="1004348"/>
                  </a:cubicBezTo>
                  <a:lnTo>
                    <a:pt x="444" y="976700"/>
                  </a:lnTo>
                  <a:lnTo>
                    <a:pt x="0" y="974054"/>
                  </a:lnTo>
                  <a:lnTo>
                    <a:pt x="187" y="966943"/>
                  </a:lnTo>
                  <a:lnTo>
                    <a:pt x="0" y="959843"/>
                  </a:lnTo>
                  <a:lnTo>
                    <a:pt x="444" y="957201"/>
                  </a:lnTo>
                  <a:lnTo>
                    <a:pt x="1172" y="929549"/>
                  </a:lnTo>
                  <a:cubicBezTo>
                    <a:pt x="4856" y="899855"/>
                    <a:pt x="14423" y="870392"/>
                    <a:pt x="30326" y="842849"/>
                  </a:cubicBezTo>
                  <a:lnTo>
                    <a:pt x="445296" y="124100"/>
                  </a:lnTo>
                  <a:cubicBezTo>
                    <a:pt x="461198" y="96556"/>
                    <a:pt x="481929" y="73539"/>
                    <a:pt x="505804" y="55501"/>
                  </a:cubicBezTo>
                  <a:lnTo>
                    <a:pt x="529387" y="41045"/>
                  </a:lnTo>
                  <a:lnTo>
                    <a:pt x="531453" y="39340"/>
                  </a:lnTo>
                  <a:lnTo>
                    <a:pt x="537695" y="35952"/>
                  </a:lnTo>
                  <a:lnTo>
                    <a:pt x="543760" y="32234"/>
                  </a:lnTo>
                  <a:lnTo>
                    <a:pt x="546274" y="31296"/>
                  </a:lnTo>
                  <a:lnTo>
                    <a:pt x="570581" y="18102"/>
                  </a:lnTo>
                  <a:cubicBezTo>
                    <a:pt x="598139" y="6446"/>
                    <a:pt x="628439" y="0"/>
                    <a:pt x="660243" y="0"/>
                  </a:cubicBezTo>
                  <a:lnTo>
                    <a:pt x="1490183" y="0"/>
                  </a:lnTo>
                  <a:cubicBezTo>
                    <a:pt x="1521987" y="0"/>
                    <a:pt x="1552286" y="6446"/>
                    <a:pt x="1579845" y="18102"/>
                  </a:cubicBezTo>
                  <a:lnTo>
                    <a:pt x="1604154" y="31297"/>
                  </a:lnTo>
                  <a:lnTo>
                    <a:pt x="1606666" y="32234"/>
                  </a:lnTo>
                  <a:lnTo>
                    <a:pt x="1612726" y="35949"/>
                  </a:lnTo>
                  <a:lnTo>
                    <a:pt x="1618973" y="39340"/>
                  </a:lnTo>
                  <a:lnTo>
                    <a:pt x="1621041" y="41046"/>
                  </a:lnTo>
                  <a:lnTo>
                    <a:pt x="1644623" y="55501"/>
                  </a:lnTo>
                  <a:cubicBezTo>
                    <a:pt x="1668496" y="73539"/>
                    <a:pt x="1689228" y="96557"/>
                    <a:pt x="1705130" y="124100"/>
                  </a:cubicBezTo>
                  <a:lnTo>
                    <a:pt x="2120100" y="842849"/>
                  </a:lnTo>
                  <a:cubicBezTo>
                    <a:pt x="2136003" y="870393"/>
                    <a:pt x="2145570" y="899855"/>
                    <a:pt x="2149255" y="929550"/>
                  </a:cubicBezTo>
                  <a:lnTo>
                    <a:pt x="2149982" y="957198"/>
                  </a:lnTo>
                  <a:lnTo>
                    <a:pt x="2150426" y="959843"/>
                  </a:lnTo>
                  <a:lnTo>
                    <a:pt x="2150239" y="966953"/>
                  </a:lnTo>
                  <a:lnTo>
                    <a:pt x="2150426" y="974055"/>
                  </a:lnTo>
                  <a:lnTo>
                    <a:pt x="2149983" y="976697"/>
                  </a:lnTo>
                  <a:lnTo>
                    <a:pt x="2149255" y="1004348"/>
                  </a:lnTo>
                  <a:cubicBezTo>
                    <a:pt x="2145570" y="1034043"/>
                    <a:pt x="2136003" y="1063505"/>
                    <a:pt x="2120101" y="1091049"/>
                  </a:cubicBezTo>
                  <a:lnTo>
                    <a:pt x="1705131" y="1809798"/>
                  </a:lnTo>
                  <a:cubicBezTo>
                    <a:pt x="1689228" y="1837341"/>
                    <a:pt x="1668497" y="1860358"/>
                    <a:pt x="1644623" y="1878396"/>
                  </a:cubicBezTo>
                  <a:lnTo>
                    <a:pt x="1621040" y="1892852"/>
                  </a:lnTo>
                  <a:lnTo>
                    <a:pt x="1618973" y="1894557"/>
                  </a:lnTo>
                  <a:lnTo>
                    <a:pt x="1612730" y="1897947"/>
                  </a:lnTo>
                  <a:lnTo>
                    <a:pt x="1606666" y="1901663"/>
                  </a:lnTo>
                  <a:lnTo>
                    <a:pt x="1604153" y="1902602"/>
                  </a:lnTo>
                  <a:lnTo>
                    <a:pt x="1579845" y="1915796"/>
                  </a:lnTo>
                  <a:cubicBezTo>
                    <a:pt x="1552287" y="1927452"/>
                    <a:pt x="1521988" y="1933897"/>
                    <a:pt x="1490183" y="1933897"/>
                  </a:cubicBezTo>
                  <a:lnTo>
                    <a:pt x="660243" y="1933898"/>
                  </a:lnTo>
                  <a:cubicBezTo>
                    <a:pt x="612537" y="1933898"/>
                    <a:pt x="568217" y="1919395"/>
                    <a:pt x="531453" y="1894557"/>
                  </a:cubicBezTo>
                  <a:close/>
                </a:path>
              </a:pathLst>
            </a:custGeom>
            <a:noFill/>
            <a:ln w="25400">
              <a:solidFill>
                <a:srgbClr val="57718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TextBox 6"/>
            <p:cNvSpPr txBox="1"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4985331" y="3325879"/>
              <a:ext cx="566993" cy="40011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u="none" strike="noStrike" cap="none" normalizeH="0" baseline="0" dirty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Impact" panose="020B0806030902050204" pitchFamily="34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04</a:t>
              </a:r>
              <a:endParaRPr kumimoji="0" lang="zh-CN" sz="180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Impact" panose="020B080603090205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3" name="TextBox 6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1995990" y="2685979"/>
            <a:ext cx="2250591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项目介绍</a:t>
            </a:r>
            <a:endParaRPr kumimoji="0" lang="zh-CN" sz="18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4" name="组合 3"/>
          <p:cNvGrpSpPr/>
          <p:nvPr>
            <p:custDataLst>
              <p:tags r:id="rId14"/>
            </p:custDataLst>
          </p:nvPr>
        </p:nvGrpSpPr>
        <p:grpSpPr>
          <a:xfrm>
            <a:off x="1489166" y="2685461"/>
            <a:ext cx="566993" cy="401083"/>
            <a:chOff x="1489166" y="3324906"/>
            <a:chExt cx="566993" cy="401083"/>
          </a:xfrm>
        </p:grpSpPr>
        <p:sp>
          <p:nvSpPr>
            <p:cNvPr id="32" name="任意多边形 31"/>
            <p:cNvSpPr>
              <a:spLocks noChangeAspect="1"/>
            </p:cNvSpPr>
            <p:nvPr>
              <p:custDataLst>
                <p:tags r:id="rId15"/>
              </p:custDataLst>
            </p:nvPr>
          </p:nvSpPr>
          <p:spPr>
            <a:xfrm>
              <a:off x="1563012" y="3324906"/>
              <a:ext cx="432000" cy="388503"/>
            </a:xfrm>
            <a:custGeom>
              <a:avLst/>
              <a:gdLst>
                <a:gd name="connsiteX0" fmla="*/ 531453 w 2150426"/>
                <a:gd name="connsiteY0" fmla="*/ 1894557 h 1933898"/>
                <a:gd name="connsiteX1" fmla="*/ 523901 w 2150426"/>
                <a:gd name="connsiteY1" fmla="*/ 1888327 h 1933898"/>
                <a:gd name="connsiteX2" fmla="*/ 505804 w 2150426"/>
                <a:gd name="connsiteY2" fmla="*/ 1878396 h 1933898"/>
                <a:gd name="connsiteX3" fmla="*/ 445296 w 2150426"/>
                <a:gd name="connsiteY3" fmla="*/ 1809798 h 1933898"/>
                <a:gd name="connsiteX4" fmla="*/ 30326 w 2150426"/>
                <a:gd name="connsiteY4" fmla="*/ 1091048 h 1933898"/>
                <a:gd name="connsiteX5" fmla="*/ 1172 w 2150426"/>
                <a:gd name="connsiteY5" fmla="*/ 1004348 h 1933898"/>
                <a:gd name="connsiteX6" fmla="*/ 444 w 2150426"/>
                <a:gd name="connsiteY6" fmla="*/ 976700 h 1933898"/>
                <a:gd name="connsiteX7" fmla="*/ 0 w 2150426"/>
                <a:gd name="connsiteY7" fmla="*/ 974054 h 1933898"/>
                <a:gd name="connsiteX8" fmla="*/ 187 w 2150426"/>
                <a:gd name="connsiteY8" fmla="*/ 966943 h 1933898"/>
                <a:gd name="connsiteX9" fmla="*/ 0 w 2150426"/>
                <a:gd name="connsiteY9" fmla="*/ 959843 h 1933898"/>
                <a:gd name="connsiteX10" fmla="*/ 444 w 2150426"/>
                <a:gd name="connsiteY10" fmla="*/ 957201 h 1933898"/>
                <a:gd name="connsiteX11" fmla="*/ 1172 w 2150426"/>
                <a:gd name="connsiteY11" fmla="*/ 929549 h 1933898"/>
                <a:gd name="connsiteX12" fmla="*/ 30326 w 2150426"/>
                <a:gd name="connsiteY12" fmla="*/ 842849 h 1933898"/>
                <a:gd name="connsiteX13" fmla="*/ 445296 w 2150426"/>
                <a:gd name="connsiteY13" fmla="*/ 124100 h 1933898"/>
                <a:gd name="connsiteX14" fmla="*/ 505804 w 2150426"/>
                <a:gd name="connsiteY14" fmla="*/ 55501 h 1933898"/>
                <a:gd name="connsiteX15" fmla="*/ 529387 w 2150426"/>
                <a:gd name="connsiteY15" fmla="*/ 41045 h 1933898"/>
                <a:gd name="connsiteX16" fmla="*/ 531453 w 2150426"/>
                <a:gd name="connsiteY16" fmla="*/ 39340 h 1933898"/>
                <a:gd name="connsiteX17" fmla="*/ 537695 w 2150426"/>
                <a:gd name="connsiteY17" fmla="*/ 35952 h 1933898"/>
                <a:gd name="connsiteX18" fmla="*/ 543760 w 2150426"/>
                <a:gd name="connsiteY18" fmla="*/ 32234 h 1933898"/>
                <a:gd name="connsiteX19" fmla="*/ 546274 w 2150426"/>
                <a:gd name="connsiteY19" fmla="*/ 31296 h 1933898"/>
                <a:gd name="connsiteX20" fmla="*/ 570581 w 2150426"/>
                <a:gd name="connsiteY20" fmla="*/ 18102 h 1933898"/>
                <a:gd name="connsiteX21" fmla="*/ 660243 w 2150426"/>
                <a:gd name="connsiteY21" fmla="*/ 0 h 1933898"/>
                <a:gd name="connsiteX22" fmla="*/ 1490183 w 2150426"/>
                <a:gd name="connsiteY22" fmla="*/ 0 h 1933898"/>
                <a:gd name="connsiteX23" fmla="*/ 1579845 w 2150426"/>
                <a:gd name="connsiteY23" fmla="*/ 18102 h 1933898"/>
                <a:gd name="connsiteX24" fmla="*/ 1604154 w 2150426"/>
                <a:gd name="connsiteY24" fmla="*/ 31297 h 1933898"/>
                <a:gd name="connsiteX25" fmla="*/ 1606666 w 2150426"/>
                <a:gd name="connsiteY25" fmla="*/ 32234 h 1933898"/>
                <a:gd name="connsiteX26" fmla="*/ 1612726 w 2150426"/>
                <a:gd name="connsiteY26" fmla="*/ 35949 h 1933898"/>
                <a:gd name="connsiteX27" fmla="*/ 1618973 w 2150426"/>
                <a:gd name="connsiteY27" fmla="*/ 39340 h 1933898"/>
                <a:gd name="connsiteX28" fmla="*/ 1621041 w 2150426"/>
                <a:gd name="connsiteY28" fmla="*/ 41046 h 1933898"/>
                <a:gd name="connsiteX29" fmla="*/ 1644623 w 2150426"/>
                <a:gd name="connsiteY29" fmla="*/ 55501 h 1933898"/>
                <a:gd name="connsiteX30" fmla="*/ 1705130 w 2150426"/>
                <a:gd name="connsiteY30" fmla="*/ 124100 h 1933898"/>
                <a:gd name="connsiteX31" fmla="*/ 2120100 w 2150426"/>
                <a:gd name="connsiteY31" fmla="*/ 842849 h 1933898"/>
                <a:gd name="connsiteX32" fmla="*/ 2149255 w 2150426"/>
                <a:gd name="connsiteY32" fmla="*/ 929550 h 1933898"/>
                <a:gd name="connsiteX33" fmla="*/ 2149982 w 2150426"/>
                <a:gd name="connsiteY33" fmla="*/ 957198 h 1933898"/>
                <a:gd name="connsiteX34" fmla="*/ 2150426 w 2150426"/>
                <a:gd name="connsiteY34" fmla="*/ 959843 h 1933898"/>
                <a:gd name="connsiteX35" fmla="*/ 2150239 w 2150426"/>
                <a:gd name="connsiteY35" fmla="*/ 966953 h 1933898"/>
                <a:gd name="connsiteX36" fmla="*/ 2150426 w 2150426"/>
                <a:gd name="connsiteY36" fmla="*/ 974055 h 1933898"/>
                <a:gd name="connsiteX37" fmla="*/ 2149983 w 2150426"/>
                <a:gd name="connsiteY37" fmla="*/ 976697 h 1933898"/>
                <a:gd name="connsiteX38" fmla="*/ 2149255 w 2150426"/>
                <a:gd name="connsiteY38" fmla="*/ 1004348 h 1933898"/>
                <a:gd name="connsiteX39" fmla="*/ 2120101 w 2150426"/>
                <a:gd name="connsiteY39" fmla="*/ 1091049 h 1933898"/>
                <a:gd name="connsiteX40" fmla="*/ 1705131 w 2150426"/>
                <a:gd name="connsiteY40" fmla="*/ 1809798 h 1933898"/>
                <a:gd name="connsiteX41" fmla="*/ 1644623 w 2150426"/>
                <a:gd name="connsiteY41" fmla="*/ 1878396 h 1933898"/>
                <a:gd name="connsiteX42" fmla="*/ 1621040 w 2150426"/>
                <a:gd name="connsiteY42" fmla="*/ 1892852 h 1933898"/>
                <a:gd name="connsiteX43" fmla="*/ 1618973 w 2150426"/>
                <a:gd name="connsiteY43" fmla="*/ 1894557 h 1933898"/>
                <a:gd name="connsiteX44" fmla="*/ 1612730 w 2150426"/>
                <a:gd name="connsiteY44" fmla="*/ 1897947 h 1933898"/>
                <a:gd name="connsiteX45" fmla="*/ 1606666 w 2150426"/>
                <a:gd name="connsiteY45" fmla="*/ 1901663 h 1933898"/>
                <a:gd name="connsiteX46" fmla="*/ 1604153 w 2150426"/>
                <a:gd name="connsiteY46" fmla="*/ 1902602 h 1933898"/>
                <a:gd name="connsiteX47" fmla="*/ 1579845 w 2150426"/>
                <a:gd name="connsiteY47" fmla="*/ 1915796 h 1933898"/>
                <a:gd name="connsiteX48" fmla="*/ 1490183 w 2150426"/>
                <a:gd name="connsiteY48" fmla="*/ 1933897 h 1933898"/>
                <a:gd name="connsiteX49" fmla="*/ 660243 w 2150426"/>
                <a:gd name="connsiteY49" fmla="*/ 1933898 h 1933898"/>
                <a:gd name="connsiteX50" fmla="*/ 531453 w 2150426"/>
                <a:gd name="connsiteY50" fmla="*/ 1894557 h 1933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2150426" h="1933898">
                  <a:moveTo>
                    <a:pt x="531453" y="1894557"/>
                  </a:moveTo>
                  <a:lnTo>
                    <a:pt x="523901" y="1888327"/>
                  </a:lnTo>
                  <a:lnTo>
                    <a:pt x="505804" y="1878396"/>
                  </a:lnTo>
                  <a:cubicBezTo>
                    <a:pt x="481930" y="1860358"/>
                    <a:pt x="461198" y="1837341"/>
                    <a:pt x="445296" y="1809798"/>
                  </a:cubicBezTo>
                  <a:lnTo>
                    <a:pt x="30326" y="1091048"/>
                  </a:lnTo>
                  <a:cubicBezTo>
                    <a:pt x="14424" y="1063505"/>
                    <a:pt x="4856" y="1034042"/>
                    <a:pt x="1172" y="1004348"/>
                  </a:cubicBezTo>
                  <a:lnTo>
                    <a:pt x="444" y="976700"/>
                  </a:lnTo>
                  <a:lnTo>
                    <a:pt x="0" y="974054"/>
                  </a:lnTo>
                  <a:lnTo>
                    <a:pt x="187" y="966943"/>
                  </a:lnTo>
                  <a:lnTo>
                    <a:pt x="0" y="959843"/>
                  </a:lnTo>
                  <a:lnTo>
                    <a:pt x="444" y="957201"/>
                  </a:lnTo>
                  <a:lnTo>
                    <a:pt x="1172" y="929549"/>
                  </a:lnTo>
                  <a:cubicBezTo>
                    <a:pt x="4856" y="899855"/>
                    <a:pt x="14423" y="870392"/>
                    <a:pt x="30326" y="842849"/>
                  </a:cubicBezTo>
                  <a:lnTo>
                    <a:pt x="445296" y="124100"/>
                  </a:lnTo>
                  <a:cubicBezTo>
                    <a:pt x="461198" y="96556"/>
                    <a:pt x="481929" y="73539"/>
                    <a:pt x="505804" y="55501"/>
                  </a:cubicBezTo>
                  <a:lnTo>
                    <a:pt x="529387" y="41045"/>
                  </a:lnTo>
                  <a:lnTo>
                    <a:pt x="531453" y="39340"/>
                  </a:lnTo>
                  <a:lnTo>
                    <a:pt x="537695" y="35952"/>
                  </a:lnTo>
                  <a:lnTo>
                    <a:pt x="543760" y="32234"/>
                  </a:lnTo>
                  <a:lnTo>
                    <a:pt x="546274" y="31296"/>
                  </a:lnTo>
                  <a:lnTo>
                    <a:pt x="570581" y="18102"/>
                  </a:lnTo>
                  <a:cubicBezTo>
                    <a:pt x="598139" y="6446"/>
                    <a:pt x="628439" y="0"/>
                    <a:pt x="660243" y="0"/>
                  </a:cubicBezTo>
                  <a:lnTo>
                    <a:pt x="1490183" y="0"/>
                  </a:lnTo>
                  <a:cubicBezTo>
                    <a:pt x="1521987" y="0"/>
                    <a:pt x="1552286" y="6446"/>
                    <a:pt x="1579845" y="18102"/>
                  </a:cubicBezTo>
                  <a:lnTo>
                    <a:pt x="1604154" y="31297"/>
                  </a:lnTo>
                  <a:lnTo>
                    <a:pt x="1606666" y="32234"/>
                  </a:lnTo>
                  <a:lnTo>
                    <a:pt x="1612726" y="35949"/>
                  </a:lnTo>
                  <a:lnTo>
                    <a:pt x="1618973" y="39340"/>
                  </a:lnTo>
                  <a:lnTo>
                    <a:pt x="1621041" y="41046"/>
                  </a:lnTo>
                  <a:lnTo>
                    <a:pt x="1644623" y="55501"/>
                  </a:lnTo>
                  <a:cubicBezTo>
                    <a:pt x="1668496" y="73539"/>
                    <a:pt x="1689228" y="96557"/>
                    <a:pt x="1705130" y="124100"/>
                  </a:cubicBezTo>
                  <a:lnTo>
                    <a:pt x="2120100" y="842849"/>
                  </a:lnTo>
                  <a:cubicBezTo>
                    <a:pt x="2136003" y="870393"/>
                    <a:pt x="2145570" y="899855"/>
                    <a:pt x="2149255" y="929550"/>
                  </a:cubicBezTo>
                  <a:lnTo>
                    <a:pt x="2149982" y="957198"/>
                  </a:lnTo>
                  <a:lnTo>
                    <a:pt x="2150426" y="959843"/>
                  </a:lnTo>
                  <a:lnTo>
                    <a:pt x="2150239" y="966953"/>
                  </a:lnTo>
                  <a:lnTo>
                    <a:pt x="2150426" y="974055"/>
                  </a:lnTo>
                  <a:lnTo>
                    <a:pt x="2149983" y="976697"/>
                  </a:lnTo>
                  <a:lnTo>
                    <a:pt x="2149255" y="1004348"/>
                  </a:lnTo>
                  <a:cubicBezTo>
                    <a:pt x="2145570" y="1034043"/>
                    <a:pt x="2136003" y="1063505"/>
                    <a:pt x="2120101" y="1091049"/>
                  </a:cubicBezTo>
                  <a:lnTo>
                    <a:pt x="1705131" y="1809798"/>
                  </a:lnTo>
                  <a:cubicBezTo>
                    <a:pt x="1689228" y="1837341"/>
                    <a:pt x="1668497" y="1860358"/>
                    <a:pt x="1644623" y="1878396"/>
                  </a:cubicBezTo>
                  <a:lnTo>
                    <a:pt x="1621040" y="1892852"/>
                  </a:lnTo>
                  <a:lnTo>
                    <a:pt x="1618973" y="1894557"/>
                  </a:lnTo>
                  <a:lnTo>
                    <a:pt x="1612730" y="1897947"/>
                  </a:lnTo>
                  <a:lnTo>
                    <a:pt x="1606666" y="1901663"/>
                  </a:lnTo>
                  <a:lnTo>
                    <a:pt x="1604153" y="1902602"/>
                  </a:lnTo>
                  <a:lnTo>
                    <a:pt x="1579845" y="1915796"/>
                  </a:lnTo>
                  <a:cubicBezTo>
                    <a:pt x="1552287" y="1927452"/>
                    <a:pt x="1521988" y="1933897"/>
                    <a:pt x="1490183" y="1933897"/>
                  </a:cubicBezTo>
                  <a:lnTo>
                    <a:pt x="660243" y="1933898"/>
                  </a:lnTo>
                  <a:cubicBezTo>
                    <a:pt x="612537" y="1933898"/>
                    <a:pt x="568217" y="1919395"/>
                    <a:pt x="531453" y="1894557"/>
                  </a:cubicBezTo>
                  <a:close/>
                </a:path>
              </a:pathLst>
            </a:custGeom>
            <a:noFill/>
            <a:ln w="25400">
              <a:solidFill>
                <a:srgbClr val="57718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TextBox 6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1489166" y="3325879"/>
              <a:ext cx="566993" cy="40011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u="none" strike="noStrike" cap="none" normalizeH="0" baseline="0" dirty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Impact" panose="020B0806030902050204" pitchFamily="34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03</a:t>
              </a:r>
              <a:endParaRPr kumimoji="0" lang="zh-CN" sz="180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Impact" panose="020B080603090205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6" name="任意多边形: 形状 2"/>
          <p:cNvSpPr/>
          <p:nvPr/>
        </p:nvSpPr>
        <p:spPr>
          <a:xfrm>
            <a:off x="26292" y="4130231"/>
            <a:ext cx="9117708" cy="954512"/>
          </a:xfrm>
          <a:custGeom>
            <a:avLst/>
            <a:gdLst>
              <a:gd name="connsiteX0" fmla="*/ 0 w 12032343"/>
              <a:gd name="connsiteY0" fmla="*/ 17481 h 1272682"/>
              <a:gd name="connsiteX1" fmla="*/ 1567543 w 12032343"/>
              <a:gd name="connsiteY1" fmla="*/ 902853 h 1272682"/>
              <a:gd name="connsiteX2" fmla="*/ 3599543 w 12032343"/>
              <a:gd name="connsiteY2" fmla="*/ 90053 h 1272682"/>
              <a:gd name="connsiteX3" fmla="*/ 5646057 w 12032343"/>
              <a:gd name="connsiteY3" fmla="*/ 1265710 h 1272682"/>
              <a:gd name="connsiteX4" fmla="*/ 7300686 w 12032343"/>
              <a:gd name="connsiteY4" fmla="*/ 598053 h 1272682"/>
              <a:gd name="connsiteX5" fmla="*/ 8563429 w 12032343"/>
              <a:gd name="connsiteY5" fmla="*/ 1033481 h 1272682"/>
              <a:gd name="connsiteX6" fmla="*/ 9608457 w 12032343"/>
              <a:gd name="connsiteY6" fmla="*/ 2967 h 1272682"/>
              <a:gd name="connsiteX7" fmla="*/ 10871200 w 12032343"/>
              <a:gd name="connsiteY7" fmla="*/ 699653 h 1272682"/>
              <a:gd name="connsiteX8" fmla="*/ 12032343 w 12032343"/>
              <a:gd name="connsiteY8" fmla="*/ 46510 h 1272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032343" h="1272682">
                <a:moveTo>
                  <a:pt x="0" y="17481"/>
                </a:moveTo>
                <a:cubicBezTo>
                  <a:pt x="483809" y="454119"/>
                  <a:pt x="967619" y="890758"/>
                  <a:pt x="1567543" y="902853"/>
                </a:cubicBezTo>
                <a:cubicBezTo>
                  <a:pt x="2167467" y="914948"/>
                  <a:pt x="2919791" y="29577"/>
                  <a:pt x="3599543" y="90053"/>
                </a:cubicBezTo>
                <a:cubicBezTo>
                  <a:pt x="4279295" y="150529"/>
                  <a:pt x="5029200" y="1181043"/>
                  <a:pt x="5646057" y="1265710"/>
                </a:cubicBezTo>
                <a:cubicBezTo>
                  <a:pt x="6262914" y="1350377"/>
                  <a:pt x="6814457" y="636758"/>
                  <a:pt x="7300686" y="598053"/>
                </a:cubicBezTo>
                <a:cubicBezTo>
                  <a:pt x="7786915" y="559348"/>
                  <a:pt x="8178801" y="1132662"/>
                  <a:pt x="8563429" y="1033481"/>
                </a:cubicBezTo>
                <a:cubicBezTo>
                  <a:pt x="8948057" y="934300"/>
                  <a:pt x="9223829" y="58605"/>
                  <a:pt x="9608457" y="2967"/>
                </a:cubicBezTo>
                <a:cubicBezTo>
                  <a:pt x="9993086" y="-52671"/>
                  <a:pt x="10467219" y="692396"/>
                  <a:pt x="10871200" y="699653"/>
                </a:cubicBezTo>
                <a:cubicBezTo>
                  <a:pt x="11275181" y="706910"/>
                  <a:pt x="11831562" y="152948"/>
                  <a:pt x="12032343" y="46510"/>
                </a:cubicBezTo>
              </a:path>
            </a:pathLst>
          </a:custGeom>
          <a:noFill/>
          <a:ln w="19050">
            <a:solidFill>
              <a:srgbClr val="5771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任意多边形: 形状 4"/>
          <p:cNvSpPr/>
          <p:nvPr/>
        </p:nvSpPr>
        <p:spPr>
          <a:xfrm flipH="1">
            <a:off x="26291" y="2907280"/>
            <a:ext cx="9128594" cy="2143034"/>
          </a:xfrm>
          <a:custGeom>
            <a:avLst/>
            <a:gdLst>
              <a:gd name="connsiteX0" fmla="*/ 0 w 12424228"/>
              <a:gd name="connsiteY0" fmla="*/ 0 h 2857379"/>
              <a:gd name="connsiteX1" fmla="*/ 2728685 w 12424228"/>
              <a:gd name="connsiteY1" fmla="*/ 2815772 h 2857379"/>
              <a:gd name="connsiteX2" fmla="*/ 5573485 w 12424228"/>
              <a:gd name="connsiteY2" fmla="*/ 1756229 h 2857379"/>
              <a:gd name="connsiteX3" fmla="*/ 7257143 w 12424228"/>
              <a:gd name="connsiteY3" fmla="*/ 2786743 h 2857379"/>
              <a:gd name="connsiteX4" fmla="*/ 8940800 w 12424228"/>
              <a:gd name="connsiteY4" fmla="*/ 1944915 h 2857379"/>
              <a:gd name="connsiteX5" fmla="*/ 10653485 w 12424228"/>
              <a:gd name="connsiteY5" fmla="*/ 2627086 h 2857379"/>
              <a:gd name="connsiteX6" fmla="*/ 11727543 w 12424228"/>
              <a:gd name="connsiteY6" fmla="*/ 1654629 h 2857379"/>
              <a:gd name="connsiteX7" fmla="*/ 12424228 w 12424228"/>
              <a:gd name="connsiteY7" fmla="*/ 1799772 h 2857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24228" h="2857379">
                <a:moveTo>
                  <a:pt x="0" y="0"/>
                </a:moveTo>
                <a:cubicBezTo>
                  <a:pt x="899885" y="1261533"/>
                  <a:pt x="1799771" y="2523067"/>
                  <a:pt x="2728685" y="2815772"/>
                </a:cubicBezTo>
                <a:cubicBezTo>
                  <a:pt x="3657599" y="3108477"/>
                  <a:pt x="4818742" y="1761067"/>
                  <a:pt x="5573485" y="1756229"/>
                </a:cubicBezTo>
                <a:cubicBezTo>
                  <a:pt x="6328228" y="1751391"/>
                  <a:pt x="6695924" y="2755295"/>
                  <a:pt x="7257143" y="2786743"/>
                </a:cubicBezTo>
                <a:cubicBezTo>
                  <a:pt x="7818362" y="2818191"/>
                  <a:pt x="8374743" y="1971525"/>
                  <a:pt x="8940800" y="1944915"/>
                </a:cubicBezTo>
                <a:cubicBezTo>
                  <a:pt x="9506857" y="1918306"/>
                  <a:pt x="10189028" y="2675467"/>
                  <a:pt x="10653485" y="2627086"/>
                </a:cubicBezTo>
                <a:cubicBezTo>
                  <a:pt x="11117942" y="2578705"/>
                  <a:pt x="11432419" y="1792515"/>
                  <a:pt x="11727543" y="1654629"/>
                </a:cubicBezTo>
                <a:cubicBezTo>
                  <a:pt x="12022667" y="1516743"/>
                  <a:pt x="12223447" y="1658257"/>
                  <a:pt x="12424228" y="1799772"/>
                </a:cubicBezTo>
              </a:path>
            </a:pathLst>
          </a:custGeom>
          <a:noFill/>
          <a:ln>
            <a:solidFill>
              <a:srgbClr val="5771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>
            <p:custDataLst>
              <p:tags r:id="rId17"/>
            </p:custDataLst>
          </p:nvPr>
        </p:nvGrpSpPr>
        <p:grpSpPr>
          <a:xfrm>
            <a:off x="1489166" y="3470321"/>
            <a:ext cx="566993" cy="399753"/>
            <a:chOff x="1489166" y="3324906"/>
            <a:chExt cx="566993" cy="399753"/>
          </a:xfrm>
        </p:grpSpPr>
        <p:sp>
          <p:nvSpPr>
            <p:cNvPr id="7" name="任意多边形 6"/>
            <p:cNvSpPr>
              <a:spLocks noChangeAspect="1"/>
            </p:cNvSpPr>
            <p:nvPr>
              <p:custDataLst>
                <p:tags r:id="rId18"/>
              </p:custDataLst>
            </p:nvPr>
          </p:nvSpPr>
          <p:spPr>
            <a:xfrm>
              <a:off x="1563012" y="3324906"/>
              <a:ext cx="432000" cy="388503"/>
            </a:xfrm>
            <a:custGeom>
              <a:avLst/>
              <a:gdLst>
                <a:gd name="connsiteX0" fmla="*/ 531453 w 2150426"/>
                <a:gd name="connsiteY0" fmla="*/ 1894557 h 1933898"/>
                <a:gd name="connsiteX1" fmla="*/ 523901 w 2150426"/>
                <a:gd name="connsiteY1" fmla="*/ 1888327 h 1933898"/>
                <a:gd name="connsiteX2" fmla="*/ 505804 w 2150426"/>
                <a:gd name="connsiteY2" fmla="*/ 1878396 h 1933898"/>
                <a:gd name="connsiteX3" fmla="*/ 445296 w 2150426"/>
                <a:gd name="connsiteY3" fmla="*/ 1809798 h 1933898"/>
                <a:gd name="connsiteX4" fmla="*/ 30326 w 2150426"/>
                <a:gd name="connsiteY4" fmla="*/ 1091048 h 1933898"/>
                <a:gd name="connsiteX5" fmla="*/ 1172 w 2150426"/>
                <a:gd name="connsiteY5" fmla="*/ 1004348 h 1933898"/>
                <a:gd name="connsiteX6" fmla="*/ 444 w 2150426"/>
                <a:gd name="connsiteY6" fmla="*/ 976700 h 1933898"/>
                <a:gd name="connsiteX7" fmla="*/ 0 w 2150426"/>
                <a:gd name="connsiteY7" fmla="*/ 974054 h 1933898"/>
                <a:gd name="connsiteX8" fmla="*/ 187 w 2150426"/>
                <a:gd name="connsiteY8" fmla="*/ 966943 h 1933898"/>
                <a:gd name="connsiteX9" fmla="*/ 0 w 2150426"/>
                <a:gd name="connsiteY9" fmla="*/ 959843 h 1933898"/>
                <a:gd name="connsiteX10" fmla="*/ 444 w 2150426"/>
                <a:gd name="connsiteY10" fmla="*/ 957201 h 1933898"/>
                <a:gd name="connsiteX11" fmla="*/ 1172 w 2150426"/>
                <a:gd name="connsiteY11" fmla="*/ 929549 h 1933898"/>
                <a:gd name="connsiteX12" fmla="*/ 30326 w 2150426"/>
                <a:gd name="connsiteY12" fmla="*/ 842849 h 1933898"/>
                <a:gd name="connsiteX13" fmla="*/ 445296 w 2150426"/>
                <a:gd name="connsiteY13" fmla="*/ 124100 h 1933898"/>
                <a:gd name="connsiteX14" fmla="*/ 505804 w 2150426"/>
                <a:gd name="connsiteY14" fmla="*/ 55501 h 1933898"/>
                <a:gd name="connsiteX15" fmla="*/ 529387 w 2150426"/>
                <a:gd name="connsiteY15" fmla="*/ 41045 h 1933898"/>
                <a:gd name="connsiteX16" fmla="*/ 531453 w 2150426"/>
                <a:gd name="connsiteY16" fmla="*/ 39340 h 1933898"/>
                <a:gd name="connsiteX17" fmla="*/ 537695 w 2150426"/>
                <a:gd name="connsiteY17" fmla="*/ 35952 h 1933898"/>
                <a:gd name="connsiteX18" fmla="*/ 543760 w 2150426"/>
                <a:gd name="connsiteY18" fmla="*/ 32234 h 1933898"/>
                <a:gd name="connsiteX19" fmla="*/ 546274 w 2150426"/>
                <a:gd name="connsiteY19" fmla="*/ 31296 h 1933898"/>
                <a:gd name="connsiteX20" fmla="*/ 570581 w 2150426"/>
                <a:gd name="connsiteY20" fmla="*/ 18102 h 1933898"/>
                <a:gd name="connsiteX21" fmla="*/ 660243 w 2150426"/>
                <a:gd name="connsiteY21" fmla="*/ 0 h 1933898"/>
                <a:gd name="connsiteX22" fmla="*/ 1490183 w 2150426"/>
                <a:gd name="connsiteY22" fmla="*/ 0 h 1933898"/>
                <a:gd name="connsiteX23" fmla="*/ 1579845 w 2150426"/>
                <a:gd name="connsiteY23" fmla="*/ 18102 h 1933898"/>
                <a:gd name="connsiteX24" fmla="*/ 1604154 w 2150426"/>
                <a:gd name="connsiteY24" fmla="*/ 31297 h 1933898"/>
                <a:gd name="connsiteX25" fmla="*/ 1606666 w 2150426"/>
                <a:gd name="connsiteY25" fmla="*/ 32234 h 1933898"/>
                <a:gd name="connsiteX26" fmla="*/ 1612726 w 2150426"/>
                <a:gd name="connsiteY26" fmla="*/ 35949 h 1933898"/>
                <a:gd name="connsiteX27" fmla="*/ 1618973 w 2150426"/>
                <a:gd name="connsiteY27" fmla="*/ 39340 h 1933898"/>
                <a:gd name="connsiteX28" fmla="*/ 1621041 w 2150426"/>
                <a:gd name="connsiteY28" fmla="*/ 41046 h 1933898"/>
                <a:gd name="connsiteX29" fmla="*/ 1644623 w 2150426"/>
                <a:gd name="connsiteY29" fmla="*/ 55501 h 1933898"/>
                <a:gd name="connsiteX30" fmla="*/ 1705130 w 2150426"/>
                <a:gd name="connsiteY30" fmla="*/ 124100 h 1933898"/>
                <a:gd name="connsiteX31" fmla="*/ 2120100 w 2150426"/>
                <a:gd name="connsiteY31" fmla="*/ 842849 h 1933898"/>
                <a:gd name="connsiteX32" fmla="*/ 2149255 w 2150426"/>
                <a:gd name="connsiteY32" fmla="*/ 929550 h 1933898"/>
                <a:gd name="connsiteX33" fmla="*/ 2149982 w 2150426"/>
                <a:gd name="connsiteY33" fmla="*/ 957198 h 1933898"/>
                <a:gd name="connsiteX34" fmla="*/ 2150426 w 2150426"/>
                <a:gd name="connsiteY34" fmla="*/ 959843 h 1933898"/>
                <a:gd name="connsiteX35" fmla="*/ 2150239 w 2150426"/>
                <a:gd name="connsiteY35" fmla="*/ 966953 h 1933898"/>
                <a:gd name="connsiteX36" fmla="*/ 2150426 w 2150426"/>
                <a:gd name="connsiteY36" fmla="*/ 974055 h 1933898"/>
                <a:gd name="connsiteX37" fmla="*/ 2149983 w 2150426"/>
                <a:gd name="connsiteY37" fmla="*/ 976697 h 1933898"/>
                <a:gd name="connsiteX38" fmla="*/ 2149255 w 2150426"/>
                <a:gd name="connsiteY38" fmla="*/ 1004348 h 1933898"/>
                <a:gd name="connsiteX39" fmla="*/ 2120101 w 2150426"/>
                <a:gd name="connsiteY39" fmla="*/ 1091049 h 1933898"/>
                <a:gd name="connsiteX40" fmla="*/ 1705131 w 2150426"/>
                <a:gd name="connsiteY40" fmla="*/ 1809798 h 1933898"/>
                <a:gd name="connsiteX41" fmla="*/ 1644623 w 2150426"/>
                <a:gd name="connsiteY41" fmla="*/ 1878396 h 1933898"/>
                <a:gd name="connsiteX42" fmla="*/ 1621040 w 2150426"/>
                <a:gd name="connsiteY42" fmla="*/ 1892852 h 1933898"/>
                <a:gd name="connsiteX43" fmla="*/ 1618973 w 2150426"/>
                <a:gd name="connsiteY43" fmla="*/ 1894557 h 1933898"/>
                <a:gd name="connsiteX44" fmla="*/ 1612730 w 2150426"/>
                <a:gd name="connsiteY44" fmla="*/ 1897947 h 1933898"/>
                <a:gd name="connsiteX45" fmla="*/ 1606666 w 2150426"/>
                <a:gd name="connsiteY45" fmla="*/ 1901663 h 1933898"/>
                <a:gd name="connsiteX46" fmla="*/ 1604153 w 2150426"/>
                <a:gd name="connsiteY46" fmla="*/ 1902602 h 1933898"/>
                <a:gd name="connsiteX47" fmla="*/ 1579845 w 2150426"/>
                <a:gd name="connsiteY47" fmla="*/ 1915796 h 1933898"/>
                <a:gd name="connsiteX48" fmla="*/ 1490183 w 2150426"/>
                <a:gd name="connsiteY48" fmla="*/ 1933897 h 1933898"/>
                <a:gd name="connsiteX49" fmla="*/ 660243 w 2150426"/>
                <a:gd name="connsiteY49" fmla="*/ 1933898 h 1933898"/>
                <a:gd name="connsiteX50" fmla="*/ 531453 w 2150426"/>
                <a:gd name="connsiteY50" fmla="*/ 1894557 h 1933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2150426" h="1933898">
                  <a:moveTo>
                    <a:pt x="531453" y="1894557"/>
                  </a:moveTo>
                  <a:lnTo>
                    <a:pt x="523901" y="1888327"/>
                  </a:lnTo>
                  <a:lnTo>
                    <a:pt x="505804" y="1878396"/>
                  </a:lnTo>
                  <a:cubicBezTo>
                    <a:pt x="481930" y="1860358"/>
                    <a:pt x="461198" y="1837341"/>
                    <a:pt x="445296" y="1809798"/>
                  </a:cubicBezTo>
                  <a:lnTo>
                    <a:pt x="30326" y="1091048"/>
                  </a:lnTo>
                  <a:cubicBezTo>
                    <a:pt x="14424" y="1063505"/>
                    <a:pt x="4856" y="1034042"/>
                    <a:pt x="1172" y="1004348"/>
                  </a:cubicBezTo>
                  <a:lnTo>
                    <a:pt x="444" y="976700"/>
                  </a:lnTo>
                  <a:lnTo>
                    <a:pt x="0" y="974054"/>
                  </a:lnTo>
                  <a:lnTo>
                    <a:pt x="187" y="966943"/>
                  </a:lnTo>
                  <a:lnTo>
                    <a:pt x="0" y="959843"/>
                  </a:lnTo>
                  <a:lnTo>
                    <a:pt x="444" y="957201"/>
                  </a:lnTo>
                  <a:lnTo>
                    <a:pt x="1172" y="929549"/>
                  </a:lnTo>
                  <a:cubicBezTo>
                    <a:pt x="4856" y="899855"/>
                    <a:pt x="14423" y="870392"/>
                    <a:pt x="30326" y="842849"/>
                  </a:cubicBezTo>
                  <a:lnTo>
                    <a:pt x="445296" y="124100"/>
                  </a:lnTo>
                  <a:cubicBezTo>
                    <a:pt x="461198" y="96556"/>
                    <a:pt x="481929" y="73539"/>
                    <a:pt x="505804" y="55501"/>
                  </a:cubicBezTo>
                  <a:lnTo>
                    <a:pt x="529387" y="41045"/>
                  </a:lnTo>
                  <a:lnTo>
                    <a:pt x="531453" y="39340"/>
                  </a:lnTo>
                  <a:lnTo>
                    <a:pt x="537695" y="35952"/>
                  </a:lnTo>
                  <a:lnTo>
                    <a:pt x="543760" y="32234"/>
                  </a:lnTo>
                  <a:lnTo>
                    <a:pt x="546274" y="31296"/>
                  </a:lnTo>
                  <a:lnTo>
                    <a:pt x="570581" y="18102"/>
                  </a:lnTo>
                  <a:cubicBezTo>
                    <a:pt x="598139" y="6446"/>
                    <a:pt x="628439" y="0"/>
                    <a:pt x="660243" y="0"/>
                  </a:cubicBezTo>
                  <a:lnTo>
                    <a:pt x="1490183" y="0"/>
                  </a:lnTo>
                  <a:cubicBezTo>
                    <a:pt x="1521987" y="0"/>
                    <a:pt x="1552286" y="6446"/>
                    <a:pt x="1579845" y="18102"/>
                  </a:cubicBezTo>
                  <a:lnTo>
                    <a:pt x="1604154" y="31297"/>
                  </a:lnTo>
                  <a:lnTo>
                    <a:pt x="1606666" y="32234"/>
                  </a:lnTo>
                  <a:lnTo>
                    <a:pt x="1612726" y="35949"/>
                  </a:lnTo>
                  <a:lnTo>
                    <a:pt x="1618973" y="39340"/>
                  </a:lnTo>
                  <a:lnTo>
                    <a:pt x="1621041" y="41046"/>
                  </a:lnTo>
                  <a:lnTo>
                    <a:pt x="1644623" y="55501"/>
                  </a:lnTo>
                  <a:cubicBezTo>
                    <a:pt x="1668496" y="73539"/>
                    <a:pt x="1689228" y="96557"/>
                    <a:pt x="1705130" y="124100"/>
                  </a:cubicBezTo>
                  <a:lnTo>
                    <a:pt x="2120100" y="842849"/>
                  </a:lnTo>
                  <a:cubicBezTo>
                    <a:pt x="2136003" y="870393"/>
                    <a:pt x="2145570" y="899855"/>
                    <a:pt x="2149255" y="929550"/>
                  </a:cubicBezTo>
                  <a:lnTo>
                    <a:pt x="2149982" y="957198"/>
                  </a:lnTo>
                  <a:lnTo>
                    <a:pt x="2150426" y="959843"/>
                  </a:lnTo>
                  <a:lnTo>
                    <a:pt x="2150239" y="966953"/>
                  </a:lnTo>
                  <a:lnTo>
                    <a:pt x="2150426" y="974055"/>
                  </a:lnTo>
                  <a:lnTo>
                    <a:pt x="2149983" y="976697"/>
                  </a:lnTo>
                  <a:lnTo>
                    <a:pt x="2149255" y="1004348"/>
                  </a:lnTo>
                  <a:cubicBezTo>
                    <a:pt x="2145570" y="1034043"/>
                    <a:pt x="2136003" y="1063505"/>
                    <a:pt x="2120101" y="1091049"/>
                  </a:cubicBezTo>
                  <a:lnTo>
                    <a:pt x="1705131" y="1809798"/>
                  </a:lnTo>
                  <a:cubicBezTo>
                    <a:pt x="1689228" y="1837341"/>
                    <a:pt x="1668497" y="1860358"/>
                    <a:pt x="1644623" y="1878396"/>
                  </a:cubicBezTo>
                  <a:lnTo>
                    <a:pt x="1621040" y="1892852"/>
                  </a:lnTo>
                  <a:lnTo>
                    <a:pt x="1618973" y="1894557"/>
                  </a:lnTo>
                  <a:lnTo>
                    <a:pt x="1612730" y="1897947"/>
                  </a:lnTo>
                  <a:lnTo>
                    <a:pt x="1606666" y="1901663"/>
                  </a:lnTo>
                  <a:lnTo>
                    <a:pt x="1604153" y="1902602"/>
                  </a:lnTo>
                  <a:lnTo>
                    <a:pt x="1579845" y="1915796"/>
                  </a:lnTo>
                  <a:cubicBezTo>
                    <a:pt x="1552287" y="1927452"/>
                    <a:pt x="1521988" y="1933897"/>
                    <a:pt x="1490183" y="1933897"/>
                  </a:cubicBezTo>
                  <a:lnTo>
                    <a:pt x="660243" y="1933898"/>
                  </a:lnTo>
                  <a:cubicBezTo>
                    <a:pt x="612537" y="1933898"/>
                    <a:pt x="568217" y="1919395"/>
                    <a:pt x="531453" y="1894557"/>
                  </a:cubicBezTo>
                  <a:close/>
                </a:path>
              </a:pathLst>
            </a:custGeom>
            <a:noFill/>
            <a:ln w="25400">
              <a:solidFill>
                <a:srgbClr val="57718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TextBox 6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1489166" y="3325879"/>
              <a:ext cx="566993" cy="39878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2000" u="none" strike="noStrike" cap="none" normalizeH="0" baseline="0" dirty="0">
                  <a:ln>
                    <a:noFill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effectLst/>
                  <a:latin typeface="Impact" panose="020B0806030902050204" pitchFamily="34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05</a:t>
              </a:r>
              <a:endParaRPr kumimoji="0" lang="zh-CN" sz="180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Impact" panose="020B0806030902050204" pitchFamily="34" charset="0"/>
                <a:ea typeface="宋体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TextBox 6"/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1996625" y="3472744"/>
            <a:ext cx="2250591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p>
            <a:pPr lvl="0"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实训总结</a:t>
            </a:r>
            <a:endParaRPr kumimoji="0" lang="zh-CN" sz="18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1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2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2" presetID="23" presetClass="entr" presetSubtype="3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4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5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6" presetID="2" presetClass="entr" presetSubtype="2" fill="hold" grpId="0" nodeType="withEffect" p14:presetBounceEnd="20000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28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29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1149"/>
                                </p:stCondLst>
                                <p:childTnLst>
                                  <p:par>
                                    <p:cTn id="31" presetID="23" presetClass="entr" presetSubtype="3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3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" presetClass="entr" presetSubtype="2" fill="hold" grpId="0" nodeType="withEffect" p14:presetBounceEnd="20000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37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38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1799"/>
                                </p:stCondLst>
                                <p:childTnLst>
                                  <p:par>
                                    <p:cTn id="40" presetID="23" presetClass="entr" presetSubtype="3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2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3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4" presetID="2" presetClass="entr" presetSubtype="2" fill="hold" grpId="0" nodeType="withEffect" p14:presetBounceEnd="20000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4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4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8" fill="hold">
                                <p:stCondLst>
                                  <p:cond delay="2449"/>
                                </p:stCondLst>
                                <p:childTnLst>
                                  <p:par>
                                    <p:cTn id="49" presetID="23" presetClass="entr" presetSubtype="3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2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2" fill="hold" grpId="0" nodeType="withEffect" p14:presetBounceEnd="20000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20000">
                                          <p:cBhvr additive="base">
                                            <p:cTn id="55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20000">
                                          <p:cBhvr additive="base">
                                            <p:cTn id="56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/>
          <p:bldP spid="15" grpId="0"/>
          <p:bldP spid="16" grpId="0"/>
          <p:bldP spid="24" grpId="0"/>
          <p:bldP spid="27" grpId="0"/>
          <p:bldP spid="30" grpId="0"/>
          <p:bldP spid="33" grpId="0"/>
          <p:bldP spid="36" grpId="0" animBg="1"/>
          <p:bldP spid="37" grpId="0" animBg="1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5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2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0" dur="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1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2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" dur="5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" dur="5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1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22" presetID="23" presetClass="entr" presetSubtype="3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4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5" dur="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6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8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9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0" fill="hold">
                                <p:stCondLst>
                                  <p:cond delay="1149"/>
                                </p:stCondLst>
                                <p:childTnLst>
                                  <p:par>
                                    <p:cTn id="31" presetID="23" presetClass="entr" presetSubtype="3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3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5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9" fill="hold">
                                <p:stCondLst>
                                  <p:cond delay="1799"/>
                                </p:stCondLst>
                                <p:childTnLst>
                                  <p:par>
                                    <p:cTn id="40" presetID="23" presetClass="entr" presetSubtype="3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2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3" dur="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4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6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7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48" fill="hold">
                                <p:stCondLst>
                                  <p:cond delay="2449"/>
                                </p:stCondLst>
                                <p:childTnLst>
                                  <p:par>
                                    <p:cTn id="49" presetID="23" presetClass="entr" presetSubtype="3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2" dur="5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5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6" dur="5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4" grpId="0"/>
          <p:bldP spid="15" grpId="0"/>
          <p:bldP spid="16" grpId="0"/>
          <p:bldP spid="24" grpId="0"/>
          <p:bldP spid="27" grpId="0"/>
          <p:bldP spid="30" grpId="0"/>
          <p:bldP spid="33" grpId="0"/>
          <p:bldP spid="36" grpId="0" animBg="1"/>
          <p:bldP spid="37" grpId="0" animBg="1"/>
        </p:bld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3962042" y="1531574"/>
            <a:ext cx="879404" cy="790857"/>
            <a:chOff x="3962042" y="1531574"/>
            <a:chExt cx="879404" cy="790857"/>
          </a:xfrm>
        </p:grpSpPr>
        <p:sp>
          <p:nvSpPr>
            <p:cNvPr id="11" name="任意多边形 10"/>
            <p:cNvSpPr/>
            <p:nvPr>
              <p:custDataLst>
                <p:tags r:id="rId2"/>
              </p:custDataLst>
            </p:nvPr>
          </p:nvSpPr>
          <p:spPr>
            <a:xfrm rot="1864238">
              <a:off x="3962042" y="1531574"/>
              <a:ext cx="879404" cy="790857"/>
            </a:xfrm>
            <a:custGeom>
              <a:avLst/>
              <a:gdLst>
                <a:gd name="connsiteX0" fmla="*/ 531453 w 2150426"/>
                <a:gd name="connsiteY0" fmla="*/ 1894557 h 1933898"/>
                <a:gd name="connsiteX1" fmla="*/ 523901 w 2150426"/>
                <a:gd name="connsiteY1" fmla="*/ 1888327 h 1933898"/>
                <a:gd name="connsiteX2" fmla="*/ 505804 w 2150426"/>
                <a:gd name="connsiteY2" fmla="*/ 1878396 h 1933898"/>
                <a:gd name="connsiteX3" fmla="*/ 445296 w 2150426"/>
                <a:gd name="connsiteY3" fmla="*/ 1809798 h 1933898"/>
                <a:gd name="connsiteX4" fmla="*/ 30326 w 2150426"/>
                <a:gd name="connsiteY4" fmla="*/ 1091048 h 1933898"/>
                <a:gd name="connsiteX5" fmla="*/ 1172 w 2150426"/>
                <a:gd name="connsiteY5" fmla="*/ 1004348 h 1933898"/>
                <a:gd name="connsiteX6" fmla="*/ 444 w 2150426"/>
                <a:gd name="connsiteY6" fmla="*/ 976700 h 1933898"/>
                <a:gd name="connsiteX7" fmla="*/ 0 w 2150426"/>
                <a:gd name="connsiteY7" fmla="*/ 974054 h 1933898"/>
                <a:gd name="connsiteX8" fmla="*/ 187 w 2150426"/>
                <a:gd name="connsiteY8" fmla="*/ 966943 h 1933898"/>
                <a:gd name="connsiteX9" fmla="*/ 0 w 2150426"/>
                <a:gd name="connsiteY9" fmla="*/ 959843 h 1933898"/>
                <a:gd name="connsiteX10" fmla="*/ 444 w 2150426"/>
                <a:gd name="connsiteY10" fmla="*/ 957201 h 1933898"/>
                <a:gd name="connsiteX11" fmla="*/ 1172 w 2150426"/>
                <a:gd name="connsiteY11" fmla="*/ 929549 h 1933898"/>
                <a:gd name="connsiteX12" fmla="*/ 30326 w 2150426"/>
                <a:gd name="connsiteY12" fmla="*/ 842849 h 1933898"/>
                <a:gd name="connsiteX13" fmla="*/ 445296 w 2150426"/>
                <a:gd name="connsiteY13" fmla="*/ 124100 h 1933898"/>
                <a:gd name="connsiteX14" fmla="*/ 505804 w 2150426"/>
                <a:gd name="connsiteY14" fmla="*/ 55501 h 1933898"/>
                <a:gd name="connsiteX15" fmla="*/ 529387 w 2150426"/>
                <a:gd name="connsiteY15" fmla="*/ 41045 h 1933898"/>
                <a:gd name="connsiteX16" fmla="*/ 531453 w 2150426"/>
                <a:gd name="connsiteY16" fmla="*/ 39340 h 1933898"/>
                <a:gd name="connsiteX17" fmla="*/ 537695 w 2150426"/>
                <a:gd name="connsiteY17" fmla="*/ 35952 h 1933898"/>
                <a:gd name="connsiteX18" fmla="*/ 543760 w 2150426"/>
                <a:gd name="connsiteY18" fmla="*/ 32234 h 1933898"/>
                <a:gd name="connsiteX19" fmla="*/ 546274 w 2150426"/>
                <a:gd name="connsiteY19" fmla="*/ 31296 h 1933898"/>
                <a:gd name="connsiteX20" fmla="*/ 570581 w 2150426"/>
                <a:gd name="connsiteY20" fmla="*/ 18102 h 1933898"/>
                <a:gd name="connsiteX21" fmla="*/ 660243 w 2150426"/>
                <a:gd name="connsiteY21" fmla="*/ 0 h 1933898"/>
                <a:gd name="connsiteX22" fmla="*/ 1490183 w 2150426"/>
                <a:gd name="connsiteY22" fmla="*/ 0 h 1933898"/>
                <a:gd name="connsiteX23" fmla="*/ 1579845 w 2150426"/>
                <a:gd name="connsiteY23" fmla="*/ 18102 h 1933898"/>
                <a:gd name="connsiteX24" fmla="*/ 1604154 w 2150426"/>
                <a:gd name="connsiteY24" fmla="*/ 31297 h 1933898"/>
                <a:gd name="connsiteX25" fmla="*/ 1606666 w 2150426"/>
                <a:gd name="connsiteY25" fmla="*/ 32234 h 1933898"/>
                <a:gd name="connsiteX26" fmla="*/ 1612726 w 2150426"/>
                <a:gd name="connsiteY26" fmla="*/ 35949 h 1933898"/>
                <a:gd name="connsiteX27" fmla="*/ 1618973 w 2150426"/>
                <a:gd name="connsiteY27" fmla="*/ 39340 h 1933898"/>
                <a:gd name="connsiteX28" fmla="*/ 1621041 w 2150426"/>
                <a:gd name="connsiteY28" fmla="*/ 41046 h 1933898"/>
                <a:gd name="connsiteX29" fmla="*/ 1644623 w 2150426"/>
                <a:gd name="connsiteY29" fmla="*/ 55501 h 1933898"/>
                <a:gd name="connsiteX30" fmla="*/ 1705130 w 2150426"/>
                <a:gd name="connsiteY30" fmla="*/ 124100 h 1933898"/>
                <a:gd name="connsiteX31" fmla="*/ 2120100 w 2150426"/>
                <a:gd name="connsiteY31" fmla="*/ 842849 h 1933898"/>
                <a:gd name="connsiteX32" fmla="*/ 2149255 w 2150426"/>
                <a:gd name="connsiteY32" fmla="*/ 929550 h 1933898"/>
                <a:gd name="connsiteX33" fmla="*/ 2149982 w 2150426"/>
                <a:gd name="connsiteY33" fmla="*/ 957198 h 1933898"/>
                <a:gd name="connsiteX34" fmla="*/ 2150426 w 2150426"/>
                <a:gd name="connsiteY34" fmla="*/ 959843 h 1933898"/>
                <a:gd name="connsiteX35" fmla="*/ 2150239 w 2150426"/>
                <a:gd name="connsiteY35" fmla="*/ 966953 h 1933898"/>
                <a:gd name="connsiteX36" fmla="*/ 2150426 w 2150426"/>
                <a:gd name="connsiteY36" fmla="*/ 974055 h 1933898"/>
                <a:gd name="connsiteX37" fmla="*/ 2149983 w 2150426"/>
                <a:gd name="connsiteY37" fmla="*/ 976697 h 1933898"/>
                <a:gd name="connsiteX38" fmla="*/ 2149255 w 2150426"/>
                <a:gd name="connsiteY38" fmla="*/ 1004348 h 1933898"/>
                <a:gd name="connsiteX39" fmla="*/ 2120101 w 2150426"/>
                <a:gd name="connsiteY39" fmla="*/ 1091049 h 1933898"/>
                <a:gd name="connsiteX40" fmla="*/ 1705131 w 2150426"/>
                <a:gd name="connsiteY40" fmla="*/ 1809798 h 1933898"/>
                <a:gd name="connsiteX41" fmla="*/ 1644623 w 2150426"/>
                <a:gd name="connsiteY41" fmla="*/ 1878396 h 1933898"/>
                <a:gd name="connsiteX42" fmla="*/ 1621040 w 2150426"/>
                <a:gd name="connsiteY42" fmla="*/ 1892852 h 1933898"/>
                <a:gd name="connsiteX43" fmla="*/ 1618973 w 2150426"/>
                <a:gd name="connsiteY43" fmla="*/ 1894557 h 1933898"/>
                <a:gd name="connsiteX44" fmla="*/ 1612730 w 2150426"/>
                <a:gd name="connsiteY44" fmla="*/ 1897947 h 1933898"/>
                <a:gd name="connsiteX45" fmla="*/ 1606666 w 2150426"/>
                <a:gd name="connsiteY45" fmla="*/ 1901663 h 1933898"/>
                <a:gd name="connsiteX46" fmla="*/ 1604153 w 2150426"/>
                <a:gd name="connsiteY46" fmla="*/ 1902602 h 1933898"/>
                <a:gd name="connsiteX47" fmla="*/ 1579845 w 2150426"/>
                <a:gd name="connsiteY47" fmla="*/ 1915796 h 1933898"/>
                <a:gd name="connsiteX48" fmla="*/ 1490183 w 2150426"/>
                <a:gd name="connsiteY48" fmla="*/ 1933897 h 1933898"/>
                <a:gd name="connsiteX49" fmla="*/ 660243 w 2150426"/>
                <a:gd name="connsiteY49" fmla="*/ 1933898 h 1933898"/>
                <a:gd name="connsiteX50" fmla="*/ 531453 w 2150426"/>
                <a:gd name="connsiteY50" fmla="*/ 1894557 h 1933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2150426" h="1933898">
                  <a:moveTo>
                    <a:pt x="531453" y="1894557"/>
                  </a:moveTo>
                  <a:lnTo>
                    <a:pt x="523901" y="1888327"/>
                  </a:lnTo>
                  <a:lnTo>
                    <a:pt x="505804" y="1878396"/>
                  </a:lnTo>
                  <a:cubicBezTo>
                    <a:pt x="481930" y="1860358"/>
                    <a:pt x="461198" y="1837341"/>
                    <a:pt x="445296" y="1809798"/>
                  </a:cubicBezTo>
                  <a:lnTo>
                    <a:pt x="30326" y="1091048"/>
                  </a:lnTo>
                  <a:cubicBezTo>
                    <a:pt x="14424" y="1063505"/>
                    <a:pt x="4856" y="1034042"/>
                    <a:pt x="1172" y="1004348"/>
                  </a:cubicBezTo>
                  <a:lnTo>
                    <a:pt x="444" y="976700"/>
                  </a:lnTo>
                  <a:lnTo>
                    <a:pt x="0" y="974054"/>
                  </a:lnTo>
                  <a:lnTo>
                    <a:pt x="187" y="966943"/>
                  </a:lnTo>
                  <a:lnTo>
                    <a:pt x="0" y="959843"/>
                  </a:lnTo>
                  <a:lnTo>
                    <a:pt x="444" y="957201"/>
                  </a:lnTo>
                  <a:lnTo>
                    <a:pt x="1172" y="929549"/>
                  </a:lnTo>
                  <a:cubicBezTo>
                    <a:pt x="4856" y="899855"/>
                    <a:pt x="14423" y="870392"/>
                    <a:pt x="30326" y="842849"/>
                  </a:cubicBezTo>
                  <a:lnTo>
                    <a:pt x="445296" y="124100"/>
                  </a:lnTo>
                  <a:cubicBezTo>
                    <a:pt x="461198" y="96556"/>
                    <a:pt x="481929" y="73539"/>
                    <a:pt x="505804" y="55501"/>
                  </a:cubicBezTo>
                  <a:lnTo>
                    <a:pt x="529387" y="41045"/>
                  </a:lnTo>
                  <a:lnTo>
                    <a:pt x="531453" y="39340"/>
                  </a:lnTo>
                  <a:lnTo>
                    <a:pt x="537695" y="35952"/>
                  </a:lnTo>
                  <a:lnTo>
                    <a:pt x="543760" y="32234"/>
                  </a:lnTo>
                  <a:lnTo>
                    <a:pt x="546274" y="31296"/>
                  </a:lnTo>
                  <a:lnTo>
                    <a:pt x="570581" y="18102"/>
                  </a:lnTo>
                  <a:cubicBezTo>
                    <a:pt x="598139" y="6446"/>
                    <a:pt x="628439" y="0"/>
                    <a:pt x="660243" y="0"/>
                  </a:cubicBezTo>
                  <a:lnTo>
                    <a:pt x="1490183" y="0"/>
                  </a:lnTo>
                  <a:cubicBezTo>
                    <a:pt x="1521987" y="0"/>
                    <a:pt x="1552286" y="6446"/>
                    <a:pt x="1579845" y="18102"/>
                  </a:cubicBezTo>
                  <a:lnTo>
                    <a:pt x="1604154" y="31297"/>
                  </a:lnTo>
                  <a:lnTo>
                    <a:pt x="1606666" y="32234"/>
                  </a:lnTo>
                  <a:lnTo>
                    <a:pt x="1612726" y="35949"/>
                  </a:lnTo>
                  <a:lnTo>
                    <a:pt x="1618973" y="39340"/>
                  </a:lnTo>
                  <a:lnTo>
                    <a:pt x="1621041" y="41046"/>
                  </a:lnTo>
                  <a:lnTo>
                    <a:pt x="1644623" y="55501"/>
                  </a:lnTo>
                  <a:cubicBezTo>
                    <a:pt x="1668496" y="73539"/>
                    <a:pt x="1689228" y="96557"/>
                    <a:pt x="1705130" y="124100"/>
                  </a:cubicBezTo>
                  <a:lnTo>
                    <a:pt x="2120100" y="842849"/>
                  </a:lnTo>
                  <a:cubicBezTo>
                    <a:pt x="2136003" y="870393"/>
                    <a:pt x="2145570" y="899855"/>
                    <a:pt x="2149255" y="929550"/>
                  </a:cubicBezTo>
                  <a:lnTo>
                    <a:pt x="2149982" y="957198"/>
                  </a:lnTo>
                  <a:lnTo>
                    <a:pt x="2150426" y="959843"/>
                  </a:lnTo>
                  <a:lnTo>
                    <a:pt x="2150239" y="966953"/>
                  </a:lnTo>
                  <a:lnTo>
                    <a:pt x="2150426" y="974055"/>
                  </a:lnTo>
                  <a:lnTo>
                    <a:pt x="2149983" y="976697"/>
                  </a:lnTo>
                  <a:lnTo>
                    <a:pt x="2149255" y="1004348"/>
                  </a:lnTo>
                  <a:cubicBezTo>
                    <a:pt x="2145570" y="1034043"/>
                    <a:pt x="2136003" y="1063505"/>
                    <a:pt x="2120101" y="1091049"/>
                  </a:cubicBezTo>
                  <a:lnTo>
                    <a:pt x="1705131" y="1809798"/>
                  </a:lnTo>
                  <a:cubicBezTo>
                    <a:pt x="1689228" y="1837341"/>
                    <a:pt x="1668497" y="1860358"/>
                    <a:pt x="1644623" y="1878396"/>
                  </a:cubicBezTo>
                  <a:lnTo>
                    <a:pt x="1621040" y="1892852"/>
                  </a:lnTo>
                  <a:lnTo>
                    <a:pt x="1618973" y="1894557"/>
                  </a:lnTo>
                  <a:lnTo>
                    <a:pt x="1612730" y="1897947"/>
                  </a:lnTo>
                  <a:lnTo>
                    <a:pt x="1606666" y="1901663"/>
                  </a:lnTo>
                  <a:lnTo>
                    <a:pt x="1604153" y="1902602"/>
                  </a:lnTo>
                  <a:lnTo>
                    <a:pt x="1579845" y="1915796"/>
                  </a:lnTo>
                  <a:cubicBezTo>
                    <a:pt x="1552287" y="1927452"/>
                    <a:pt x="1521988" y="1933897"/>
                    <a:pt x="1490183" y="1933897"/>
                  </a:cubicBezTo>
                  <a:lnTo>
                    <a:pt x="660243" y="1933898"/>
                  </a:lnTo>
                  <a:cubicBezTo>
                    <a:pt x="612537" y="1933898"/>
                    <a:pt x="568217" y="1919395"/>
                    <a:pt x="531453" y="1894557"/>
                  </a:cubicBezTo>
                  <a:close/>
                </a:path>
              </a:pathLst>
            </a:custGeom>
            <a:solidFill>
              <a:srgbClr val="577188"/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cs typeface="+mn-ea"/>
              </a:endParaRPr>
            </a:p>
          </p:txBody>
        </p:sp>
        <p:sp>
          <p:nvSpPr>
            <p:cNvPr id="24" name="TextBox 6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4002810" y="1573060"/>
              <a:ext cx="808507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400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Impact" panose="020B0806030902050204" pitchFamily="34" charset="0"/>
                  <a:cs typeface="+mn-ea"/>
                </a:rPr>
                <a:t>S</a:t>
              </a:r>
              <a:endParaRPr kumimoji="0" lang="zh-CN" sz="400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Impact" panose="020B0806030902050204" pitchFamily="34" charset="0"/>
                <a:cs typeface="+mn-ea"/>
              </a:endParaRPr>
            </a:p>
          </p:txBody>
        </p:sp>
      </p:grpSp>
      <p:grpSp>
        <p:nvGrpSpPr>
          <p:cNvPr id="3" name="组合 2"/>
          <p:cNvGrpSpPr/>
          <p:nvPr>
            <p:custDataLst>
              <p:tags r:id="rId4"/>
            </p:custDataLst>
          </p:nvPr>
        </p:nvGrpSpPr>
        <p:grpSpPr>
          <a:xfrm>
            <a:off x="4371616" y="2253398"/>
            <a:ext cx="879404" cy="790857"/>
            <a:chOff x="4371616" y="2253398"/>
            <a:chExt cx="879404" cy="790857"/>
          </a:xfrm>
        </p:grpSpPr>
        <p:sp>
          <p:nvSpPr>
            <p:cNvPr id="21" name="任意多边形 20"/>
            <p:cNvSpPr/>
            <p:nvPr>
              <p:custDataLst>
                <p:tags r:id="rId5"/>
              </p:custDataLst>
            </p:nvPr>
          </p:nvSpPr>
          <p:spPr>
            <a:xfrm rot="1864238">
              <a:off x="4371616" y="2253398"/>
              <a:ext cx="879404" cy="790857"/>
            </a:xfrm>
            <a:custGeom>
              <a:avLst/>
              <a:gdLst>
                <a:gd name="connsiteX0" fmla="*/ 531453 w 2150426"/>
                <a:gd name="connsiteY0" fmla="*/ 1894557 h 1933898"/>
                <a:gd name="connsiteX1" fmla="*/ 523901 w 2150426"/>
                <a:gd name="connsiteY1" fmla="*/ 1888327 h 1933898"/>
                <a:gd name="connsiteX2" fmla="*/ 505804 w 2150426"/>
                <a:gd name="connsiteY2" fmla="*/ 1878396 h 1933898"/>
                <a:gd name="connsiteX3" fmla="*/ 445296 w 2150426"/>
                <a:gd name="connsiteY3" fmla="*/ 1809798 h 1933898"/>
                <a:gd name="connsiteX4" fmla="*/ 30326 w 2150426"/>
                <a:gd name="connsiteY4" fmla="*/ 1091048 h 1933898"/>
                <a:gd name="connsiteX5" fmla="*/ 1172 w 2150426"/>
                <a:gd name="connsiteY5" fmla="*/ 1004348 h 1933898"/>
                <a:gd name="connsiteX6" fmla="*/ 444 w 2150426"/>
                <a:gd name="connsiteY6" fmla="*/ 976700 h 1933898"/>
                <a:gd name="connsiteX7" fmla="*/ 0 w 2150426"/>
                <a:gd name="connsiteY7" fmla="*/ 974054 h 1933898"/>
                <a:gd name="connsiteX8" fmla="*/ 187 w 2150426"/>
                <a:gd name="connsiteY8" fmla="*/ 966943 h 1933898"/>
                <a:gd name="connsiteX9" fmla="*/ 0 w 2150426"/>
                <a:gd name="connsiteY9" fmla="*/ 959843 h 1933898"/>
                <a:gd name="connsiteX10" fmla="*/ 444 w 2150426"/>
                <a:gd name="connsiteY10" fmla="*/ 957201 h 1933898"/>
                <a:gd name="connsiteX11" fmla="*/ 1172 w 2150426"/>
                <a:gd name="connsiteY11" fmla="*/ 929549 h 1933898"/>
                <a:gd name="connsiteX12" fmla="*/ 30326 w 2150426"/>
                <a:gd name="connsiteY12" fmla="*/ 842849 h 1933898"/>
                <a:gd name="connsiteX13" fmla="*/ 445296 w 2150426"/>
                <a:gd name="connsiteY13" fmla="*/ 124100 h 1933898"/>
                <a:gd name="connsiteX14" fmla="*/ 505804 w 2150426"/>
                <a:gd name="connsiteY14" fmla="*/ 55501 h 1933898"/>
                <a:gd name="connsiteX15" fmla="*/ 529387 w 2150426"/>
                <a:gd name="connsiteY15" fmla="*/ 41045 h 1933898"/>
                <a:gd name="connsiteX16" fmla="*/ 531453 w 2150426"/>
                <a:gd name="connsiteY16" fmla="*/ 39340 h 1933898"/>
                <a:gd name="connsiteX17" fmla="*/ 537695 w 2150426"/>
                <a:gd name="connsiteY17" fmla="*/ 35952 h 1933898"/>
                <a:gd name="connsiteX18" fmla="*/ 543760 w 2150426"/>
                <a:gd name="connsiteY18" fmla="*/ 32234 h 1933898"/>
                <a:gd name="connsiteX19" fmla="*/ 546274 w 2150426"/>
                <a:gd name="connsiteY19" fmla="*/ 31296 h 1933898"/>
                <a:gd name="connsiteX20" fmla="*/ 570581 w 2150426"/>
                <a:gd name="connsiteY20" fmla="*/ 18102 h 1933898"/>
                <a:gd name="connsiteX21" fmla="*/ 660243 w 2150426"/>
                <a:gd name="connsiteY21" fmla="*/ 0 h 1933898"/>
                <a:gd name="connsiteX22" fmla="*/ 1490183 w 2150426"/>
                <a:gd name="connsiteY22" fmla="*/ 0 h 1933898"/>
                <a:gd name="connsiteX23" fmla="*/ 1579845 w 2150426"/>
                <a:gd name="connsiteY23" fmla="*/ 18102 h 1933898"/>
                <a:gd name="connsiteX24" fmla="*/ 1604154 w 2150426"/>
                <a:gd name="connsiteY24" fmla="*/ 31297 h 1933898"/>
                <a:gd name="connsiteX25" fmla="*/ 1606666 w 2150426"/>
                <a:gd name="connsiteY25" fmla="*/ 32234 h 1933898"/>
                <a:gd name="connsiteX26" fmla="*/ 1612726 w 2150426"/>
                <a:gd name="connsiteY26" fmla="*/ 35949 h 1933898"/>
                <a:gd name="connsiteX27" fmla="*/ 1618973 w 2150426"/>
                <a:gd name="connsiteY27" fmla="*/ 39340 h 1933898"/>
                <a:gd name="connsiteX28" fmla="*/ 1621041 w 2150426"/>
                <a:gd name="connsiteY28" fmla="*/ 41046 h 1933898"/>
                <a:gd name="connsiteX29" fmla="*/ 1644623 w 2150426"/>
                <a:gd name="connsiteY29" fmla="*/ 55501 h 1933898"/>
                <a:gd name="connsiteX30" fmla="*/ 1705130 w 2150426"/>
                <a:gd name="connsiteY30" fmla="*/ 124100 h 1933898"/>
                <a:gd name="connsiteX31" fmla="*/ 2120100 w 2150426"/>
                <a:gd name="connsiteY31" fmla="*/ 842849 h 1933898"/>
                <a:gd name="connsiteX32" fmla="*/ 2149255 w 2150426"/>
                <a:gd name="connsiteY32" fmla="*/ 929550 h 1933898"/>
                <a:gd name="connsiteX33" fmla="*/ 2149982 w 2150426"/>
                <a:gd name="connsiteY33" fmla="*/ 957198 h 1933898"/>
                <a:gd name="connsiteX34" fmla="*/ 2150426 w 2150426"/>
                <a:gd name="connsiteY34" fmla="*/ 959843 h 1933898"/>
                <a:gd name="connsiteX35" fmla="*/ 2150239 w 2150426"/>
                <a:gd name="connsiteY35" fmla="*/ 966953 h 1933898"/>
                <a:gd name="connsiteX36" fmla="*/ 2150426 w 2150426"/>
                <a:gd name="connsiteY36" fmla="*/ 974055 h 1933898"/>
                <a:gd name="connsiteX37" fmla="*/ 2149983 w 2150426"/>
                <a:gd name="connsiteY37" fmla="*/ 976697 h 1933898"/>
                <a:gd name="connsiteX38" fmla="*/ 2149255 w 2150426"/>
                <a:gd name="connsiteY38" fmla="*/ 1004348 h 1933898"/>
                <a:gd name="connsiteX39" fmla="*/ 2120101 w 2150426"/>
                <a:gd name="connsiteY39" fmla="*/ 1091049 h 1933898"/>
                <a:gd name="connsiteX40" fmla="*/ 1705131 w 2150426"/>
                <a:gd name="connsiteY40" fmla="*/ 1809798 h 1933898"/>
                <a:gd name="connsiteX41" fmla="*/ 1644623 w 2150426"/>
                <a:gd name="connsiteY41" fmla="*/ 1878396 h 1933898"/>
                <a:gd name="connsiteX42" fmla="*/ 1621040 w 2150426"/>
                <a:gd name="connsiteY42" fmla="*/ 1892852 h 1933898"/>
                <a:gd name="connsiteX43" fmla="*/ 1618973 w 2150426"/>
                <a:gd name="connsiteY43" fmla="*/ 1894557 h 1933898"/>
                <a:gd name="connsiteX44" fmla="*/ 1612730 w 2150426"/>
                <a:gd name="connsiteY44" fmla="*/ 1897947 h 1933898"/>
                <a:gd name="connsiteX45" fmla="*/ 1606666 w 2150426"/>
                <a:gd name="connsiteY45" fmla="*/ 1901663 h 1933898"/>
                <a:gd name="connsiteX46" fmla="*/ 1604153 w 2150426"/>
                <a:gd name="connsiteY46" fmla="*/ 1902602 h 1933898"/>
                <a:gd name="connsiteX47" fmla="*/ 1579845 w 2150426"/>
                <a:gd name="connsiteY47" fmla="*/ 1915796 h 1933898"/>
                <a:gd name="connsiteX48" fmla="*/ 1490183 w 2150426"/>
                <a:gd name="connsiteY48" fmla="*/ 1933897 h 1933898"/>
                <a:gd name="connsiteX49" fmla="*/ 660243 w 2150426"/>
                <a:gd name="connsiteY49" fmla="*/ 1933898 h 1933898"/>
                <a:gd name="connsiteX50" fmla="*/ 531453 w 2150426"/>
                <a:gd name="connsiteY50" fmla="*/ 1894557 h 1933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2150426" h="1933898">
                  <a:moveTo>
                    <a:pt x="531453" y="1894557"/>
                  </a:moveTo>
                  <a:lnTo>
                    <a:pt x="523901" y="1888327"/>
                  </a:lnTo>
                  <a:lnTo>
                    <a:pt x="505804" y="1878396"/>
                  </a:lnTo>
                  <a:cubicBezTo>
                    <a:pt x="481930" y="1860358"/>
                    <a:pt x="461198" y="1837341"/>
                    <a:pt x="445296" y="1809798"/>
                  </a:cubicBezTo>
                  <a:lnTo>
                    <a:pt x="30326" y="1091048"/>
                  </a:lnTo>
                  <a:cubicBezTo>
                    <a:pt x="14424" y="1063505"/>
                    <a:pt x="4856" y="1034042"/>
                    <a:pt x="1172" y="1004348"/>
                  </a:cubicBezTo>
                  <a:lnTo>
                    <a:pt x="444" y="976700"/>
                  </a:lnTo>
                  <a:lnTo>
                    <a:pt x="0" y="974054"/>
                  </a:lnTo>
                  <a:lnTo>
                    <a:pt x="187" y="966943"/>
                  </a:lnTo>
                  <a:lnTo>
                    <a:pt x="0" y="959843"/>
                  </a:lnTo>
                  <a:lnTo>
                    <a:pt x="444" y="957201"/>
                  </a:lnTo>
                  <a:lnTo>
                    <a:pt x="1172" y="929549"/>
                  </a:lnTo>
                  <a:cubicBezTo>
                    <a:pt x="4856" y="899855"/>
                    <a:pt x="14423" y="870392"/>
                    <a:pt x="30326" y="842849"/>
                  </a:cubicBezTo>
                  <a:lnTo>
                    <a:pt x="445296" y="124100"/>
                  </a:lnTo>
                  <a:cubicBezTo>
                    <a:pt x="461198" y="96556"/>
                    <a:pt x="481929" y="73539"/>
                    <a:pt x="505804" y="55501"/>
                  </a:cubicBezTo>
                  <a:lnTo>
                    <a:pt x="529387" y="41045"/>
                  </a:lnTo>
                  <a:lnTo>
                    <a:pt x="531453" y="39340"/>
                  </a:lnTo>
                  <a:lnTo>
                    <a:pt x="537695" y="35952"/>
                  </a:lnTo>
                  <a:lnTo>
                    <a:pt x="543760" y="32234"/>
                  </a:lnTo>
                  <a:lnTo>
                    <a:pt x="546274" y="31296"/>
                  </a:lnTo>
                  <a:lnTo>
                    <a:pt x="570581" y="18102"/>
                  </a:lnTo>
                  <a:cubicBezTo>
                    <a:pt x="598139" y="6446"/>
                    <a:pt x="628439" y="0"/>
                    <a:pt x="660243" y="0"/>
                  </a:cubicBezTo>
                  <a:lnTo>
                    <a:pt x="1490183" y="0"/>
                  </a:lnTo>
                  <a:cubicBezTo>
                    <a:pt x="1521987" y="0"/>
                    <a:pt x="1552286" y="6446"/>
                    <a:pt x="1579845" y="18102"/>
                  </a:cubicBezTo>
                  <a:lnTo>
                    <a:pt x="1604154" y="31297"/>
                  </a:lnTo>
                  <a:lnTo>
                    <a:pt x="1606666" y="32234"/>
                  </a:lnTo>
                  <a:lnTo>
                    <a:pt x="1612726" y="35949"/>
                  </a:lnTo>
                  <a:lnTo>
                    <a:pt x="1618973" y="39340"/>
                  </a:lnTo>
                  <a:lnTo>
                    <a:pt x="1621041" y="41046"/>
                  </a:lnTo>
                  <a:lnTo>
                    <a:pt x="1644623" y="55501"/>
                  </a:lnTo>
                  <a:cubicBezTo>
                    <a:pt x="1668496" y="73539"/>
                    <a:pt x="1689228" y="96557"/>
                    <a:pt x="1705130" y="124100"/>
                  </a:cubicBezTo>
                  <a:lnTo>
                    <a:pt x="2120100" y="842849"/>
                  </a:lnTo>
                  <a:cubicBezTo>
                    <a:pt x="2136003" y="870393"/>
                    <a:pt x="2145570" y="899855"/>
                    <a:pt x="2149255" y="929550"/>
                  </a:cubicBezTo>
                  <a:lnTo>
                    <a:pt x="2149982" y="957198"/>
                  </a:lnTo>
                  <a:lnTo>
                    <a:pt x="2150426" y="959843"/>
                  </a:lnTo>
                  <a:lnTo>
                    <a:pt x="2150239" y="966953"/>
                  </a:lnTo>
                  <a:lnTo>
                    <a:pt x="2150426" y="974055"/>
                  </a:lnTo>
                  <a:lnTo>
                    <a:pt x="2149983" y="976697"/>
                  </a:lnTo>
                  <a:lnTo>
                    <a:pt x="2149255" y="1004348"/>
                  </a:lnTo>
                  <a:cubicBezTo>
                    <a:pt x="2145570" y="1034043"/>
                    <a:pt x="2136003" y="1063505"/>
                    <a:pt x="2120101" y="1091049"/>
                  </a:cubicBezTo>
                  <a:lnTo>
                    <a:pt x="1705131" y="1809798"/>
                  </a:lnTo>
                  <a:cubicBezTo>
                    <a:pt x="1689228" y="1837341"/>
                    <a:pt x="1668497" y="1860358"/>
                    <a:pt x="1644623" y="1878396"/>
                  </a:cubicBezTo>
                  <a:lnTo>
                    <a:pt x="1621040" y="1892852"/>
                  </a:lnTo>
                  <a:lnTo>
                    <a:pt x="1618973" y="1894557"/>
                  </a:lnTo>
                  <a:lnTo>
                    <a:pt x="1612730" y="1897947"/>
                  </a:lnTo>
                  <a:lnTo>
                    <a:pt x="1606666" y="1901663"/>
                  </a:lnTo>
                  <a:lnTo>
                    <a:pt x="1604153" y="1902602"/>
                  </a:lnTo>
                  <a:lnTo>
                    <a:pt x="1579845" y="1915796"/>
                  </a:lnTo>
                  <a:cubicBezTo>
                    <a:pt x="1552287" y="1927452"/>
                    <a:pt x="1521988" y="1933897"/>
                    <a:pt x="1490183" y="1933897"/>
                  </a:cubicBezTo>
                  <a:lnTo>
                    <a:pt x="660243" y="1933898"/>
                  </a:lnTo>
                  <a:cubicBezTo>
                    <a:pt x="612537" y="1933898"/>
                    <a:pt x="568217" y="1919395"/>
                    <a:pt x="531453" y="1894557"/>
                  </a:cubicBezTo>
                  <a:close/>
                </a:path>
              </a:pathLst>
            </a:custGeom>
            <a:solidFill>
              <a:srgbClr val="8FA4B7"/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</a:endParaRPr>
            </a:p>
          </p:txBody>
        </p:sp>
        <p:sp>
          <p:nvSpPr>
            <p:cNvPr id="25" name="TextBox 6"/>
            <p:cNvSpPr txBox="1"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4407063" y="2308822"/>
              <a:ext cx="808507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400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Impact" panose="020B0806030902050204" pitchFamily="34" charset="0"/>
                  <a:cs typeface="+mn-ea"/>
                </a:rPr>
                <a:t>W</a:t>
              </a:r>
              <a:endParaRPr kumimoji="0" lang="zh-CN" sz="400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Impact" panose="020B0806030902050204" pitchFamily="34" charset="0"/>
                <a:cs typeface="+mn-ea"/>
              </a:endParaRPr>
            </a:p>
          </p:txBody>
        </p:sp>
      </p:grpSp>
      <p:grpSp>
        <p:nvGrpSpPr>
          <p:cNvPr id="4" name="组合 3"/>
          <p:cNvGrpSpPr/>
          <p:nvPr>
            <p:custDataLst>
              <p:tags r:id="rId7"/>
            </p:custDataLst>
          </p:nvPr>
        </p:nvGrpSpPr>
        <p:grpSpPr>
          <a:xfrm>
            <a:off x="3962040" y="2975222"/>
            <a:ext cx="879404" cy="790857"/>
            <a:chOff x="3962040" y="2975222"/>
            <a:chExt cx="879404" cy="790857"/>
          </a:xfrm>
        </p:grpSpPr>
        <p:sp>
          <p:nvSpPr>
            <p:cNvPr id="22" name="任意多边形 21"/>
            <p:cNvSpPr/>
            <p:nvPr>
              <p:custDataLst>
                <p:tags r:id="rId8"/>
              </p:custDataLst>
            </p:nvPr>
          </p:nvSpPr>
          <p:spPr>
            <a:xfrm rot="1864238">
              <a:off x="3962040" y="2975222"/>
              <a:ext cx="879404" cy="790857"/>
            </a:xfrm>
            <a:custGeom>
              <a:avLst/>
              <a:gdLst>
                <a:gd name="connsiteX0" fmla="*/ 531453 w 2150426"/>
                <a:gd name="connsiteY0" fmla="*/ 1894557 h 1933898"/>
                <a:gd name="connsiteX1" fmla="*/ 523901 w 2150426"/>
                <a:gd name="connsiteY1" fmla="*/ 1888327 h 1933898"/>
                <a:gd name="connsiteX2" fmla="*/ 505804 w 2150426"/>
                <a:gd name="connsiteY2" fmla="*/ 1878396 h 1933898"/>
                <a:gd name="connsiteX3" fmla="*/ 445296 w 2150426"/>
                <a:gd name="connsiteY3" fmla="*/ 1809798 h 1933898"/>
                <a:gd name="connsiteX4" fmla="*/ 30326 w 2150426"/>
                <a:gd name="connsiteY4" fmla="*/ 1091048 h 1933898"/>
                <a:gd name="connsiteX5" fmla="*/ 1172 w 2150426"/>
                <a:gd name="connsiteY5" fmla="*/ 1004348 h 1933898"/>
                <a:gd name="connsiteX6" fmla="*/ 444 w 2150426"/>
                <a:gd name="connsiteY6" fmla="*/ 976700 h 1933898"/>
                <a:gd name="connsiteX7" fmla="*/ 0 w 2150426"/>
                <a:gd name="connsiteY7" fmla="*/ 974054 h 1933898"/>
                <a:gd name="connsiteX8" fmla="*/ 187 w 2150426"/>
                <a:gd name="connsiteY8" fmla="*/ 966943 h 1933898"/>
                <a:gd name="connsiteX9" fmla="*/ 0 w 2150426"/>
                <a:gd name="connsiteY9" fmla="*/ 959843 h 1933898"/>
                <a:gd name="connsiteX10" fmla="*/ 444 w 2150426"/>
                <a:gd name="connsiteY10" fmla="*/ 957201 h 1933898"/>
                <a:gd name="connsiteX11" fmla="*/ 1172 w 2150426"/>
                <a:gd name="connsiteY11" fmla="*/ 929549 h 1933898"/>
                <a:gd name="connsiteX12" fmla="*/ 30326 w 2150426"/>
                <a:gd name="connsiteY12" fmla="*/ 842849 h 1933898"/>
                <a:gd name="connsiteX13" fmla="*/ 445296 w 2150426"/>
                <a:gd name="connsiteY13" fmla="*/ 124100 h 1933898"/>
                <a:gd name="connsiteX14" fmla="*/ 505804 w 2150426"/>
                <a:gd name="connsiteY14" fmla="*/ 55501 h 1933898"/>
                <a:gd name="connsiteX15" fmla="*/ 529387 w 2150426"/>
                <a:gd name="connsiteY15" fmla="*/ 41045 h 1933898"/>
                <a:gd name="connsiteX16" fmla="*/ 531453 w 2150426"/>
                <a:gd name="connsiteY16" fmla="*/ 39340 h 1933898"/>
                <a:gd name="connsiteX17" fmla="*/ 537695 w 2150426"/>
                <a:gd name="connsiteY17" fmla="*/ 35952 h 1933898"/>
                <a:gd name="connsiteX18" fmla="*/ 543760 w 2150426"/>
                <a:gd name="connsiteY18" fmla="*/ 32234 h 1933898"/>
                <a:gd name="connsiteX19" fmla="*/ 546274 w 2150426"/>
                <a:gd name="connsiteY19" fmla="*/ 31296 h 1933898"/>
                <a:gd name="connsiteX20" fmla="*/ 570581 w 2150426"/>
                <a:gd name="connsiteY20" fmla="*/ 18102 h 1933898"/>
                <a:gd name="connsiteX21" fmla="*/ 660243 w 2150426"/>
                <a:gd name="connsiteY21" fmla="*/ 0 h 1933898"/>
                <a:gd name="connsiteX22" fmla="*/ 1490183 w 2150426"/>
                <a:gd name="connsiteY22" fmla="*/ 0 h 1933898"/>
                <a:gd name="connsiteX23" fmla="*/ 1579845 w 2150426"/>
                <a:gd name="connsiteY23" fmla="*/ 18102 h 1933898"/>
                <a:gd name="connsiteX24" fmla="*/ 1604154 w 2150426"/>
                <a:gd name="connsiteY24" fmla="*/ 31297 h 1933898"/>
                <a:gd name="connsiteX25" fmla="*/ 1606666 w 2150426"/>
                <a:gd name="connsiteY25" fmla="*/ 32234 h 1933898"/>
                <a:gd name="connsiteX26" fmla="*/ 1612726 w 2150426"/>
                <a:gd name="connsiteY26" fmla="*/ 35949 h 1933898"/>
                <a:gd name="connsiteX27" fmla="*/ 1618973 w 2150426"/>
                <a:gd name="connsiteY27" fmla="*/ 39340 h 1933898"/>
                <a:gd name="connsiteX28" fmla="*/ 1621041 w 2150426"/>
                <a:gd name="connsiteY28" fmla="*/ 41046 h 1933898"/>
                <a:gd name="connsiteX29" fmla="*/ 1644623 w 2150426"/>
                <a:gd name="connsiteY29" fmla="*/ 55501 h 1933898"/>
                <a:gd name="connsiteX30" fmla="*/ 1705130 w 2150426"/>
                <a:gd name="connsiteY30" fmla="*/ 124100 h 1933898"/>
                <a:gd name="connsiteX31" fmla="*/ 2120100 w 2150426"/>
                <a:gd name="connsiteY31" fmla="*/ 842849 h 1933898"/>
                <a:gd name="connsiteX32" fmla="*/ 2149255 w 2150426"/>
                <a:gd name="connsiteY32" fmla="*/ 929550 h 1933898"/>
                <a:gd name="connsiteX33" fmla="*/ 2149982 w 2150426"/>
                <a:gd name="connsiteY33" fmla="*/ 957198 h 1933898"/>
                <a:gd name="connsiteX34" fmla="*/ 2150426 w 2150426"/>
                <a:gd name="connsiteY34" fmla="*/ 959843 h 1933898"/>
                <a:gd name="connsiteX35" fmla="*/ 2150239 w 2150426"/>
                <a:gd name="connsiteY35" fmla="*/ 966953 h 1933898"/>
                <a:gd name="connsiteX36" fmla="*/ 2150426 w 2150426"/>
                <a:gd name="connsiteY36" fmla="*/ 974055 h 1933898"/>
                <a:gd name="connsiteX37" fmla="*/ 2149983 w 2150426"/>
                <a:gd name="connsiteY37" fmla="*/ 976697 h 1933898"/>
                <a:gd name="connsiteX38" fmla="*/ 2149255 w 2150426"/>
                <a:gd name="connsiteY38" fmla="*/ 1004348 h 1933898"/>
                <a:gd name="connsiteX39" fmla="*/ 2120101 w 2150426"/>
                <a:gd name="connsiteY39" fmla="*/ 1091049 h 1933898"/>
                <a:gd name="connsiteX40" fmla="*/ 1705131 w 2150426"/>
                <a:gd name="connsiteY40" fmla="*/ 1809798 h 1933898"/>
                <a:gd name="connsiteX41" fmla="*/ 1644623 w 2150426"/>
                <a:gd name="connsiteY41" fmla="*/ 1878396 h 1933898"/>
                <a:gd name="connsiteX42" fmla="*/ 1621040 w 2150426"/>
                <a:gd name="connsiteY42" fmla="*/ 1892852 h 1933898"/>
                <a:gd name="connsiteX43" fmla="*/ 1618973 w 2150426"/>
                <a:gd name="connsiteY43" fmla="*/ 1894557 h 1933898"/>
                <a:gd name="connsiteX44" fmla="*/ 1612730 w 2150426"/>
                <a:gd name="connsiteY44" fmla="*/ 1897947 h 1933898"/>
                <a:gd name="connsiteX45" fmla="*/ 1606666 w 2150426"/>
                <a:gd name="connsiteY45" fmla="*/ 1901663 h 1933898"/>
                <a:gd name="connsiteX46" fmla="*/ 1604153 w 2150426"/>
                <a:gd name="connsiteY46" fmla="*/ 1902602 h 1933898"/>
                <a:gd name="connsiteX47" fmla="*/ 1579845 w 2150426"/>
                <a:gd name="connsiteY47" fmla="*/ 1915796 h 1933898"/>
                <a:gd name="connsiteX48" fmla="*/ 1490183 w 2150426"/>
                <a:gd name="connsiteY48" fmla="*/ 1933897 h 1933898"/>
                <a:gd name="connsiteX49" fmla="*/ 660243 w 2150426"/>
                <a:gd name="connsiteY49" fmla="*/ 1933898 h 1933898"/>
                <a:gd name="connsiteX50" fmla="*/ 531453 w 2150426"/>
                <a:gd name="connsiteY50" fmla="*/ 1894557 h 1933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2150426" h="1933898">
                  <a:moveTo>
                    <a:pt x="531453" y="1894557"/>
                  </a:moveTo>
                  <a:lnTo>
                    <a:pt x="523901" y="1888327"/>
                  </a:lnTo>
                  <a:lnTo>
                    <a:pt x="505804" y="1878396"/>
                  </a:lnTo>
                  <a:cubicBezTo>
                    <a:pt x="481930" y="1860358"/>
                    <a:pt x="461198" y="1837341"/>
                    <a:pt x="445296" y="1809798"/>
                  </a:cubicBezTo>
                  <a:lnTo>
                    <a:pt x="30326" y="1091048"/>
                  </a:lnTo>
                  <a:cubicBezTo>
                    <a:pt x="14424" y="1063505"/>
                    <a:pt x="4856" y="1034042"/>
                    <a:pt x="1172" y="1004348"/>
                  </a:cubicBezTo>
                  <a:lnTo>
                    <a:pt x="444" y="976700"/>
                  </a:lnTo>
                  <a:lnTo>
                    <a:pt x="0" y="974054"/>
                  </a:lnTo>
                  <a:lnTo>
                    <a:pt x="187" y="966943"/>
                  </a:lnTo>
                  <a:lnTo>
                    <a:pt x="0" y="959843"/>
                  </a:lnTo>
                  <a:lnTo>
                    <a:pt x="444" y="957201"/>
                  </a:lnTo>
                  <a:lnTo>
                    <a:pt x="1172" y="929549"/>
                  </a:lnTo>
                  <a:cubicBezTo>
                    <a:pt x="4856" y="899855"/>
                    <a:pt x="14423" y="870392"/>
                    <a:pt x="30326" y="842849"/>
                  </a:cubicBezTo>
                  <a:lnTo>
                    <a:pt x="445296" y="124100"/>
                  </a:lnTo>
                  <a:cubicBezTo>
                    <a:pt x="461198" y="96556"/>
                    <a:pt x="481929" y="73539"/>
                    <a:pt x="505804" y="55501"/>
                  </a:cubicBezTo>
                  <a:lnTo>
                    <a:pt x="529387" y="41045"/>
                  </a:lnTo>
                  <a:lnTo>
                    <a:pt x="531453" y="39340"/>
                  </a:lnTo>
                  <a:lnTo>
                    <a:pt x="537695" y="35952"/>
                  </a:lnTo>
                  <a:lnTo>
                    <a:pt x="543760" y="32234"/>
                  </a:lnTo>
                  <a:lnTo>
                    <a:pt x="546274" y="31296"/>
                  </a:lnTo>
                  <a:lnTo>
                    <a:pt x="570581" y="18102"/>
                  </a:lnTo>
                  <a:cubicBezTo>
                    <a:pt x="598139" y="6446"/>
                    <a:pt x="628439" y="0"/>
                    <a:pt x="660243" y="0"/>
                  </a:cubicBezTo>
                  <a:lnTo>
                    <a:pt x="1490183" y="0"/>
                  </a:lnTo>
                  <a:cubicBezTo>
                    <a:pt x="1521987" y="0"/>
                    <a:pt x="1552286" y="6446"/>
                    <a:pt x="1579845" y="18102"/>
                  </a:cubicBezTo>
                  <a:lnTo>
                    <a:pt x="1604154" y="31297"/>
                  </a:lnTo>
                  <a:lnTo>
                    <a:pt x="1606666" y="32234"/>
                  </a:lnTo>
                  <a:lnTo>
                    <a:pt x="1612726" y="35949"/>
                  </a:lnTo>
                  <a:lnTo>
                    <a:pt x="1618973" y="39340"/>
                  </a:lnTo>
                  <a:lnTo>
                    <a:pt x="1621041" y="41046"/>
                  </a:lnTo>
                  <a:lnTo>
                    <a:pt x="1644623" y="55501"/>
                  </a:lnTo>
                  <a:cubicBezTo>
                    <a:pt x="1668496" y="73539"/>
                    <a:pt x="1689228" y="96557"/>
                    <a:pt x="1705130" y="124100"/>
                  </a:cubicBezTo>
                  <a:lnTo>
                    <a:pt x="2120100" y="842849"/>
                  </a:lnTo>
                  <a:cubicBezTo>
                    <a:pt x="2136003" y="870393"/>
                    <a:pt x="2145570" y="899855"/>
                    <a:pt x="2149255" y="929550"/>
                  </a:cubicBezTo>
                  <a:lnTo>
                    <a:pt x="2149982" y="957198"/>
                  </a:lnTo>
                  <a:lnTo>
                    <a:pt x="2150426" y="959843"/>
                  </a:lnTo>
                  <a:lnTo>
                    <a:pt x="2150239" y="966953"/>
                  </a:lnTo>
                  <a:lnTo>
                    <a:pt x="2150426" y="974055"/>
                  </a:lnTo>
                  <a:lnTo>
                    <a:pt x="2149983" y="976697"/>
                  </a:lnTo>
                  <a:lnTo>
                    <a:pt x="2149255" y="1004348"/>
                  </a:lnTo>
                  <a:cubicBezTo>
                    <a:pt x="2145570" y="1034043"/>
                    <a:pt x="2136003" y="1063505"/>
                    <a:pt x="2120101" y="1091049"/>
                  </a:cubicBezTo>
                  <a:lnTo>
                    <a:pt x="1705131" y="1809798"/>
                  </a:lnTo>
                  <a:cubicBezTo>
                    <a:pt x="1689228" y="1837341"/>
                    <a:pt x="1668497" y="1860358"/>
                    <a:pt x="1644623" y="1878396"/>
                  </a:cubicBezTo>
                  <a:lnTo>
                    <a:pt x="1621040" y="1892852"/>
                  </a:lnTo>
                  <a:lnTo>
                    <a:pt x="1618973" y="1894557"/>
                  </a:lnTo>
                  <a:lnTo>
                    <a:pt x="1612730" y="1897947"/>
                  </a:lnTo>
                  <a:lnTo>
                    <a:pt x="1606666" y="1901663"/>
                  </a:lnTo>
                  <a:lnTo>
                    <a:pt x="1604153" y="1902602"/>
                  </a:lnTo>
                  <a:lnTo>
                    <a:pt x="1579845" y="1915796"/>
                  </a:lnTo>
                  <a:cubicBezTo>
                    <a:pt x="1552287" y="1927452"/>
                    <a:pt x="1521988" y="1933897"/>
                    <a:pt x="1490183" y="1933897"/>
                  </a:cubicBezTo>
                  <a:lnTo>
                    <a:pt x="660243" y="1933898"/>
                  </a:lnTo>
                  <a:cubicBezTo>
                    <a:pt x="612537" y="1933898"/>
                    <a:pt x="568217" y="1919395"/>
                    <a:pt x="531453" y="1894557"/>
                  </a:cubicBezTo>
                  <a:close/>
                </a:path>
              </a:pathLst>
            </a:custGeom>
            <a:solidFill>
              <a:srgbClr val="577188"/>
            </a:solidFill>
            <a:ln w="158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  <a:cs typeface="+mn-ea"/>
              </a:endParaRPr>
            </a:p>
          </p:txBody>
        </p:sp>
        <p:sp>
          <p:nvSpPr>
            <p:cNvPr id="26" name="TextBox 6"/>
            <p:cNvSpPr txBox="1"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4002809" y="3016707"/>
              <a:ext cx="808507" cy="7078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r>
                <a:rPr kumimoji="0" lang="en-US" altLang="zh-CN" sz="400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latin typeface="Impact" panose="020B0806030902050204" pitchFamily="34" charset="0"/>
                  <a:cs typeface="+mn-ea"/>
                </a:rPr>
                <a:t>O</a:t>
              </a:r>
              <a:endParaRPr kumimoji="0" lang="zh-CN" sz="400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Impact" panose="020B0806030902050204" pitchFamily="34" charset="0"/>
                <a:cs typeface="+mn-ea"/>
              </a:endParaRPr>
            </a:p>
          </p:txBody>
        </p:sp>
      </p:grpSp>
      <p:sp>
        <p:nvSpPr>
          <p:cNvPr id="28" name="TextBox 6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4727740" y="1745127"/>
            <a:ext cx="1328549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0" lang="zh-CN" sz="140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后端</a:t>
            </a:r>
            <a:endParaRPr kumimoji="0" lang="zh-CN" sz="140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29" name="TextBox 6"/>
          <p:cNvSpPr txBox="1"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3009142" y="2456158"/>
            <a:ext cx="1518266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0" lang="zh-CN" sz="140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+mn-ea"/>
                <a:cs typeface="+mn-ea"/>
              </a:rPr>
              <a:t>前端</a:t>
            </a:r>
            <a:endParaRPr kumimoji="0" lang="zh-CN" sz="140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30" name="TextBox 6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4742846" y="3163989"/>
            <a:ext cx="1740198" cy="3067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rPr>
              <a:t>数据库</a:t>
            </a:r>
            <a:endParaRPr kumimoji="0" lang="zh-CN" sz="140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+mn-ea"/>
              <a:cs typeface="+mn-ea"/>
            </a:endParaRPr>
          </a:p>
        </p:txBody>
      </p:sp>
      <p:sp>
        <p:nvSpPr>
          <p:cNvPr id="33" name="TextBox 6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5268339" y="2269207"/>
            <a:ext cx="2790095" cy="598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HTML</a:t>
            </a:r>
            <a:r>
              <a:rPr lang="zh-CN" altLang="en-US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、</a:t>
            </a:r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CSS</a:t>
            </a:r>
            <a:r>
              <a:rPr lang="zh-CN" altLang="en-US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、</a:t>
            </a:r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JS</a:t>
            </a:r>
            <a:r>
              <a:rPr lang="zh-CN" altLang="en-US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、</a:t>
            </a:r>
            <a:r>
              <a:rPr lang="en-US" altLang="zh-CN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es6</a:t>
            </a:r>
            <a:r>
              <a:rPr lang="zh-CN" altLang="en-US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、</a:t>
            </a: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axios</a:t>
            </a:r>
            <a:r>
              <a:rPr lang="zh-CN" altLang="en-US" sz="11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、</a:t>
            </a: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Vue</a:t>
            </a:r>
            <a:r>
              <a:rPr lang="zh-CN" altLang="en-US" sz="11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、</a:t>
            </a: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ElementUI</a:t>
            </a:r>
            <a:endParaRPr lang="zh-CN" altLang="zh-CN" sz="11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35" name="TextBox 6"/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1291171" y="3006264"/>
            <a:ext cx="2790095" cy="852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MySql</a:t>
            </a:r>
            <a:r>
              <a:rPr lang="zh-CN" altLang="en-US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、</a:t>
            </a: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JDBC</a:t>
            </a:r>
            <a:r>
              <a:rPr lang="zh-CN" altLang="en-US" sz="11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连接池、</a:t>
            </a: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MyBatis</a:t>
            </a:r>
            <a:r>
              <a:rPr lang="zh-CN" altLang="en-US" sz="11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（注解</a:t>
            </a: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+</a:t>
            </a:r>
            <a:r>
              <a:rPr lang="zh-CN" altLang="en-US" sz="11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配置）</a:t>
            </a:r>
            <a:endParaRPr lang="zh-CN" altLang="en-US" sz="1100"/>
          </a:p>
          <a:p>
            <a:pPr algn="ctr">
              <a:lnSpc>
                <a:spcPct val="150000"/>
              </a:lnSpc>
            </a:pPr>
            <a:endParaRPr lang="zh-CN" altLang="zh-CN" sz="11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36" name="TextBox 6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1291171" y="1520062"/>
            <a:ext cx="2790095" cy="598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100" kern="0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泛型、</a:t>
            </a: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Servlet</a:t>
            </a:r>
            <a:r>
              <a:rPr lang="zh-CN" altLang="en-US" sz="11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、拦截器、过滤器、</a:t>
            </a: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spring</a:t>
            </a:r>
            <a:r>
              <a:rPr lang="zh-CN" altLang="en-US" sz="11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、</a:t>
            </a: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springMVC</a:t>
            </a:r>
            <a:r>
              <a:rPr lang="zh-CN" altLang="en-US" sz="11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、</a:t>
            </a:r>
            <a:r>
              <a:rPr lang="en-US" altLang="zh-CN" sz="11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SpringBoot</a:t>
            </a:r>
            <a:r>
              <a:rPr lang="zh-CN" altLang="en-US" sz="110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、单元测试</a:t>
            </a:r>
            <a:endParaRPr lang="zh-CN" altLang="zh-CN" sz="11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37" name="TextBox 6"/>
          <p:cNvSpPr txBox="1">
            <a:spLocks noChangeArrowheads="1"/>
          </p:cNvSpPr>
          <p:nvPr/>
        </p:nvSpPr>
        <p:spPr bwMode="auto">
          <a:xfrm>
            <a:off x="3473783" y="434492"/>
            <a:ext cx="205105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rPr>
              <a:t>温故知新</a:t>
            </a:r>
            <a:endParaRPr kumimoji="0" lang="zh-CN" sz="18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cs typeface="+mn-ea"/>
            </a:endParaRPr>
          </a:p>
        </p:txBody>
      </p:sp>
      <p:sp>
        <p:nvSpPr>
          <p:cNvPr id="38" name="TextBox 6"/>
          <p:cNvSpPr txBox="1">
            <a:spLocks noChangeArrowheads="1"/>
          </p:cNvSpPr>
          <p:nvPr/>
        </p:nvSpPr>
        <p:spPr bwMode="auto">
          <a:xfrm>
            <a:off x="3821045" y="752508"/>
            <a:ext cx="131597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20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 Narrow" panose="020B0606020202030204" pitchFamily="34" charset="0"/>
                <a:cs typeface="+mn-ea"/>
              </a:rPr>
              <a:t>YOUR TITLE HERE</a:t>
            </a:r>
            <a:endParaRPr kumimoji="0" lang="zh-CN" sz="1100" i="0" u="none" strike="noStrike" cap="none" normalizeH="0" baseline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Arial Narrow" panose="020B0606020202030204" pitchFamily="34" charset="0"/>
              <a:cs typeface="+mn-ea"/>
            </a:endParaRPr>
          </a:p>
        </p:txBody>
      </p:sp>
      <p:sp>
        <p:nvSpPr>
          <p:cNvPr id="6" name="TextBox 6"/>
          <p:cNvSpPr txBox="1">
            <a:spLocks noChangeArrowheads="1"/>
          </p:cNvSpPr>
          <p:nvPr/>
        </p:nvSpPr>
        <p:spPr bwMode="auto">
          <a:xfrm>
            <a:off x="914003" y="301951"/>
            <a:ext cx="13169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577188"/>
                </a:solidFill>
                <a:effectLst/>
                <a:latin typeface="+mn-ea"/>
                <a:cs typeface="+mn-ea"/>
              </a:rPr>
              <a:t>PART</a:t>
            </a:r>
            <a:endParaRPr kumimoji="0" lang="zh-CN" sz="1800" b="0" i="0" u="none" strike="noStrike" cap="none" normalizeH="0" baseline="0" dirty="0">
              <a:ln>
                <a:noFill/>
              </a:ln>
              <a:solidFill>
                <a:srgbClr val="577188"/>
              </a:solidFill>
              <a:effectLst/>
              <a:latin typeface="Arial" panose="020B0604020202020204" pitchFamily="34" charset="0"/>
              <a:cs typeface="+mn-ea"/>
            </a:endParaRPr>
          </a:p>
        </p:txBody>
      </p:sp>
      <p:sp>
        <p:nvSpPr>
          <p:cNvPr id="8" name="TextBox 6"/>
          <p:cNvSpPr txBox="1">
            <a:spLocks noChangeArrowheads="1"/>
          </p:cNvSpPr>
          <p:nvPr/>
        </p:nvSpPr>
        <p:spPr bwMode="auto">
          <a:xfrm>
            <a:off x="913881" y="588148"/>
            <a:ext cx="145058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4800" u="none" strike="noStrike" cap="none" normalizeH="0" baseline="0" dirty="0">
                <a:ln>
                  <a:noFill/>
                </a:ln>
                <a:solidFill>
                  <a:srgbClr val="577188"/>
                </a:solidFill>
                <a:effectLst/>
                <a:latin typeface="Impact" panose="020B0806030902050204" pitchFamily="34" charset="0"/>
                <a:cs typeface="+mn-ea"/>
              </a:rPr>
              <a:t>01</a:t>
            </a:r>
            <a:endParaRPr kumimoji="0" lang="zh-CN" sz="4400" u="none" strike="noStrike" cap="none" normalizeH="0" baseline="0" dirty="0">
              <a:ln>
                <a:noFill/>
              </a:ln>
              <a:solidFill>
                <a:srgbClr val="577188"/>
              </a:solidFill>
              <a:effectLst/>
              <a:latin typeface="Impact" panose="020B0806030902050204" pitchFamily="34" charset="0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2" presetClass="entr" presetSubtype="8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500"/>
                            </p:stCondLst>
                            <p:childTnLst>
                              <p:par>
                                <p:cTn id="8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8" grpId="1"/>
      <p:bldP spid="29" grpId="0"/>
      <p:bldP spid="29" grpId="1"/>
      <p:bldP spid="30" grpId="0"/>
      <p:bldP spid="30" grpId="1"/>
      <p:bldP spid="33" grpId="0"/>
      <p:bldP spid="33" grpId="1"/>
      <p:bldP spid="35" grpId="0"/>
      <p:bldP spid="35" grpId="1"/>
      <p:bldP spid="36" grpId="0"/>
      <p:bldP spid="36" grpId="1"/>
      <p:bldP spid="6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 10"/>
          <p:cNvSpPr/>
          <p:nvPr/>
        </p:nvSpPr>
        <p:spPr>
          <a:xfrm>
            <a:off x="3327964" y="1768430"/>
            <a:ext cx="2174825" cy="1955842"/>
          </a:xfrm>
          <a:custGeom>
            <a:avLst/>
            <a:gdLst>
              <a:gd name="connsiteX0" fmla="*/ 531453 w 2150426"/>
              <a:gd name="connsiteY0" fmla="*/ 1894557 h 1933898"/>
              <a:gd name="connsiteX1" fmla="*/ 523901 w 2150426"/>
              <a:gd name="connsiteY1" fmla="*/ 1888327 h 1933898"/>
              <a:gd name="connsiteX2" fmla="*/ 505804 w 2150426"/>
              <a:gd name="connsiteY2" fmla="*/ 1878396 h 1933898"/>
              <a:gd name="connsiteX3" fmla="*/ 445296 w 2150426"/>
              <a:gd name="connsiteY3" fmla="*/ 1809798 h 1933898"/>
              <a:gd name="connsiteX4" fmla="*/ 30326 w 2150426"/>
              <a:gd name="connsiteY4" fmla="*/ 1091048 h 1933898"/>
              <a:gd name="connsiteX5" fmla="*/ 1172 w 2150426"/>
              <a:gd name="connsiteY5" fmla="*/ 1004348 h 1933898"/>
              <a:gd name="connsiteX6" fmla="*/ 444 w 2150426"/>
              <a:gd name="connsiteY6" fmla="*/ 976700 h 1933898"/>
              <a:gd name="connsiteX7" fmla="*/ 0 w 2150426"/>
              <a:gd name="connsiteY7" fmla="*/ 974054 h 1933898"/>
              <a:gd name="connsiteX8" fmla="*/ 187 w 2150426"/>
              <a:gd name="connsiteY8" fmla="*/ 966943 h 1933898"/>
              <a:gd name="connsiteX9" fmla="*/ 0 w 2150426"/>
              <a:gd name="connsiteY9" fmla="*/ 959843 h 1933898"/>
              <a:gd name="connsiteX10" fmla="*/ 444 w 2150426"/>
              <a:gd name="connsiteY10" fmla="*/ 957201 h 1933898"/>
              <a:gd name="connsiteX11" fmla="*/ 1172 w 2150426"/>
              <a:gd name="connsiteY11" fmla="*/ 929549 h 1933898"/>
              <a:gd name="connsiteX12" fmla="*/ 30326 w 2150426"/>
              <a:gd name="connsiteY12" fmla="*/ 842849 h 1933898"/>
              <a:gd name="connsiteX13" fmla="*/ 445296 w 2150426"/>
              <a:gd name="connsiteY13" fmla="*/ 124100 h 1933898"/>
              <a:gd name="connsiteX14" fmla="*/ 505804 w 2150426"/>
              <a:gd name="connsiteY14" fmla="*/ 55501 h 1933898"/>
              <a:gd name="connsiteX15" fmla="*/ 529387 w 2150426"/>
              <a:gd name="connsiteY15" fmla="*/ 41045 h 1933898"/>
              <a:gd name="connsiteX16" fmla="*/ 531453 w 2150426"/>
              <a:gd name="connsiteY16" fmla="*/ 39340 h 1933898"/>
              <a:gd name="connsiteX17" fmla="*/ 537695 w 2150426"/>
              <a:gd name="connsiteY17" fmla="*/ 35952 h 1933898"/>
              <a:gd name="connsiteX18" fmla="*/ 543760 w 2150426"/>
              <a:gd name="connsiteY18" fmla="*/ 32234 h 1933898"/>
              <a:gd name="connsiteX19" fmla="*/ 546274 w 2150426"/>
              <a:gd name="connsiteY19" fmla="*/ 31296 h 1933898"/>
              <a:gd name="connsiteX20" fmla="*/ 570581 w 2150426"/>
              <a:gd name="connsiteY20" fmla="*/ 18102 h 1933898"/>
              <a:gd name="connsiteX21" fmla="*/ 660243 w 2150426"/>
              <a:gd name="connsiteY21" fmla="*/ 0 h 1933898"/>
              <a:gd name="connsiteX22" fmla="*/ 1490183 w 2150426"/>
              <a:gd name="connsiteY22" fmla="*/ 0 h 1933898"/>
              <a:gd name="connsiteX23" fmla="*/ 1579845 w 2150426"/>
              <a:gd name="connsiteY23" fmla="*/ 18102 h 1933898"/>
              <a:gd name="connsiteX24" fmla="*/ 1604154 w 2150426"/>
              <a:gd name="connsiteY24" fmla="*/ 31297 h 1933898"/>
              <a:gd name="connsiteX25" fmla="*/ 1606666 w 2150426"/>
              <a:gd name="connsiteY25" fmla="*/ 32234 h 1933898"/>
              <a:gd name="connsiteX26" fmla="*/ 1612726 w 2150426"/>
              <a:gd name="connsiteY26" fmla="*/ 35949 h 1933898"/>
              <a:gd name="connsiteX27" fmla="*/ 1618973 w 2150426"/>
              <a:gd name="connsiteY27" fmla="*/ 39340 h 1933898"/>
              <a:gd name="connsiteX28" fmla="*/ 1621041 w 2150426"/>
              <a:gd name="connsiteY28" fmla="*/ 41046 h 1933898"/>
              <a:gd name="connsiteX29" fmla="*/ 1644623 w 2150426"/>
              <a:gd name="connsiteY29" fmla="*/ 55501 h 1933898"/>
              <a:gd name="connsiteX30" fmla="*/ 1705130 w 2150426"/>
              <a:gd name="connsiteY30" fmla="*/ 124100 h 1933898"/>
              <a:gd name="connsiteX31" fmla="*/ 2120100 w 2150426"/>
              <a:gd name="connsiteY31" fmla="*/ 842849 h 1933898"/>
              <a:gd name="connsiteX32" fmla="*/ 2149255 w 2150426"/>
              <a:gd name="connsiteY32" fmla="*/ 929550 h 1933898"/>
              <a:gd name="connsiteX33" fmla="*/ 2149982 w 2150426"/>
              <a:gd name="connsiteY33" fmla="*/ 957198 h 1933898"/>
              <a:gd name="connsiteX34" fmla="*/ 2150426 w 2150426"/>
              <a:gd name="connsiteY34" fmla="*/ 959843 h 1933898"/>
              <a:gd name="connsiteX35" fmla="*/ 2150239 w 2150426"/>
              <a:gd name="connsiteY35" fmla="*/ 966953 h 1933898"/>
              <a:gd name="connsiteX36" fmla="*/ 2150426 w 2150426"/>
              <a:gd name="connsiteY36" fmla="*/ 974055 h 1933898"/>
              <a:gd name="connsiteX37" fmla="*/ 2149983 w 2150426"/>
              <a:gd name="connsiteY37" fmla="*/ 976697 h 1933898"/>
              <a:gd name="connsiteX38" fmla="*/ 2149255 w 2150426"/>
              <a:gd name="connsiteY38" fmla="*/ 1004348 h 1933898"/>
              <a:gd name="connsiteX39" fmla="*/ 2120101 w 2150426"/>
              <a:gd name="connsiteY39" fmla="*/ 1091049 h 1933898"/>
              <a:gd name="connsiteX40" fmla="*/ 1705131 w 2150426"/>
              <a:gd name="connsiteY40" fmla="*/ 1809798 h 1933898"/>
              <a:gd name="connsiteX41" fmla="*/ 1644623 w 2150426"/>
              <a:gd name="connsiteY41" fmla="*/ 1878396 h 1933898"/>
              <a:gd name="connsiteX42" fmla="*/ 1621040 w 2150426"/>
              <a:gd name="connsiteY42" fmla="*/ 1892852 h 1933898"/>
              <a:gd name="connsiteX43" fmla="*/ 1618973 w 2150426"/>
              <a:gd name="connsiteY43" fmla="*/ 1894557 h 1933898"/>
              <a:gd name="connsiteX44" fmla="*/ 1612730 w 2150426"/>
              <a:gd name="connsiteY44" fmla="*/ 1897947 h 1933898"/>
              <a:gd name="connsiteX45" fmla="*/ 1606666 w 2150426"/>
              <a:gd name="connsiteY45" fmla="*/ 1901663 h 1933898"/>
              <a:gd name="connsiteX46" fmla="*/ 1604153 w 2150426"/>
              <a:gd name="connsiteY46" fmla="*/ 1902602 h 1933898"/>
              <a:gd name="connsiteX47" fmla="*/ 1579845 w 2150426"/>
              <a:gd name="connsiteY47" fmla="*/ 1915796 h 1933898"/>
              <a:gd name="connsiteX48" fmla="*/ 1490183 w 2150426"/>
              <a:gd name="connsiteY48" fmla="*/ 1933897 h 1933898"/>
              <a:gd name="connsiteX49" fmla="*/ 660243 w 2150426"/>
              <a:gd name="connsiteY49" fmla="*/ 1933898 h 1933898"/>
              <a:gd name="connsiteX50" fmla="*/ 531453 w 2150426"/>
              <a:gd name="connsiteY50" fmla="*/ 1894557 h 19338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2150426" h="1933898">
                <a:moveTo>
                  <a:pt x="531453" y="1894557"/>
                </a:moveTo>
                <a:lnTo>
                  <a:pt x="523901" y="1888327"/>
                </a:lnTo>
                <a:lnTo>
                  <a:pt x="505804" y="1878396"/>
                </a:lnTo>
                <a:cubicBezTo>
                  <a:pt x="481930" y="1860358"/>
                  <a:pt x="461198" y="1837341"/>
                  <a:pt x="445296" y="1809798"/>
                </a:cubicBezTo>
                <a:lnTo>
                  <a:pt x="30326" y="1091048"/>
                </a:lnTo>
                <a:cubicBezTo>
                  <a:pt x="14424" y="1063505"/>
                  <a:pt x="4856" y="1034042"/>
                  <a:pt x="1172" y="1004348"/>
                </a:cubicBezTo>
                <a:lnTo>
                  <a:pt x="444" y="976700"/>
                </a:lnTo>
                <a:lnTo>
                  <a:pt x="0" y="974054"/>
                </a:lnTo>
                <a:lnTo>
                  <a:pt x="187" y="966943"/>
                </a:lnTo>
                <a:lnTo>
                  <a:pt x="0" y="959843"/>
                </a:lnTo>
                <a:lnTo>
                  <a:pt x="444" y="957201"/>
                </a:lnTo>
                <a:lnTo>
                  <a:pt x="1172" y="929549"/>
                </a:lnTo>
                <a:cubicBezTo>
                  <a:pt x="4856" y="899855"/>
                  <a:pt x="14423" y="870392"/>
                  <a:pt x="30326" y="842849"/>
                </a:cubicBezTo>
                <a:lnTo>
                  <a:pt x="445296" y="124100"/>
                </a:lnTo>
                <a:cubicBezTo>
                  <a:pt x="461198" y="96556"/>
                  <a:pt x="481929" y="73539"/>
                  <a:pt x="505804" y="55501"/>
                </a:cubicBezTo>
                <a:lnTo>
                  <a:pt x="529387" y="41045"/>
                </a:lnTo>
                <a:lnTo>
                  <a:pt x="531453" y="39340"/>
                </a:lnTo>
                <a:lnTo>
                  <a:pt x="537695" y="35952"/>
                </a:lnTo>
                <a:lnTo>
                  <a:pt x="543760" y="32234"/>
                </a:lnTo>
                <a:lnTo>
                  <a:pt x="546274" y="31296"/>
                </a:lnTo>
                <a:lnTo>
                  <a:pt x="570581" y="18102"/>
                </a:lnTo>
                <a:cubicBezTo>
                  <a:pt x="598139" y="6446"/>
                  <a:pt x="628439" y="0"/>
                  <a:pt x="660243" y="0"/>
                </a:cubicBezTo>
                <a:lnTo>
                  <a:pt x="1490183" y="0"/>
                </a:lnTo>
                <a:cubicBezTo>
                  <a:pt x="1521987" y="0"/>
                  <a:pt x="1552286" y="6446"/>
                  <a:pt x="1579845" y="18102"/>
                </a:cubicBezTo>
                <a:lnTo>
                  <a:pt x="1604154" y="31297"/>
                </a:lnTo>
                <a:lnTo>
                  <a:pt x="1606666" y="32234"/>
                </a:lnTo>
                <a:lnTo>
                  <a:pt x="1612726" y="35949"/>
                </a:lnTo>
                <a:lnTo>
                  <a:pt x="1618973" y="39340"/>
                </a:lnTo>
                <a:lnTo>
                  <a:pt x="1621041" y="41046"/>
                </a:lnTo>
                <a:lnTo>
                  <a:pt x="1644623" y="55501"/>
                </a:lnTo>
                <a:cubicBezTo>
                  <a:pt x="1668496" y="73539"/>
                  <a:pt x="1689228" y="96557"/>
                  <a:pt x="1705130" y="124100"/>
                </a:cubicBezTo>
                <a:lnTo>
                  <a:pt x="2120100" y="842849"/>
                </a:lnTo>
                <a:cubicBezTo>
                  <a:pt x="2136003" y="870393"/>
                  <a:pt x="2145570" y="899855"/>
                  <a:pt x="2149255" y="929550"/>
                </a:cubicBezTo>
                <a:lnTo>
                  <a:pt x="2149982" y="957198"/>
                </a:lnTo>
                <a:lnTo>
                  <a:pt x="2150426" y="959843"/>
                </a:lnTo>
                <a:lnTo>
                  <a:pt x="2150239" y="966953"/>
                </a:lnTo>
                <a:lnTo>
                  <a:pt x="2150426" y="974055"/>
                </a:lnTo>
                <a:lnTo>
                  <a:pt x="2149983" y="976697"/>
                </a:lnTo>
                <a:lnTo>
                  <a:pt x="2149255" y="1004348"/>
                </a:lnTo>
                <a:cubicBezTo>
                  <a:pt x="2145570" y="1034043"/>
                  <a:pt x="2136003" y="1063505"/>
                  <a:pt x="2120101" y="1091049"/>
                </a:cubicBezTo>
                <a:lnTo>
                  <a:pt x="1705131" y="1809798"/>
                </a:lnTo>
                <a:cubicBezTo>
                  <a:pt x="1689228" y="1837341"/>
                  <a:pt x="1668497" y="1860358"/>
                  <a:pt x="1644623" y="1878396"/>
                </a:cubicBezTo>
                <a:lnTo>
                  <a:pt x="1621040" y="1892852"/>
                </a:lnTo>
                <a:lnTo>
                  <a:pt x="1618973" y="1894557"/>
                </a:lnTo>
                <a:lnTo>
                  <a:pt x="1612730" y="1897947"/>
                </a:lnTo>
                <a:lnTo>
                  <a:pt x="1606666" y="1901663"/>
                </a:lnTo>
                <a:lnTo>
                  <a:pt x="1604153" y="1902602"/>
                </a:lnTo>
                <a:lnTo>
                  <a:pt x="1579845" y="1915796"/>
                </a:lnTo>
                <a:cubicBezTo>
                  <a:pt x="1552287" y="1927452"/>
                  <a:pt x="1521988" y="1933897"/>
                  <a:pt x="1490183" y="1933897"/>
                </a:cubicBezTo>
                <a:lnTo>
                  <a:pt x="660243" y="1933898"/>
                </a:lnTo>
                <a:cubicBezTo>
                  <a:pt x="612537" y="1933898"/>
                  <a:pt x="568217" y="1919395"/>
                  <a:pt x="531453" y="1894557"/>
                </a:cubicBezTo>
                <a:close/>
              </a:path>
            </a:pathLst>
          </a:custGeom>
          <a:noFill/>
          <a:ln w="25400">
            <a:solidFill>
              <a:srgbClr val="5771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3978574" y="2152135"/>
            <a:ext cx="871299" cy="972044"/>
            <a:chOff x="3632200" y="2209800"/>
            <a:chExt cx="508000" cy="566738"/>
          </a:xfrm>
          <a:solidFill>
            <a:srgbClr val="8FA4B7"/>
          </a:solidFill>
        </p:grpSpPr>
        <p:sp>
          <p:nvSpPr>
            <p:cNvPr id="28" name="Freeform 57"/>
            <p:cNvSpPr/>
            <p:nvPr/>
          </p:nvSpPr>
          <p:spPr bwMode="auto">
            <a:xfrm>
              <a:off x="3795713" y="2339975"/>
              <a:ext cx="184150" cy="28575"/>
            </a:xfrm>
            <a:custGeom>
              <a:avLst/>
              <a:gdLst>
                <a:gd name="T0" fmla="*/ 6 w 72"/>
                <a:gd name="T1" fmla="*/ 0 h 11"/>
                <a:gd name="T2" fmla="*/ 0 w 72"/>
                <a:gd name="T3" fmla="*/ 6 h 11"/>
                <a:gd name="T4" fmla="*/ 6 w 72"/>
                <a:gd name="T5" fmla="*/ 11 h 11"/>
                <a:gd name="T6" fmla="*/ 65 w 72"/>
                <a:gd name="T7" fmla="*/ 11 h 11"/>
                <a:gd name="T8" fmla="*/ 72 w 72"/>
                <a:gd name="T9" fmla="*/ 6 h 11"/>
                <a:gd name="T10" fmla="*/ 65 w 72"/>
                <a:gd name="T11" fmla="*/ 0 h 11"/>
                <a:gd name="T12" fmla="*/ 6 w 72"/>
                <a:gd name="T1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11">
                  <a:moveTo>
                    <a:pt x="6" y="0"/>
                  </a:moveTo>
                  <a:cubicBezTo>
                    <a:pt x="3" y="0"/>
                    <a:pt x="0" y="3"/>
                    <a:pt x="0" y="6"/>
                  </a:cubicBezTo>
                  <a:cubicBezTo>
                    <a:pt x="0" y="9"/>
                    <a:pt x="3" y="11"/>
                    <a:pt x="6" y="11"/>
                  </a:cubicBezTo>
                  <a:cubicBezTo>
                    <a:pt x="65" y="11"/>
                    <a:pt x="65" y="11"/>
                    <a:pt x="65" y="11"/>
                  </a:cubicBezTo>
                  <a:cubicBezTo>
                    <a:pt x="69" y="11"/>
                    <a:pt x="72" y="9"/>
                    <a:pt x="72" y="6"/>
                  </a:cubicBezTo>
                  <a:cubicBezTo>
                    <a:pt x="72" y="3"/>
                    <a:pt x="69" y="0"/>
                    <a:pt x="65" y="0"/>
                  </a:cubicBezTo>
                  <a:lnTo>
                    <a:pt x="6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9" name="Freeform 58"/>
            <p:cNvSpPr/>
            <p:nvPr/>
          </p:nvSpPr>
          <p:spPr bwMode="auto">
            <a:xfrm>
              <a:off x="3725863" y="2209800"/>
              <a:ext cx="334962" cy="112712"/>
            </a:xfrm>
            <a:custGeom>
              <a:avLst/>
              <a:gdLst>
                <a:gd name="T0" fmla="*/ 30 w 131"/>
                <a:gd name="T1" fmla="*/ 44 h 44"/>
                <a:gd name="T2" fmla="*/ 63 w 131"/>
                <a:gd name="T3" fmla="*/ 44 h 44"/>
                <a:gd name="T4" fmla="*/ 64 w 131"/>
                <a:gd name="T5" fmla="*/ 44 h 44"/>
                <a:gd name="T6" fmla="*/ 96 w 131"/>
                <a:gd name="T7" fmla="*/ 44 h 44"/>
                <a:gd name="T8" fmla="*/ 113 w 131"/>
                <a:gd name="T9" fmla="*/ 11 h 44"/>
                <a:gd name="T10" fmla="*/ 93 w 131"/>
                <a:gd name="T11" fmla="*/ 8 h 44"/>
                <a:gd name="T12" fmla="*/ 75 w 131"/>
                <a:gd name="T13" fmla="*/ 28 h 44"/>
                <a:gd name="T14" fmla="*/ 83 w 131"/>
                <a:gd name="T15" fmla="*/ 3 h 44"/>
                <a:gd name="T16" fmla="*/ 63 w 131"/>
                <a:gd name="T17" fmla="*/ 0 h 44"/>
                <a:gd name="T18" fmla="*/ 44 w 131"/>
                <a:gd name="T19" fmla="*/ 3 h 44"/>
                <a:gd name="T20" fmla="*/ 51 w 131"/>
                <a:gd name="T21" fmla="*/ 28 h 44"/>
                <a:gd name="T22" fmla="*/ 34 w 131"/>
                <a:gd name="T23" fmla="*/ 8 h 44"/>
                <a:gd name="T24" fmla="*/ 14 w 131"/>
                <a:gd name="T25" fmla="*/ 11 h 44"/>
                <a:gd name="T26" fmla="*/ 30 w 131"/>
                <a:gd name="T27" fmla="*/ 4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31" h="44">
                  <a:moveTo>
                    <a:pt x="30" y="44"/>
                  </a:moveTo>
                  <a:cubicBezTo>
                    <a:pt x="63" y="44"/>
                    <a:pt x="63" y="44"/>
                    <a:pt x="63" y="44"/>
                  </a:cubicBezTo>
                  <a:cubicBezTo>
                    <a:pt x="64" y="44"/>
                    <a:pt x="64" y="44"/>
                    <a:pt x="64" y="44"/>
                  </a:cubicBezTo>
                  <a:cubicBezTo>
                    <a:pt x="96" y="44"/>
                    <a:pt x="96" y="44"/>
                    <a:pt x="96" y="44"/>
                  </a:cubicBezTo>
                  <a:cubicBezTo>
                    <a:pt x="106" y="15"/>
                    <a:pt x="131" y="19"/>
                    <a:pt x="113" y="11"/>
                  </a:cubicBezTo>
                  <a:cubicBezTo>
                    <a:pt x="108" y="9"/>
                    <a:pt x="96" y="5"/>
                    <a:pt x="93" y="8"/>
                  </a:cubicBezTo>
                  <a:cubicBezTo>
                    <a:pt x="89" y="11"/>
                    <a:pt x="85" y="27"/>
                    <a:pt x="75" y="28"/>
                  </a:cubicBezTo>
                  <a:cubicBezTo>
                    <a:pt x="76" y="23"/>
                    <a:pt x="87" y="8"/>
                    <a:pt x="83" y="3"/>
                  </a:cubicBezTo>
                  <a:cubicBezTo>
                    <a:pt x="80" y="0"/>
                    <a:pt x="67" y="0"/>
                    <a:pt x="63" y="0"/>
                  </a:cubicBezTo>
                  <a:cubicBezTo>
                    <a:pt x="60" y="0"/>
                    <a:pt x="46" y="0"/>
                    <a:pt x="44" y="3"/>
                  </a:cubicBezTo>
                  <a:cubicBezTo>
                    <a:pt x="40" y="8"/>
                    <a:pt x="50" y="23"/>
                    <a:pt x="51" y="28"/>
                  </a:cubicBezTo>
                  <a:cubicBezTo>
                    <a:pt x="41" y="27"/>
                    <a:pt x="37" y="11"/>
                    <a:pt x="34" y="8"/>
                  </a:cubicBezTo>
                  <a:cubicBezTo>
                    <a:pt x="30" y="5"/>
                    <a:pt x="18" y="7"/>
                    <a:pt x="14" y="11"/>
                  </a:cubicBezTo>
                  <a:cubicBezTo>
                    <a:pt x="0" y="24"/>
                    <a:pt x="20" y="15"/>
                    <a:pt x="30" y="4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0" name="Freeform 111"/>
            <p:cNvSpPr/>
            <p:nvPr/>
          </p:nvSpPr>
          <p:spPr bwMode="auto">
            <a:xfrm>
              <a:off x="3824288" y="2482850"/>
              <a:ext cx="39687" cy="66675"/>
            </a:xfrm>
            <a:custGeom>
              <a:avLst/>
              <a:gdLst>
                <a:gd name="T0" fmla="*/ 3 w 16"/>
                <a:gd name="T1" fmla="*/ 18 h 26"/>
                <a:gd name="T2" fmla="*/ 14 w 16"/>
                <a:gd name="T3" fmla="*/ 25 h 26"/>
                <a:gd name="T4" fmla="*/ 16 w 16"/>
                <a:gd name="T5" fmla="*/ 26 h 26"/>
                <a:gd name="T6" fmla="*/ 16 w 16"/>
                <a:gd name="T7" fmla="*/ 0 h 26"/>
                <a:gd name="T8" fmla="*/ 5 w 16"/>
                <a:gd name="T9" fmla="*/ 4 h 26"/>
                <a:gd name="T10" fmla="*/ 3 w 16"/>
                <a:gd name="T11" fmla="*/ 18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" h="26">
                  <a:moveTo>
                    <a:pt x="3" y="18"/>
                  </a:moveTo>
                  <a:cubicBezTo>
                    <a:pt x="5" y="22"/>
                    <a:pt x="9" y="23"/>
                    <a:pt x="14" y="25"/>
                  </a:cubicBezTo>
                  <a:cubicBezTo>
                    <a:pt x="14" y="25"/>
                    <a:pt x="15" y="26"/>
                    <a:pt x="16" y="26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2" y="0"/>
                    <a:pt x="8" y="1"/>
                    <a:pt x="5" y="4"/>
                  </a:cubicBezTo>
                  <a:cubicBezTo>
                    <a:pt x="0" y="7"/>
                    <a:pt x="0" y="14"/>
                    <a:pt x="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1" name="Freeform 112"/>
            <p:cNvSpPr/>
            <p:nvPr/>
          </p:nvSpPr>
          <p:spPr bwMode="auto">
            <a:xfrm>
              <a:off x="3900488" y="2597150"/>
              <a:ext cx="47625" cy="71437"/>
            </a:xfrm>
            <a:custGeom>
              <a:avLst/>
              <a:gdLst>
                <a:gd name="T0" fmla="*/ 7 w 19"/>
                <a:gd name="T1" fmla="*/ 3 h 28"/>
                <a:gd name="T2" fmla="*/ 0 w 19"/>
                <a:gd name="T3" fmla="*/ 0 h 28"/>
                <a:gd name="T4" fmla="*/ 0 w 19"/>
                <a:gd name="T5" fmla="*/ 28 h 28"/>
                <a:gd name="T6" fmla="*/ 13 w 19"/>
                <a:gd name="T7" fmla="*/ 24 h 28"/>
                <a:gd name="T8" fmla="*/ 16 w 19"/>
                <a:gd name="T9" fmla="*/ 10 h 28"/>
                <a:gd name="T10" fmla="*/ 7 w 19"/>
                <a:gd name="T11" fmla="*/ 3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8">
                  <a:moveTo>
                    <a:pt x="7" y="3"/>
                  </a:moveTo>
                  <a:cubicBezTo>
                    <a:pt x="6" y="3"/>
                    <a:pt x="4" y="2"/>
                    <a:pt x="0" y="0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5" y="28"/>
                    <a:pt x="10" y="27"/>
                    <a:pt x="13" y="24"/>
                  </a:cubicBezTo>
                  <a:cubicBezTo>
                    <a:pt x="18" y="21"/>
                    <a:pt x="19" y="15"/>
                    <a:pt x="16" y="10"/>
                  </a:cubicBezTo>
                  <a:cubicBezTo>
                    <a:pt x="14" y="7"/>
                    <a:pt x="11" y="5"/>
                    <a:pt x="7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2" name="Freeform 113"/>
            <p:cNvSpPr>
              <a:spLocks noEditPoints="1"/>
            </p:cNvSpPr>
            <p:nvPr/>
          </p:nvSpPr>
          <p:spPr bwMode="auto">
            <a:xfrm>
              <a:off x="3632200" y="2382838"/>
              <a:ext cx="508000" cy="393700"/>
            </a:xfrm>
            <a:custGeom>
              <a:avLst/>
              <a:gdLst>
                <a:gd name="T0" fmla="*/ 134 w 199"/>
                <a:gd name="T1" fmla="*/ 0 h 154"/>
                <a:gd name="T2" fmla="*/ 102 w 199"/>
                <a:gd name="T3" fmla="*/ 0 h 154"/>
                <a:gd name="T4" fmla="*/ 98 w 199"/>
                <a:gd name="T5" fmla="*/ 0 h 154"/>
                <a:gd name="T6" fmla="*/ 66 w 199"/>
                <a:gd name="T7" fmla="*/ 0 h 154"/>
                <a:gd name="T8" fmla="*/ 1 w 199"/>
                <a:gd name="T9" fmla="*/ 99 h 154"/>
                <a:gd name="T10" fmla="*/ 100 w 199"/>
                <a:gd name="T11" fmla="*/ 154 h 154"/>
                <a:gd name="T12" fmla="*/ 100 w 199"/>
                <a:gd name="T13" fmla="*/ 154 h 154"/>
                <a:gd name="T14" fmla="*/ 100 w 199"/>
                <a:gd name="T15" fmla="*/ 154 h 154"/>
                <a:gd name="T16" fmla="*/ 199 w 199"/>
                <a:gd name="T17" fmla="*/ 99 h 154"/>
                <a:gd name="T18" fmla="*/ 134 w 199"/>
                <a:gd name="T19" fmla="*/ 0 h 154"/>
                <a:gd name="T20" fmla="*/ 129 w 199"/>
                <a:gd name="T21" fmla="*/ 116 h 154"/>
                <a:gd name="T22" fmla="*/ 105 w 199"/>
                <a:gd name="T23" fmla="*/ 123 h 154"/>
                <a:gd name="T24" fmla="*/ 105 w 199"/>
                <a:gd name="T25" fmla="*/ 129 h 154"/>
                <a:gd name="T26" fmla="*/ 103 w 199"/>
                <a:gd name="T27" fmla="*/ 131 h 154"/>
                <a:gd name="T28" fmla="*/ 94 w 199"/>
                <a:gd name="T29" fmla="*/ 131 h 154"/>
                <a:gd name="T30" fmla="*/ 91 w 199"/>
                <a:gd name="T31" fmla="*/ 129 h 154"/>
                <a:gd name="T32" fmla="*/ 91 w 199"/>
                <a:gd name="T33" fmla="*/ 122 h 154"/>
                <a:gd name="T34" fmla="*/ 62 w 199"/>
                <a:gd name="T35" fmla="*/ 109 h 154"/>
                <a:gd name="T36" fmla="*/ 73 w 199"/>
                <a:gd name="T37" fmla="*/ 101 h 154"/>
                <a:gd name="T38" fmla="*/ 74 w 199"/>
                <a:gd name="T39" fmla="*/ 102 h 154"/>
                <a:gd name="T40" fmla="*/ 74 w 199"/>
                <a:gd name="T41" fmla="*/ 102 h 154"/>
                <a:gd name="T42" fmla="*/ 76 w 199"/>
                <a:gd name="T43" fmla="*/ 103 h 154"/>
                <a:gd name="T44" fmla="*/ 86 w 199"/>
                <a:gd name="T45" fmla="*/ 109 h 154"/>
                <a:gd name="T46" fmla="*/ 91 w 199"/>
                <a:gd name="T47" fmla="*/ 110 h 154"/>
                <a:gd name="T48" fmla="*/ 91 w 199"/>
                <a:gd name="T49" fmla="*/ 79 h 154"/>
                <a:gd name="T50" fmla="*/ 75 w 199"/>
                <a:gd name="T51" fmla="*/ 72 h 154"/>
                <a:gd name="T52" fmla="*/ 65 w 199"/>
                <a:gd name="T53" fmla="*/ 62 h 154"/>
                <a:gd name="T54" fmla="*/ 71 w 199"/>
                <a:gd name="T55" fmla="*/ 36 h 154"/>
                <a:gd name="T56" fmla="*/ 91 w 199"/>
                <a:gd name="T57" fmla="*/ 28 h 154"/>
                <a:gd name="T58" fmla="*/ 91 w 199"/>
                <a:gd name="T59" fmla="*/ 21 h 154"/>
                <a:gd name="T60" fmla="*/ 94 w 199"/>
                <a:gd name="T61" fmla="*/ 18 h 154"/>
                <a:gd name="T62" fmla="*/ 103 w 199"/>
                <a:gd name="T63" fmla="*/ 18 h 154"/>
                <a:gd name="T64" fmla="*/ 105 w 199"/>
                <a:gd name="T65" fmla="*/ 21 h 154"/>
                <a:gd name="T66" fmla="*/ 105 w 199"/>
                <a:gd name="T67" fmla="*/ 28 h 154"/>
                <a:gd name="T68" fmla="*/ 113 w 199"/>
                <a:gd name="T69" fmla="*/ 29 h 154"/>
                <a:gd name="T70" fmla="*/ 134 w 199"/>
                <a:gd name="T71" fmla="*/ 41 h 154"/>
                <a:gd name="T72" fmla="*/ 122 w 199"/>
                <a:gd name="T73" fmla="*/ 49 h 154"/>
                <a:gd name="T74" fmla="*/ 122 w 199"/>
                <a:gd name="T75" fmla="*/ 48 h 154"/>
                <a:gd name="T76" fmla="*/ 121 w 199"/>
                <a:gd name="T77" fmla="*/ 47 h 154"/>
                <a:gd name="T78" fmla="*/ 120 w 199"/>
                <a:gd name="T79" fmla="*/ 46 h 154"/>
                <a:gd name="T80" fmla="*/ 109 w 199"/>
                <a:gd name="T81" fmla="*/ 40 h 154"/>
                <a:gd name="T82" fmla="*/ 105 w 199"/>
                <a:gd name="T83" fmla="*/ 39 h 154"/>
                <a:gd name="T84" fmla="*/ 105 w 199"/>
                <a:gd name="T85" fmla="*/ 71 h 154"/>
                <a:gd name="T86" fmla="*/ 137 w 199"/>
                <a:gd name="T87" fmla="*/ 90 h 154"/>
                <a:gd name="T88" fmla="*/ 129 w 199"/>
                <a:gd name="T89" fmla="*/ 116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99" h="154">
                  <a:moveTo>
                    <a:pt x="134" y="0"/>
                  </a:moveTo>
                  <a:cubicBezTo>
                    <a:pt x="102" y="0"/>
                    <a:pt x="102" y="0"/>
                    <a:pt x="102" y="0"/>
                  </a:cubicBezTo>
                  <a:cubicBezTo>
                    <a:pt x="98" y="0"/>
                    <a:pt x="98" y="0"/>
                    <a:pt x="98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55" y="20"/>
                    <a:pt x="0" y="43"/>
                    <a:pt x="1" y="99"/>
                  </a:cubicBezTo>
                  <a:cubicBezTo>
                    <a:pt x="1" y="146"/>
                    <a:pt x="41" y="154"/>
                    <a:pt x="100" y="154"/>
                  </a:cubicBezTo>
                  <a:cubicBezTo>
                    <a:pt x="100" y="154"/>
                    <a:pt x="100" y="154"/>
                    <a:pt x="100" y="154"/>
                  </a:cubicBezTo>
                  <a:cubicBezTo>
                    <a:pt x="100" y="154"/>
                    <a:pt x="100" y="154"/>
                    <a:pt x="100" y="154"/>
                  </a:cubicBezTo>
                  <a:cubicBezTo>
                    <a:pt x="159" y="154"/>
                    <a:pt x="199" y="146"/>
                    <a:pt x="199" y="99"/>
                  </a:cubicBezTo>
                  <a:cubicBezTo>
                    <a:pt x="199" y="43"/>
                    <a:pt x="144" y="20"/>
                    <a:pt x="134" y="0"/>
                  </a:cubicBezTo>
                  <a:close/>
                  <a:moveTo>
                    <a:pt x="129" y="116"/>
                  </a:moveTo>
                  <a:cubicBezTo>
                    <a:pt x="123" y="120"/>
                    <a:pt x="115" y="122"/>
                    <a:pt x="105" y="123"/>
                  </a:cubicBezTo>
                  <a:cubicBezTo>
                    <a:pt x="105" y="129"/>
                    <a:pt x="105" y="129"/>
                    <a:pt x="105" y="129"/>
                  </a:cubicBezTo>
                  <a:cubicBezTo>
                    <a:pt x="105" y="130"/>
                    <a:pt x="104" y="131"/>
                    <a:pt x="103" y="131"/>
                  </a:cubicBezTo>
                  <a:cubicBezTo>
                    <a:pt x="94" y="131"/>
                    <a:pt x="94" y="131"/>
                    <a:pt x="94" y="131"/>
                  </a:cubicBezTo>
                  <a:cubicBezTo>
                    <a:pt x="92" y="131"/>
                    <a:pt x="91" y="130"/>
                    <a:pt x="91" y="129"/>
                  </a:cubicBezTo>
                  <a:cubicBezTo>
                    <a:pt x="91" y="122"/>
                    <a:pt x="91" y="122"/>
                    <a:pt x="91" y="122"/>
                  </a:cubicBezTo>
                  <a:cubicBezTo>
                    <a:pt x="79" y="120"/>
                    <a:pt x="67" y="116"/>
                    <a:pt x="62" y="109"/>
                  </a:cubicBezTo>
                  <a:cubicBezTo>
                    <a:pt x="58" y="104"/>
                    <a:pt x="69" y="96"/>
                    <a:pt x="73" y="101"/>
                  </a:cubicBezTo>
                  <a:cubicBezTo>
                    <a:pt x="73" y="101"/>
                    <a:pt x="74" y="102"/>
                    <a:pt x="74" y="102"/>
                  </a:cubicBezTo>
                  <a:cubicBezTo>
                    <a:pt x="74" y="102"/>
                    <a:pt x="73" y="102"/>
                    <a:pt x="74" y="102"/>
                  </a:cubicBezTo>
                  <a:cubicBezTo>
                    <a:pt x="75" y="103"/>
                    <a:pt x="75" y="103"/>
                    <a:pt x="76" y="103"/>
                  </a:cubicBezTo>
                  <a:cubicBezTo>
                    <a:pt x="78" y="105"/>
                    <a:pt x="83" y="108"/>
                    <a:pt x="86" y="109"/>
                  </a:cubicBezTo>
                  <a:cubicBezTo>
                    <a:pt x="88" y="109"/>
                    <a:pt x="89" y="110"/>
                    <a:pt x="91" y="110"/>
                  </a:cubicBezTo>
                  <a:cubicBezTo>
                    <a:pt x="91" y="79"/>
                    <a:pt x="91" y="79"/>
                    <a:pt x="91" y="79"/>
                  </a:cubicBezTo>
                  <a:cubicBezTo>
                    <a:pt x="84" y="76"/>
                    <a:pt x="77" y="73"/>
                    <a:pt x="75" y="72"/>
                  </a:cubicBezTo>
                  <a:cubicBezTo>
                    <a:pt x="70" y="70"/>
                    <a:pt x="67" y="66"/>
                    <a:pt x="65" y="62"/>
                  </a:cubicBezTo>
                  <a:cubicBezTo>
                    <a:pt x="60" y="54"/>
                    <a:pt x="62" y="43"/>
                    <a:pt x="71" y="36"/>
                  </a:cubicBezTo>
                  <a:cubicBezTo>
                    <a:pt x="76" y="32"/>
                    <a:pt x="83" y="29"/>
                    <a:pt x="91" y="28"/>
                  </a:cubicBezTo>
                  <a:cubicBezTo>
                    <a:pt x="91" y="21"/>
                    <a:pt x="91" y="21"/>
                    <a:pt x="91" y="21"/>
                  </a:cubicBezTo>
                  <a:cubicBezTo>
                    <a:pt x="91" y="20"/>
                    <a:pt x="92" y="18"/>
                    <a:pt x="94" y="18"/>
                  </a:cubicBezTo>
                  <a:cubicBezTo>
                    <a:pt x="103" y="18"/>
                    <a:pt x="103" y="18"/>
                    <a:pt x="103" y="18"/>
                  </a:cubicBezTo>
                  <a:cubicBezTo>
                    <a:pt x="104" y="18"/>
                    <a:pt x="105" y="20"/>
                    <a:pt x="105" y="21"/>
                  </a:cubicBezTo>
                  <a:cubicBezTo>
                    <a:pt x="105" y="28"/>
                    <a:pt x="105" y="28"/>
                    <a:pt x="105" y="28"/>
                  </a:cubicBezTo>
                  <a:cubicBezTo>
                    <a:pt x="108" y="28"/>
                    <a:pt x="110" y="28"/>
                    <a:pt x="113" y="29"/>
                  </a:cubicBezTo>
                  <a:cubicBezTo>
                    <a:pt x="120" y="31"/>
                    <a:pt x="130" y="36"/>
                    <a:pt x="134" y="41"/>
                  </a:cubicBezTo>
                  <a:cubicBezTo>
                    <a:pt x="137" y="46"/>
                    <a:pt x="126" y="54"/>
                    <a:pt x="122" y="49"/>
                  </a:cubicBezTo>
                  <a:cubicBezTo>
                    <a:pt x="122" y="48"/>
                    <a:pt x="122" y="48"/>
                    <a:pt x="122" y="48"/>
                  </a:cubicBezTo>
                  <a:cubicBezTo>
                    <a:pt x="121" y="47"/>
                    <a:pt x="122" y="48"/>
                    <a:pt x="121" y="47"/>
                  </a:cubicBezTo>
                  <a:cubicBezTo>
                    <a:pt x="121" y="47"/>
                    <a:pt x="120" y="47"/>
                    <a:pt x="120" y="46"/>
                  </a:cubicBezTo>
                  <a:cubicBezTo>
                    <a:pt x="117" y="44"/>
                    <a:pt x="112" y="41"/>
                    <a:pt x="109" y="40"/>
                  </a:cubicBezTo>
                  <a:cubicBezTo>
                    <a:pt x="108" y="40"/>
                    <a:pt x="107" y="40"/>
                    <a:pt x="105" y="39"/>
                  </a:cubicBezTo>
                  <a:cubicBezTo>
                    <a:pt x="105" y="71"/>
                    <a:pt x="105" y="71"/>
                    <a:pt x="105" y="71"/>
                  </a:cubicBezTo>
                  <a:cubicBezTo>
                    <a:pt x="117" y="75"/>
                    <a:pt x="133" y="81"/>
                    <a:pt x="137" y="90"/>
                  </a:cubicBezTo>
                  <a:cubicBezTo>
                    <a:pt x="141" y="99"/>
                    <a:pt x="137" y="109"/>
                    <a:pt x="129" y="1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3" name="Freeform 114"/>
            <p:cNvSpPr/>
            <p:nvPr/>
          </p:nvSpPr>
          <p:spPr bwMode="auto">
            <a:xfrm>
              <a:off x="3984625" y="2322513"/>
              <a:ext cx="106362" cy="85725"/>
            </a:xfrm>
            <a:custGeom>
              <a:avLst/>
              <a:gdLst>
                <a:gd name="T0" fmla="*/ 40 w 42"/>
                <a:gd name="T1" fmla="*/ 5 h 34"/>
                <a:gd name="T2" fmla="*/ 23 w 42"/>
                <a:gd name="T3" fmla="*/ 0 h 34"/>
                <a:gd name="T4" fmla="*/ 2 w 42"/>
                <a:gd name="T5" fmla="*/ 6 h 34"/>
                <a:gd name="T6" fmla="*/ 0 w 42"/>
                <a:gd name="T7" fmla="*/ 8 h 34"/>
                <a:gd name="T8" fmla="*/ 0 w 42"/>
                <a:gd name="T9" fmla="*/ 16 h 34"/>
                <a:gd name="T10" fmla="*/ 1 w 42"/>
                <a:gd name="T11" fmla="*/ 17 h 34"/>
                <a:gd name="T12" fmla="*/ 15 w 42"/>
                <a:gd name="T13" fmla="*/ 25 h 34"/>
                <a:gd name="T14" fmla="*/ 22 w 42"/>
                <a:gd name="T15" fmla="*/ 29 h 34"/>
                <a:gd name="T16" fmla="*/ 24 w 42"/>
                <a:gd name="T17" fmla="*/ 31 h 34"/>
                <a:gd name="T18" fmla="*/ 24 w 42"/>
                <a:gd name="T19" fmla="*/ 31 h 34"/>
                <a:gd name="T20" fmla="*/ 24 w 42"/>
                <a:gd name="T21" fmla="*/ 31 h 34"/>
                <a:gd name="T22" fmla="*/ 24 w 42"/>
                <a:gd name="T23" fmla="*/ 31 h 34"/>
                <a:gd name="T24" fmla="*/ 30 w 42"/>
                <a:gd name="T25" fmla="*/ 32 h 34"/>
                <a:gd name="T26" fmla="*/ 31 w 42"/>
                <a:gd name="T27" fmla="*/ 27 h 34"/>
                <a:gd name="T28" fmla="*/ 28 w 42"/>
                <a:gd name="T29" fmla="*/ 23 h 34"/>
                <a:gd name="T30" fmla="*/ 17 w 42"/>
                <a:gd name="T31" fmla="*/ 17 h 34"/>
                <a:gd name="T32" fmla="*/ 9 w 42"/>
                <a:gd name="T33" fmla="*/ 14 h 34"/>
                <a:gd name="T34" fmla="*/ 7 w 42"/>
                <a:gd name="T35" fmla="*/ 13 h 34"/>
                <a:gd name="T36" fmla="*/ 7 w 42"/>
                <a:gd name="T37" fmla="*/ 12 h 34"/>
                <a:gd name="T38" fmla="*/ 7 w 42"/>
                <a:gd name="T39" fmla="*/ 12 h 34"/>
                <a:gd name="T40" fmla="*/ 7 w 42"/>
                <a:gd name="T41" fmla="*/ 12 h 34"/>
                <a:gd name="T42" fmla="*/ 7 w 42"/>
                <a:gd name="T43" fmla="*/ 12 h 34"/>
                <a:gd name="T44" fmla="*/ 23 w 42"/>
                <a:gd name="T45" fmla="*/ 8 h 34"/>
                <a:gd name="T46" fmla="*/ 36 w 42"/>
                <a:gd name="T47" fmla="*/ 11 h 34"/>
                <a:gd name="T48" fmla="*/ 41 w 42"/>
                <a:gd name="T49" fmla="*/ 10 h 34"/>
                <a:gd name="T50" fmla="*/ 40 w 42"/>
                <a:gd name="T51" fmla="*/ 5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" h="34">
                  <a:moveTo>
                    <a:pt x="40" y="5"/>
                  </a:moveTo>
                  <a:cubicBezTo>
                    <a:pt x="34" y="1"/>
                    <a:pt x="29" y="0"/>
                    <a:pt x="23" y="0"/>
                  </a:cubicBezTo>
                  <a:cubicBezTo>
                    <a:pt x="11" y="0"/>
                    <a:pt x="2" y="6"/>
                    <a:pt x="2" y="6"/>
                  </a:cubicBezTo>
                  <a:cubicBezTo>
                    <a:pt x="1" y="6"/>
                    <a:pt x="1" y="7"/>
                    <a:pt x="0" y="8"/>
                  </a:cubicBezTo>
                  <a:cubicBezTo>
                    <a:pt x="2" y="10"/>
                    <a:pt x="2" y="14"/>
                    <a:pt x="0" y="16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8"/>
                    <a:pt x="5" y="23"/>
                    <a:pt x="15" y="25"/>
                  </a:cubicBezTo>
                  <a:cubicBezTo>
                    <a:pt x="18" y="26"/>
                    <a:pt x="21" y="28"/>
                    <a:pt x="22" y="29"/>
                  </a:cubicBezTo>
                  <a:cubicBezTo>
                    <a:pt x="23" y="30"/>
                    <a:pt x="24" y="30"/>
                    <a:pt x="24" y="31"/>
                  </a:cubicBezTo>
                  <a:cubicBezTo>
                    <a:pt x="24" y="31"/>
                    <a:pt x="24" y="31"/>
                    <a:pt x="24" y="31"/>
                  </a:cubicBezTo>
                  <a:cubicBezTo>
                    <a:pt x="24" y="31"/>
                    <a:pt x="24" y="31"/>
                    <a:pt x="24" y="31"/>
                  </a:cubicBezTo>
                  <a:cubicBezTo>
                    <a:pt x="24" y="31"/>
                    <a:pt x="24" y="31"/>
                    <a:pt x="24" y="31"/>
                  </a:cubicBezTo>
                  <a:cubicBezTo>
                    <a:pt x="26" y="33"/>
                    <a:pt x="28" y="34"/>
                    <a:pt x="30" y="32"/>
                  </a:cubicBezTo>
                  <a:cubicBezTo>
                    <a:pt x="32" y="31"/>
                    <a:pt x="32" y="29"/>
                    <a:pt x="31" y="27"/>
                  </a:cubicBezTo>
                  <a:cubicBezTo>
                    <a:pt x="31" y="27"/>
                    <a:pt x="30" y="25"/>
                    <a:pt x="28" y="23"/>
                  </a:cubicBezTo>
                  <a:cubicBezTo>
                    <a:pt x="25" y="21"/>
                    <a:pt x="22" y="19"/>
                    <a:pt x="17" y="17"/>
                  </a:cubicBezTo>
                  <a:cubicBezTo>
                    <a:pt x="13" y="16"/>
                    <a:pt x="10" y="15"/>
                    <a:pt x="9" y="14"/>
                  </a:cubicBezTo>
                  <a:cubicBezTo>
                    <a:pt x="8" y="13"/>
                    <a:pt x="8" y="13"/>
                    <a:pt x="7" y="13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7" y="12"/>
                    <a:pt x="7" y="12"/>
                    <a:pt x="7" y="12"/>
                  </a:cubicBezTo>
                  <a:cubicBezTo>
                    <a:pt x="9" y="11"/>
                    <a:pt x="16" y="8"/>
                    <a:pt x="23" y="8"/>
                  </a:cubicBezTo>
                  <a:cubicBezTo>
                    <a:pt x="27" y="8"/>
                    <a:pt x="32" y="9"/>
                    <a:pt x="36" y="11"/>
                  </a:cubicBezTo>
                  <a:cubicBezTo>
                    <a:pt x="38" y="12"/>
                    <a:pt x="40" y="12"/>
                    <a:pt x="41" y="10"/>
                  </a:cubicBezTo>
                  <a:cubicBezTo>
                    <a:pt x="42" y="8"/>
                    <a:pt x="42" y="6"/>
                    <a:pt x="40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 rot="19761547">
            <a:off x="3484172" y="1823834"/>
            <a:ext cx="525400" cy="614864"/>
            <a:chOff x="7567613" y="3465512"/>
            <a:chExt cx="512763" cy="600075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16" name="Freeform 46"/>
            <p:cNvSpPr/>
            <p:nvPr/>
          </p:nvSpPr>
          <p:spPr bwMode="auto">
            <a:xfrm>
              <a:off x="7939088" y="3530600"/>
              <a:ext cx="71437" cy="74612"/>
            </a:xfrm>
            <a:custGeom>
              <a:avLst/>
              <a:gdLst>
                <a:gd name="T0" fmla="*/ 9 w 28"/>
                <a:gd name="T1" fmla="*/ 29 h 29"/>
                <a:gd name="T2" fmla="*/ 26 w 28"/>
                <a:gd name="T3" fmla="*/ 13 h 29"/>
                <a:gd name="T4" fmla="*/ 26 w 28"/>
                <a:gd name="T5" fmla="*/ 3 h 29"/>
                <a:gd name="T6" fmla="*/ 16 w 28"/>
                <a:gd name="T7" fmla="*/ 3 h 29"/>
                <a:gd name="T8" fmla="*/ 0 w 28"/>
                <a:gd name="T9" fmla="*/ 20 h 29"/>
                <a:gd name="T10" fmla="*/ 9 w 28"/>
                <a:gd name="T11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8" h="29">
                  <a:moveTo>
                    <a:pt x="9" y="29"/>
                  </a:moveTo>
                  <a:cubicBezTo>
                    <a:pt x="26" y="13"/>
                    <a:pt x="26" y="13"/>
                    <a:pt x="26" y="13"/>
                  </a:cubicBezTo>
                  <a:cubicBezTo>
                    <a:pt x="28" y="10"/>
                    <a:pt x="28" y="6"/>
                    <a:pt x="26" y="3"/>
                  </a:cubicBezTo>
                  <a:cubicBezTo>
                    <a:pt x="23" y="0"/>
                    <a:pt x="19" y="0"/>
                    <a:pt x="16" y="3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3" y="23"/>
                    <a:pt x="6" y="26"/>
                    <a:pt x="9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7" name="Freeform 47"/>
            <p:cNvSpPr/>
            <p:nvPr/>
          </p:nvSpPr>
          <p:spPr bwMode="auto">
            <a:xfrm>
              <a:off x="7807326" y="3465512"/>
              <a:ext cx="33337" cy="73025"/>
            </a:xfrm>
            <a:custGeom>
              <a:avLst/>
              <a:gdLst>
                <a:gd name="T0" fmla="*/ 7 w 13"/>
                <a:gd name="T1" fmla="*/ 29 h 29"/>
                <a:gd name="T2" fmla="*/ 7 w 13"/>
                <a:gd name="T3" fmla="*/ 29 h 29"/>
                <a:gd name="T4" fmla="*/ 13 w 13"/>
                <a:gd name="T5" fmla="*/ 29 h 29"/>
                <a:gd name="T6" fmla="*/ 13 w 13"/>
                <a:gd name="T7" fmla="*/ 6 h 29"/>
                <a:gd name="T8" fmla="*/ 7 w 13"/>
                <a:gd name="T9" fmla="*/ 0 h 29"/>
                <a:gd name="T10" fmla="*/ 0 w 13"/>
                <a:gd name="T11" fmla="*/ 6 h 29"/>
                <a:gd name="T12" fmla="*/ 0 w 13"/>
                <a:gd name="T13" fmla="*/ 29 h 29"/>
                <a:gd name="T14" fmla="*/ 6 w 13"/>
                <a:gd name="T15" fmla="*/ 29 h 29"/>
                <a:gd name="T16" fmla="*/ 7 w 13"/>
                <a:gd name="T17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29">
                  <a:moveTo>
                    <a:pt x="7" y="29"/>
                  </a:moveTo>
                  <a:cubicBezTo>
                    <a:pt x="7" y="29"/>
                    <a:pt x="7" y="29"/>
                    <a:pt x="7" y="29"/>
                  </a:cubicBezTo>
                  <a:cubicBezTo>
                    <a:pt x="9" y="29"/>
                    <a:pt x="11" y="29"/>
                    <a:pt x="13" y="29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3" y="3"/>
                    <a:pt x="10" y="0"/>
                    <a:pt x="7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2" y="29"/>
                    <a:pt x="4" y="29"/>
                    <a:pt x="6" y="29"/>
                  </a:cubicBezTo>
                  <a:cubicBezTo>
                    <a:pt x="6" y="29"/>
                    <a:pt x="7" y="29"/>
                    <a:pt x="7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8" name="Freeform 48"/>
            <p:cNvSpPr/>
            <p:nvPr/>
          </p:nvSpPr>
          <p:spPr bwMode="auto">
            <a:xfrm>
              <a:off x="7635876" y="3530600"/>
              <a:ext cx="74612" cy="74612"/>
            </a:xfrm>
            <a:custGeom>
              <a:avLst/>
              <a:gdLst>
                <a:gd name="T0" fmla="*/ 19 w 29"/>
                <a:gd name="T1" fmla="*/ 29 h 29"/>
                <a:gd name="T2" fmla="*/ 29 w 29"/>
                <a:gd name="T3" fmla="*/ 20 h 29"/>
                <a:gd name="T4" fmla="*/ 12 w 29"/>
                <a:gd name="T5" fmla="*/ 3 h 29"/>
                <a:gd name="T6" fmla="*/ 2 w 29"/>
                <a:gd name="T7" fmla="*/ 3 h 29"/>
                <a:gd name="T8" fmla="*/ 2 w 29"/>
                <a:gd name="T9" fmla="*/ 13 h 29"/>
                <a:gd name="T10" fmla="*/ 19 w 29"/>
                <a:gd name="T11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9" h="29">
                  <a:moveTo>
                    <a:pt x="19" y="29"/>
                  </a:moveTo>
                  <a:cubicBezTo>
                    <a:pt x="22" y="26"/>
                    <a:pt x="25" y="23"/>
                    <a:pt x="29" y="20"/>
                  </a:cubicBezTo>
                  <a:cubicBezTo>
                    <a:pt x="12" y="3"/>
                    <a:pt x="12" y="3"/>
                    <a:pt x="12" y="3"/>
                  </a:cubicBezTo>
                  <a:cubicBezTo>
                    <a:pt x="9" y="0"/>
                    <a:pt x="5" y="0"/>
                    <a:pt x="2" y="3"/>
                  </a:cubicBezTo>
                  <a:cubicBezTo>
                    <a:pt x="0" y="6"/>
                    <a:pt x="0" y="10"/>
                    <a:pt x="2" y="13"/>
                  </a:cubicBezTo>
                  <a:lnTo>
                    <a:pt x="19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9" name="Freeform 49"/>
            <p:cNvSpPr/>
            <p:nvPr/>
          </p:nvSpPr>
          <p:spPr bwMode="auto">
            <a:xfrm>
              <a:off x="7567613" y="3705225"/>
              <a:ext cx="76200" cy="33337"/>
            </a:xfrm>
            <a:custGeom>
              <a:avLst/>
              <a:gdLst>
                <a:gd name="T0" fmla="*/ 30 w 30"/>
                <a:gd name="T1" fmla="*/ 9 h 13"/>
                <a:gd name="T2" fmla="*/ 30 w 30"/>
                <a:gd name="T3" fmla="*/ 0 h 13"/>
                <a:gd name="T4" fmla="*/ 7 w 30"/>
                <a:gd name="T5" fmla="*/ 0 h 13"/>
                <a:gd name="T6" fmla="*/ 0 w 30"/>
                <a:gd name="T7" fmla="*/ 6 h 13"/>
                <a:gd name="T8" fmla="*/ 7 w 30"/>
                <a:gd name="T9" fmla="*/ 13 h 13"/>
                <a:gd name="T10" fmla="*/ 30 w 30"/>
                <a:gd name="T11" fmla="*/ 13 h 13"/>
                <a:gd name="T12" fmla="*/ 30 w 30"/>
                <a:gd name="T13" fmla="*/ 9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13">
                  <a:moveTo>
                    <a:pt x="30" y="9"/>
                  </a:moveTo>
                  <a:cubicBezTo>
                    <a:pt x="30" y="6"/>
                    <a:pt x="30" y="3"/>
                    <a:pt x="3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0"/>
                    <a:pt x="3" y="13"/>
                    <a:pt x="7" y="13"/>
                  </a:cubicBezTo>
                  <a:cubicBezTo>
                    <a:pt x="30" y="13"/>
                    <a:pt x="30" y="13"/>
                    <a:pt x="30" y="13"/>
                  </a:cubicBezTo>
                  <a:cubicBezTo>
                    <a:pt x="30" y="12"/>
                    <a:pt x="30" y="10"/>
                    <a:pt x="30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0" name="Freeform 50"/>
            <p:cNvSpPr/>
            <p:nvPr/>
          </p:nvSpPr>
          <p:spPr bwMode="auto">
            <a:xfrm>
              <a:off x="7635876" y="3844925"/>
              <a:ext cx="61912" cy="63500"/>
            </a:xfrm>
            <a:custGeom>
              <a:avLst/>
              <a:gdLst>
                <a:gd name="T0" fmla="*/ 2 w 24"/>
                <a:gd name="T1" fmla="*/ 13 h 25"/>
                <a:gd name="T2" fmla="*/ 2 w 24"/>
                <a:gd name="T3" fmla="*/ 23 h 25"/>
                <a:gd name="T4" fmla="*/ 12 w 24"/>
                <a:gd name="T5" fmla="*/ 23 h 25"/>
                <a:gd name="T6" fmla="*/ 24 w 24"/>
                <a:gd name="T7" fmla="*/ 10 h 25"/>
                <a:gd name="T8" fmla="*/ 16 w 24"/>
                <a:gd name="T9" fmla="*/ 0 h 25"/>
                <a:gd name="T10" fmla="*/ 2 w 24"/>
                <a:gd name="T11" fmla="*/ 13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" h="25">
                  <a:moveTo>
                    <a:pt x="2" y="13"/>
                  </a:moveTo>
                  <a:cubicBezTo>
                    <a:pt x="0" y="16"/>
                    <a:pt x="0" y="20"/>
                    <a:pt x="2" y="23"/>
                  </a:cubicBezTo>
                  <a:cubicBezTo>
                    <a:pt x="5" y="25"/>
                    <a:pt x="9" y="25"/>
                    <a:pt x="12" y="23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1" y="7"/>
                    <a:pt x="19" y="4"/>
                    <a:pt x="16" y="0"/>
                  </a:cubicBezTo>
                  <a:lnTo>
                    <a:pt x="2" y="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1" name="Freeform 51"/>
            <p:cNvSpPr/>
            <p:nvPr/>
          </p:nvSpPr>
          <p:spPr bwMode="auto">
            <a:xfrm>
              <a:off x="7786688" y="4046537"/>
              <a:ext cx="74612" cy="19050"/>
            </a:xfrm>
            <a:custGeom>
              <a:avLst/>
              <a:gdLst>
                <a:gd name="T0" fmla="*/ 18 w 29"/>
                <a:gd name="T1" fmla="*/ 0 h 7"/>
                <a:gd name="T2" fmla="*/ 12 w 29"/>
                <a:gd name="T3" fmla="*/ 0 h 7"/>
                <a:gd name="T4" fmla="*/ 0 w 29"/>
                <a:gd name="T5" fmla="*/ 0 h 7"/>
                <a:gd name="T6" fmla="*/ 0 w 29"/>
                <a:gd name="T7" fmla="*/ 1 h 7"/>
                <a:gd name="T8" fmla="*/ 10 w 29"/>
                <a:gd name="T9" fmla="*/ 7 h 7"/>
                <a:gd name="T10" fmla="*/ 11 w 29"/>
                <a:gd name="T11" fmla="*/ 7 h 7"/>
                <a:gd name="T12" fmla="*/ 18 w 29"/>
                <a:gd name="T13" fmla="*/ 7 h 7"/>
                <a:gd name="T14" fmla="*/ 19 w 29"/>
                <a:gd name="T15" fmla="*/ 7 h 7"/>
                <a:gd name="T16" fmla="*/ 29 w 29"/>
                <a:gd name="T17" fmla="*/ 1 h 7"/>
                <a:gd name="T18" fmla="*/ 29 w 29"/>
                <a:gd name="T19" fmla="*/ 0 h 7"/>
                <a:gd name="T20" fmla="*/ 18 w 29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9" h="7">
                  <a:moveTo>
                    <a:pt x="18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5"/>
                    <a:pt x="5" y="7"/>
                    <a:pt x="10" y="7"/>
                  </a:cubicBezTo>
                  <a:cubicBezTo>
                    <a:pt x="11" y="7"/>
                    <a:pt x="11" y="7"/>
                    <a:pt x="11" y="7"/>
                  </a:cubicBezTo>
                  <a:cubicBezTo>
                    <a:pt x="18" y="7"/>
                    <a:pt x="18" y="7"/>
                    <a:pt x="18" y="7"/>
                  </a:cubicBezTo>
                  <a:cubicBezTo>
                    <a:pt x="19" y="7"/>
                    <a:pt x="19" y="7"/>
                    <a:pt x="19" y="7"/>
                  </a:cubicBezTo>
                  <a:cubicBezTo>
                    <a:pt x="24" y="7"/>
                    <a:pt x="29" y="5"/>
                    <a:pt x="29" y="1"/>
                  </a:cubicBezTo>
                  <a:cubicBezTo>
                    <a:pt x="29" y="1"/>
                    <a:pt x="29" y="1"/>
                    <a:pt x="29" y="0"/>
                  </a:cubicBezTo>
                  <a:lnTo>
                    <a:pt x="1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2" name="Freeform 52"/>
            <p:cNvSpPr/>
            <p:nvPr/>
          </p:nvSpPr>
          <p:spPr bwMode="auto">
            <a:xfrm>
              <a:off x="7762876" y="4006850"/>
              <a:ext cx="120650" cy="31750"/>
            </a:xfrm>
            <a:custGeom>
              <a:avLst/>
              <a:gdLst>
                <a:gd name="T0" fmla="*/ 41 w 47"/>
                <a:gd name="T1" fmla="*/ 0 h 13"/>
                <a:gd name="T2" fmla="*/ 7 w 47"/>
                <a:gd name="T3" fmla="*/ 0 h 13"/>
                <a:gd name="T4" fmla="*/ 0 w 47"/>
                <a:gd name="T5" fmla="*/ 7 h 13"/>
                <a:gd name="T6" fmla="*/ 7 w 47"/>
                <a:gd name="T7" fmla="*/ 13 h 13"/>
                <a:gd name="T8" fmla="*/ 41 w 47"/>
                <a:gd name="T9" fmla="*/ 13 h 13"/>
                <a:gd name="T10" fmla="*/ 47 w 47"/>
                <a:gd name="T11" fmla="*/ 7 h 13"/>
                <a:gd name="T12" fmla="*/ 41 w 47"/>
                <a:gd name="T1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" h="13">
                  <a:moveTo>
                    <a:pt x="41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10"/>
                    <a:pt x="3" y="13"/>
                    <a:pt x="7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4" y="13"/>
                    <a:pt x="47" y="10"/>
                    <a:pt x="47" y="7"/>
                  </a:cubicBezTo>
                  <a:cubicBezTo>
                    <a:pt x="47" y="3"/>
                    <a:pt x="44" y="0"/>
                    <a:pt x="4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3" name="Freeform 53"/>
            <p:cNvSpPr/>
            <p:nvPr/>
          </p:nvSpPr>
          <p:spPr bwMode="auto">
            <a:xfrm>
              <a:off x="7762876" y="3965575"/>
              <a:ext cx="120650" cy="33337"/>
            </a:xfrm>
            <a:custGeom>
              <a:avLst/>
              <a:gdLst>
                <a:gd name="T0" fmla="*/ 41 w 47"/>
                <a:gd name="T1" fmla="*/ 0 h 13"/>
                <a:gd name="T2" fmla="*/ 7 w 47"/>
                <a:gd name="T3" fmla="*/ 0 h 13"/>
                <a:gd name="T4" fmla="*/ 0 w 47"/>
                <a:gd name="T5" fmla="*/ 6 h 13"/>
                <a:gd name="T6" fmla="*/ 7 w 47"/>
                <a:gd name="T7" fmla="*/ 13 h 13"/>
                <a:gd name="T8" fmla="*/ 41 w 47"/>
                <a:gd name="T9" fmla="*/ 13 h 13"/>
                <a:gd name="T10" fmla="*/ 47 w 47"/>
                <a:gd name="T11" fmla="*/ 6 h 13"/>
                <a:gd name="T12" fmla="*/ 41 w 47"/>
                <a:gd name="T1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7" h="13">
                  <a:moveTo>
                    <a:pt x="41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10"/>
                    <a:pt x="3" y="13"/>
                    <a:pt x="7" y="13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4" y="13"/>
                    <a:pt x="47" y="10"/>
                    <a:pt x="47" y="6"/>
                  </a:cubicBezTo>
                  <a:cubicBezTo>
                    <a:pt x="47" y="3"/>
                    <a:pt x="44" y="0"/>
                    <a:pt x="41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4" name="Freeform 54"/>
            <p:cNvSpPr>
              <a:spLocks noEditPoints="1"/>
            </p:cNvSpPr>
            <p:nvPr/>
          </p:nvSpPr>
          <p:spPr bwMode="auto">
            <a:xfrm>
              <a:off x="7666038" y="3568700"/>
              <a:ext cx="314325" cy="385762"/>
            </a:xfrm>
            <a:custGeom>
              <a:avLst/>
              <a:gdLst>
                <a:gd name="T0" fmla="*/ 123 w 123"/>
                <a:gd name="T1" fmla="*/ 62 h 151"/>
                <a:gd name="T2" fmla="*/ 111 w 123"/>
                <a:gd name="T3" fmla="*/ 25 h 151"/>
                <a:gd name="T4" fmla="*/ 84 w 123"/>
                <a:gd name="T5" fmla="*/ 5 h 151"/>
                <a:gd name="T6" fmla="*/ 84 w 123"/>
                <a:gd name="T7" fmla="*/ 4 h 151"/>
                <a:gd name="T8" fmla="*/ 79 w 123"/>
                <a:gd name="T9" fmla="*/ 3 h 151"/>
                <a:gd name="T10" fmla="*/ 68 w 123"/>
                <a:gd name="T11" fmla="*/ 1 h 151"/>
                <a:gd name="T12" fmla="*/ 68 w 123"/>
                <a:gd name="T13" fmla="*/ 1 h 151"/>
                <a:gd name="T14" fmla="*/ 68 w 123"/>
                <a:gd name="T15" fmla="*/ 1 h 151"/>
                <a:gd name="T16" fmla="*/ 68 w 123"/>
                <a:gd name="T17" fmla="*/ 1 h 151"/>
                <a:gd name="T18" fmla="*/ 62 w 123"/>
                <a:gd name="T19" fmla="*/ 0 h 151"/>
                <a:gd name="T20" fmla="*/ 62 w 123"/>
                <a:gd name="T21" fmla="*/ 0 h 151"/>
                <a:gd name="T22" fmla="*/ 62 w 123"/>
                <a:gd name="T23" fmla="*/ 0 h 151"/>
                <a:gd name="T24" fmla="*/ 61 w 123"/>
                <a:gd name="T25" fmla="*/ 0 h 151"/>
                <a:gd name="T26" fmla="*/ 56 w 123"/>
                <a:gd name="T27" fmla="*/ 1 h 151"/>
                <a:gd name="T28" fmla="*/ 56 w 123"/>
                <a:gd name="T29" fmla="*/ 1 h 151"/>
                <a:gd name="T30" fmla="*/ 55 w 123"/>
                <a:gd name="T31" fmla="*/ 1 h 151"/>
                <a:gd name="T32" fmla="*/ 44 w 123"/>
                <a:gd name="T33" fmla="*/ 3 h 151"/>
                <a:gd name="T34" fmla="*/ 40 w 123"/>
                <a:gd name="T35" fmla="*/ 4 h 151"/>
                <a:gd name="T36" fmla="*/ 40 w 123"/>
                <a:gd name="T37" fmla="*/ 5 h 151"/>
                <a:gd name="T38" fmla="*/ 13 w 123"/>
                <a:gd name="T39" fmla="*/ 25 h 151"/>
                <a:gd name="T40" fmla="*/ 0 w 123"/>
                <a:gd name="T41" fmla="*/ 62 h 151"/>
                <a:gd name="T42" fmla="*/ 5 w 123"/>
                <a:gd name="T43" fmla="*/ 87 h 151"/>
                <a:gd name="T44" fmla="*/ 20 w 123"/>
                <a:gd name="T45" fmla="*/ 109 h 151"/>
                <a:gd name="T46" fmla="*/ 26 w 123"/>
                <a:gd name="T47" fmla="*/ 116 h 151"/>
                <a:gd name="T48" fmla="*/ 28 w 123"/>
                <a:gd name="T49" fmla="*/ 121 h 151"/>
                <a:gd name="T50" fmla="*/ 29 w 123"/>
                <a:gd name="T51" fmla="*/ 135 h 151"/>
                <a:gd name="T52" fmla="*/ 29 w 123"/>
                <a:gd name="T53" fmla="*/ 136 h 151"/>
                <a:gd name="T54" fmla="*/ 29 w 123"/>
                <a:gd name="T55" fmla="*/ 136 h 151"/>
                <a:gd name="T56" fmla="*/ 29 w 123"/>
                <a:gd name="T57" fmla="*/ 136 h 151"/>
                <a:gd name="T58" fmla="*/ 29 w 123"/>
                <a:gd name="T59" fmla="*/ 136 h 151"/>
                <a:gd name="T60" fmla="*/ 44 w 123"/>
                <a:gd name="T61" fmla="*/ 151 h 151"/>
                <a:gd name="T62" fmla="*/ 79 w 123"/>
                <a:gd name="T63" fmla="*/ 151 h 151"/>
                <a:gd name="T64" fmla="*/ 94 w 123"/>
                <a:gd name="T65" fmla="*/ 136 h 151"/>
                <a:gd name="T66" fmla="*/ 94 w 123"/>
                <a:gd name="T67" fmla="*/ 136 h 151"/>
                <a:gd name="T68" fmla="*/ 94 w 123"/>
                <a:gd name="T69" fmla="*/ 136 h 151"/>
                <a:gd name="T70" fmla="*/ 94 w 123"/>
                <a:gd name="T71" fmla="*/ 136 h 151"/>
                <a:gd name="T72" fmla="*/ 94 w 123"/>
                <a:gd name="T73" fmla="*/ 135 h 151"/>
                <a:gd name="T74" fmla="*/ 95 w 123"/>
                <a:gd name="T75" fmla="*/ 121 h 151"/>
                <a:gd name="T76" fmla="*/ 96 w 123"/>
                <a:gd name="T77" fmla="*/ 118 h 151"/>
                <a:gd name="T78" fmla="*/ 102 w 123"/>
                <a:gd name="T79" fmla="*/ 111 h 151"/>
                <a:gd name="T80" fmla="*/ 116 w 123"/>
                <a:gd name="T81" fmla="*/ 93 h 151"/>
                <a:gd name="T82" fmla="*/ 123 w 123"/>
                <a:gd name="T83" fmla="*/ 62 h 151"/>
                <a:gd name="T84" fmla="*/ 58 w 123"/>
                <a:gd name="T85" fmla="*/ 27 h 151"/>
                <a:gd name="T86" fmla="*/ 41 w 123"/>
                <a:gd name="T87" fmla="*/ 32 h 151"/>
                <a:gd name="T88" fmla="*/ 32 w 123"/>
                <a:gd name="T89" fmla="*/ 43 h 151"/>
                <a:gd name="T90" fmla="*/ 28 w 123"/>
                <a:gd name="T91" fmla="*/ 61 h 151"/>
                <a:gd name="T92" fmla="*/ 28 w 123"/>
                <a:gd name="T93" fmla="*/ 61 h 151"/>
                <a:gd name="T94" fmla="*/ 21 w 123"/>
                <a:gd name="T95" fmla="*/ 68 h 151"/>
                <a:gd name="T96" fmla="*/ 14 w 123"/>
                <a:gd name="T97" fmla="*/ 61 h 151"/>
                <a:gd name="T98" fmla="*/ 15 w 123"/>
                <a:gd name="T99" fmla="*/ 52 h 151"/>
                <a:gd name="T100" fmla="*/ 22 w 123"/>
                <a:gd name="T101" fmla="*/ 34 h 151"/>
                <a:gd name="T102" fmla="*/ 32 w 123"/>
                <a:gd name="T103" fmla="*/ 22 h 151"/>
                <a:gd name="T104" fmla="*/ 58 w 123"/>
                <a:gd name="T105" fmla="*/ 13 h 151"/>
                <a:gd name="T106" fmla="*/ 65 w 123"/>
                <a:gd name="T107" fmla="*/ 20 h 151"/>
                <a:gd name="T108" fmla="*/ 58 w 123"/>
                <a:gd name="T109" fmla="*/ 27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23" h="151">
                  <a:moveTo>
                    <a:pt x="123" y="62"/>
                  </a:moveTo>
                  <a:cubicBezTo>
                    <a:pt x="123" y="48"/>
                    <a:pt x="118" y="35"/>
                    <a:pt x="111" y="25"/>
                  </a:cubicBezTo>
                  <a:cubicBezTo>
                    <a:pt x="104" y="16"/>
                    <a:pt x="94" y="9"/>
                    <a:pt x="84" y="5"/>
                  </a:cubicBezTo>
                  <a:cubicBezTo>
                    <a:pt x="84" y="4"/>
                    <a:pt x="84" y="4"/>
                    <a:pt x="84" y="4"/>
                  </a:cubicBezTo>
                  <a:cubicBezTo>
                    <a:pt x="79" y="3"/>
                    <a:pt x="79" y="3"/>
                    <a:pt x="79" y="3"/>
                  </a:cubicBezTo>
                  <a:cubicBezTo>
                    <a:pt x="76" y="2"/>
                    <a:pt x="72" y="1"/>
                    <a:pt x="68" y="1"/>
                  </a:cubicBezTo>
                  <a:cubicBezTo>
                    <a:pt x="68" y="1"/>
                    <a:pt x="68" y="1"/>
                    <a:pt x="68" y="1"/>
                  </a:cubicBezTo>
                  <a:cubicBezTo>
                    <a:pt x="68" y="1"/>
                    <a:pt x="68" y="1"/>
                    <a:pt x="68" y="1"/>
                  </a:cubicBezTo>
                  <a:cubicBezTo>
                    <a:pt x="68" y="1"/>
                    <a:pt x="68" y="1"/>
                    <a:pt x="68" y="1"/>
                  </a:cubicBezTo>
                  <a:cubicBezTo>
                    <a:pt x="66" y="1"/>
                    <a:pt x="64" y="0"/>
                    <a:pt x="62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62" y="0"/>
                    <a:pt x="62" y="0"/>
                    <a:pt x="62" y="0"/>
                  </a:cubicBezTo>
                  <a:cubicBezTo>
                    <a:pt x="61" y="0"/>
                    <a:pt x="61" y="0"/>
                    <a:pt x="61" y="0"/>
                  </a:cubicBezTo>
                  <a:cubicBezTo>
                    <a:pt x="59" y="0"/>
                    <a:pt x="58" y="1"/>
                    <a:pt x="56" y="1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55" y="1"/>
                    <a:pt x="55" y="1"/>
                    <a:pt x="55" y="1"/>
                  </a:cubicBezTo>
                  <a:cubicBezTo>
                    <a:pt x="51" y="1"/>
                    <a:pt x="48" y="2"/>
                    <a:pt x="44" y="3"/>
                  </a:cubicBezTo>
                  <a:cubicBezTo>
                    <a:pt x="40" y="4"/>
                    <a:pt x="40" y="4"/>
                    <a:pt x="40" y="4"/>
                  </a:cubicBezTo>
                  <a:cubicBezTo>
                    <a:pt x="40" y="5"/>
                    <a:pt x="40" y="5"/>
                    <a:pt x="40" y="5"/>
                  </a:cubicBezTo>
                  <a:cubicBezTo>
                    <a:pt x="29" y="9"/>
                    <a:pt x="19" y="16"/>
                    <a:pt x="13" y="25"/>
                  </a:cubicBezTo>
                  <a:cubicBezTo>
                    <a:pt x="5" y="35"/>
                    <a:pt x="0" y="48"/>
                    <a:pt x="0" y="62"/>
                  </a:cubicBezTo>
                  <a:cubicBezTo>
                    <a:pt x="0" y="72"/>
                    <a:pt x="2" y="80"/>
                    <a:pt x="5" y="87"/>
                  </a:cubicBezTo>
                  <a:cubicBezTo>
                    <a:pt x="9" y="97"/>
                    <a:pt x="15" y="104"/>
                    <a:pt x="20" y="109"/>
                  </a:cubicBezTo>
                  <a:cubicBezTo>
                    <a:pt x="22" y="112"/>
                    <a:pt x="24" y="114"/>
                    <a:pt x="26" y="116"/>
                  </a:cubicBezTo>
                  <a:cubicBezTo>
                    <a:pt x="27" y="118"/>
                    <a:pt x="28" y="120"/>
                    <a:pt x="28" y="121"/>
                  </a:cubicBezTo>
                  <a:cubicBezTo>
                    <a:pt x="29" y="126"/>
                    <a:pt x="29" y="134"/>
                    <a:pt x="29" y="135"/>
                  </a:cubicBezTo>
                  <a:cubicBezTo>
                    <a:pt x="29" y="136"/>
                    <a:pt x="29" y="136"/>
                    <a:pt x="29" y="136"/>
                  </a:cubicBezTo>
                  <a:cubicBezTo>
                    <a:pt x="29" y="136"/>
                    <a:pt x="29" y="136"/>
                    <a:pt x="29" y="136"/>
                  </a:cubicBezTo>
                  <a:cubicBezTo>
                    <a:pt x="29" y="136"/>
                    <a:pt x="29" y="136"/>
                    <a:pt x="29" y="136"/>
                  </a:cubicBezTo>
                  <a:cubicBezTo>
                    <a:pt x="29" y="136"/>
                    <a:pt x="29" y="136"/>
                    <a:pt x="29" y="136"/>
                  </a:cubicBezTo>
                  <a:cubicBezTo>
                    <a:pt x="29" y="144"/>
                    <a:pt x="36" y="151"/>
                    <a:pt x="44" y="151"/>
                  </a:cubicBezTo>
                  <a:cubicBezTo>
                    <a:pt x="79" y="151"/>
                    <a:pt x="79" y="151"/>
                    <a:pt x="79" y="151"/>
                  </a:cubicBezTo>
                  <a:cubicBezTo>
                    <a:pt x="87" y="151"/>
                    <a:pt x="94" y="144"/>
                    <a:pt x="94" y="136"/>
                  </a:cubicBezTo>
                  <a:cubicBezTo>
                    <a:pt x="94" y="136"/>
                    <a:pt x="94" y="136"/>
                    <a:pt x="94" y="136"/>
                  </a:cubicBezTo>
                  <a:cubicBezTo>
                    <a:pt x="94" y="136"/>
                    <a:pt x="94" y="136"/>
                    <a:pt x="94" y="136"/>
                  </a:cubicBezTo>
                  <a:cubicBezTo>
                    <a:pt x="94" y="136"/>
                    <a:pt x="94" y="136"/>
                    <a:pt x="94" y="136"/>
                  </a:cubicBezTo>
                  <a:cubicBezTo>
                    <a:pt x="94" y="135"/>
                    <a:pt x="94" y="135"/>
                    <a:pt x="94" y="135"/>
                  </a:cubicBezTo>
                  <a:cubicBezTo>
                    <a:pt x="94" y="134"/>
                    <a:pt x="94" y="126"/>
                    <a:pt x="95" y="121"/>
                  </a:cubicBezTo>
                  <a:cubicBezTo>
                    <a:pt x="95" y="120"/>
                    <a:pt x="95" y="119"/>
                    <a:pt x="96" y="118"/>
                  </a:cubicBezTo>
                  <a:cubicBezTo>
                    <a:pt x="97" y="116"/>
                    <a:pt x="100" y="114"/>
                    <a:pt x="102" y="111"/>
                  </a:cubicBezTo>
                  <a:cubicBezTo>
                    <a:pt x="106" y="106"/>
                    <a:pt x="112" y="101"/>
                    <a:pt x="116" y="93"/>
                  </a:cubicBezTo>
                  <a:cubicBezTo>
                    <a:pt x="120" y="85"/>
                    <a:pt x="123" y="75"/>
                    <a:pt x="123" y="62"/>
                  </a:cubicBezTo>
                  <a:close/>
                  <a:moveTo>
                    <a:pt x="58" y="27"/>
                  </a:moveTo>
                  <a:cubicBezTo>
                    <a:pt x="50" y="27"/>
                    <a:pt x="45" y="29"/>
                    <a:pt x="41" y="32"/>
                  </a:cubicBezTo>
                  <a:cubicBezTo>
                    <a:pt x="37" y="35"/>
                    <a:pt x="34" y="39"/>
                    <a:pt x="32" y="43"/>
                  </a:cubicBezTo>
                  <a:cubicBezTo>
                    <a:pt x="28" y="51"/>
                    <a:pt x="28" y="60"/>
                    <a:pt x="28" y="61"/>
                  </a:cubicBezTo>
                  <a:cubicBezTo>
                    <a:pt x="28" y="61"/>
                    <a:pt x="28" y="61"/>
                    <a:pt x="28" y="61"/>
                  </a:cubicBezTo>
                  <a:cubicBezTo>
                    <a:pt x="28" y="65"/>
                    <a:pt x="25" y="68"/>
                    <a:pt x="21" y="68"/>
                  </a:cubicBezTo>
                  <a:cubicBezTo>
                    <a:pt x="17" y="68"/>
                    <a:pt x="14" y="65"/>
                    <a:pt x="14" y="61"/>
                  </a:cubicBezTo>
                  <a:cubicBezTo>
                    <a:pt x="14" y="61"/>
                    <a:pt x="14" y="57"/>
                    <a:pt x="15" y="52"/>
                  </a:cubicBezTo>
                  <a:cubicBezTo>
                    <a:pt x="16" y="47"/>
                    <a:pt x="18" y="40"/>
                    <a:pt x="22" y="34"/>
                  </a:cubicBezTo>
                  <a:cubicBezTo>
                    <a:pt x="24" y="29"/>
                    <a:pt x="28" y="25"/>
                    <a:pt x="32" y="22"/>
                  </a:cubicBezTo>
                  <a:cubicBezTo>
                    <a:pt x="39" y="17"/>
                    <a:pt x="47" y="14"/>
                    <a:pt x="58" y="13"/>
                  </a:cubicBezTo>
                  <a:cubicBezTo>
                    <a:pt x="62" y="13"/>
                    <a:pt x="65" y="16"/>
                    <a:pt x="65" y="20"/>
                  </a:cubicBezTo>
                  <a:cubicBezTo>
                    <a:pt x="65" y="24"/>
                    <a:pt x="62" y="27"/>
                    <a:pt x="58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5" name="Freeform 55"/>
            <p:cNvSpPr/>
            <p:nvPr/>
          </p:nvSpPr>
          <p:spPr bwMode="auto">
            <a:xfrm>
              <a:off x="7950201" y="3844925"/>
              <a:ext cx="60325" cy="63500"/>
            </a:xfrm>
            <a:custGeom>
              <a:avLst/>
              <a:gdLst>
                <a:gd name="T0" fmla="*/ 8 w 24"/>
                <a:gd name="T1" fmla="*/ 0 h 25"/>
                <a:gd name="T2" fmla="*/ 0 w 24"/>
                <a:gd name="T3" fmla="*/ 10 h 25"/>
                <a:gd name="T4" fmla="*/ 12 w 24"/>
                <a:gd name="T5" fmla="*/ 23 h 25"/>
                <a:gd name="T6" fmla="*/ 22 w 24"/>
                <a:gd name="T7" fmla="*/ 23 h 25"/>
                <a:gd name="T8" fmla="*/ 22 w 24"/>
                <a:gd name="T9" fmla="*/ 13 h 25"/>
                <a:gd name="T10" fmla="*/ 8 w 24"/>
                <a:gd name="T11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" h="25">
                  <a:moveTo>
                    <a:pt x="8" y="0"/>
                  </a:moveTo>
                  <a:cubicBezTo>
                    <a:pt x="6" y="4"/>
                    <a:pt x="3" y="7"/>
                    <a:pt x="0" y="10"/>
                  </a:cubicBezTo>
                  <a:cubicBezTo>
                    <a:pt x="12" y="23"/>
                    <a:pt x="12" y="23"/>
                    <a:pt x="12" y="23"/>
                  </a:cubicBezTo>
                  <a:cubicBezTo>
                    <a:pt x="15" y="25"/>
                    <a:pt x="19" y="25"/>
                    <a:pt x="22" y="23"/>
                  </a:cubicBezTo>
                  <a:cubicBezTo>
                    <a:pt x="24" y="20"/>
                    <a:pt x="24" y="16"/>
                    <a:pt x="22" y="13"/>
                  </a:cubicBez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6" name="Freeform 56"/>
            <p:cNvSpPr/>
            <p:nvPr/>
          </p:nvSpPr>
          <p:spPr bwMode="auto">
            <a:xfrm>
              <a:off x="8004176" y="3705225"/>
              <a:ext cx="76200" cy="33337"/>
            </a:xfrm>
            <a:custGeom>
              <a:avLst/>
              <a:gdLst>
                <a:gd name="T0" fmla="*/ 24 w 30"/>
                <a:gd name="T1" fmla="*/ 0 h 13"/>
                <a:gd name="T2" fmla="*/ 0 w 30"/>
                <a:gd name="T3" fmla="*/ 0 h 13"/>
                <a:gd name="T4" fmla="*/ 0 w 30"/>
                <a:gd name="T5" fmla="*/ 9 h 13"/>
                <a:gd name="T6" fmla="*/ 0 w 30"/>
                <a:gd name="T7" fmla="*/ 13 h 13"/>
                <a:gd name="T8" fmla="*/ 24 w 30"/>
                <a:gd name="T9" fmla="*/ 13 h 13"/>
                <a:gd name="T10" fmla="*/ 30 w 30"/>
                <a:gd name="T11" fmla="*/ 6 h 13"/>
                <a:gd name="T12" fmla="*/ 24 w 30"/>
                <a:gd name="T1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0" h="13">
                  <a:moveTo>
                    <a:pt x="2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6"/>
                    <a:pt x="0" y="9"/>
                  </a:cubicBezTo>
                  <a:cubicBezTo>
                    <a:pt x="0" y="10"/>
                    <a:pt x="0" y="12"/>
                    <a:pt x="0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7" y="13"/>
                    <a:pt x="30" y="10"/>
                    <a:pt x="30" y="6"/>
                  </a:cubicBezTo>
                  <a:cubicBezTo>
                    <a:pt x="30" y="3"/>
                    <a:pt x="27" y="0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 rot="1902839">
            <a:off x="3057129" y="2094821"/>
            <a:ext cx="956454" cy="400149"/>
            <a:chOff x="1150938" y="1535113"/>
            <a:chExt cx="933449" cy="390525"/>
          </a:xfrm>
          <a:solidFill>
            <a:srgbClr val="A6A6A6"/>
          </a:solidFill>
        </p:grpSpPr>
        <p:sp>
          <p:nvSpPr>
            <p:cNvPr id="55" name="Freeform 66"/>
            <p:cNvSpPr/>
            <p:nvPr/>
          </p:nvSpPr>
          <p:spPr bwMode="auto">
            <a:xfrm>
              <a:off x="1150938" y="1677988"/>
              <a:ext cx="293687" cy="247650"/>
            </a:xfrm>
            <a:custGeom>
              <a:avLst/>
              <a:gdLst>
                <a:gd name="T0" fmla="*/ 0 w 115"/>
                <a:gd name="T1" fmla="*/ 30 h 97"/>
                <a:gd name="T2" fmla="*/ 72 w 115"/>
                <a:gd name="T3" fmla="*/ 97 h 97"/>
                <a:gd name="T4" fmla="*/ 115 w 115"/>
                <a:gd name="T5" fmla="*/ 65 h 97"/>
                <a:gd name="T6" fmla="*/ 39 w 115"/>
                <a:gd name="T7" fmla="*/ 0 h 97"/>
                <a:gd name="T8" fmla="*/ 0 w 115"/>
                <a:gd name="T9" fmla="*/ 3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97">
                  <a:moveTo>
                    <a:pt x="0" y="30"/>
                  </a:moveTo>
                  <a:cubicBezTo>
                    <a:pt x="72" y="97"/>
                    <a:pt x="72" y="97"/>
                    <a:pt x="72" y="97"/>
                  </a:cubicBezTo>
                  <a:cubicBezTo>
                    <a:pt x="72" y="97"/>
                    <a:pt x="94" y="80"/>
                    <a:pt x="115" y="65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11" y="20"/>
                    <a:pt x="0" y="30"/>
                    <a:pt x="0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56" name="Freeform 67"/>
            <p:cNvSpPr/>
            <p:nvPr/>
          </p:nvSpPr>
          <p:spPr bwMode="auto">
            <a:xfrm>
              <a:off x="1295400" y="1535113"/>
              <a:ext cx="788987" cy="292100"/>
            </a:xfrm>
            <a:custGeom>
              <a:avLst/>
              <a:gdLst>
                <a:gd name="T0" fmla="*/ 261 w 309"/>
                <a:gd name="T1" fmla="*/ 33 h 114"/>
                <a:gd name="T2" fmla="*/ 205 w 309"/>
                <a:gd name="T3" fmla="*/ 64 h 114"/>
                <a:gd name="T4" fmla="*/ 125 w 309"/>
                <a:gd name="T5" fmla="*/ 55 h 114"/>
                <a:gd name="T6" fmla="*/ 176 w 309"/>
                <a:gd name="T7" fmla="*/ 48 h 114"/>
                <a:gd name="T8" fmla="*/ 217 w 309"/>
                <a:gd name="T9" fmla="*/ 19 h 114"/>
                <a:gd name="T10" fmla="*/ 140 w 309"/>
                <a:gd name="T11" fmla="*/ 14 h 114"/>
                <a:gd name="T12" fmla="*/ 66 w 309"/>
                <a:gd name="T13" fmla="*/ 14 h 114"/>
                <a:gd name="T14" fmla="*/ 0 w 309"/>
                <a:gd name="T15" fmla="*/ 54 h 114"/>
                <a:gd name="T16" fmla="*/ 68 w 309"/>
                <a:gd name="T17" fmla="*/ 114 h 114"/>
                <a:gd name="T18" fmla="*/ 91 w 309"/>
                <a:gd name="T19" fmla="*/ 102 h 114"/>
                <a:gd name="T20" fmla="*/ 205 w 309"/>
                <a:gd name="T21" fmla="*/ 102 h 114"/>
                <a:gd name="T22" fmla="*/ 309 w 309"/>
                <a:gd name="T23" fmla="*/ 19 h 114"/>
                <a:gd name="T24" fmla="*/ 261 w 309"/>
                <a:gd name="T25" fmla="*/ 33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9" h="114">
                  <a:moveTo>
                    <a:pt x="261" y="33"/>
                  </a:moveTo>
                  <a:cubicBezTo>
                    <a:pt x="243" y="49"/>
                    <a:pt x="227" y="60"/>
                    <a:pt x="205" y="64"/>
                  </a:cubicBezTo>
                  <a:cubicBezTo>
                    <a:pt x="170" y="70"/>
                    <a:pt x="135" y="62"/>
                    <a:pt x="125" y="55"/>
                  </a:cubicBezTo>
                  <a:cubicBezTo>
                    <a:pt x="108" y="44"/>
                    <a:pt x="126" y="51"/>
                    <a:pt x="176" y="48"/>
                  </a:cubicBezTo>
                  <a:cubicBezTo>
                    <a:pt x="227" y="45"/>
                    <a:pt x="217" y="19"/>
                    <a:pt x="217" y="19"/>
                  </a:cubicBezTo>
                  <a:cubicBezTo>
                    <a:pt x="206" y="17"/>
                    <a:pt x="193" y="16"/>
                    <a:pt x="140" y="14"/>
                  </a:cubicBezTo>
                  <a:cubicBezTo>
                    <a:pt x="121" y="14"/>
                    <a:pt x="84" y="10"/>
                    <a:pt x="66" y="14"/>
                  </a:cubicBezTo>
                  <a:cubicBezTo>
                    <a:pt x="46" y="18"/>
                    <a:pt x="28" y="35"/>
                    <a:pt x="0" y="54"/>
                  </a:cubicBezTo>
                  <a:cubicBezTo>
                    <a:pt x="68" y="114"/>
                    <a:pt x="68" y="114"/>
                    <a:pt x="68" y="114"/>
                  </a:cubicBezTo>
                  <a:cubicBezTo>
                    <a:pt x="79" y="107"/>
                    <a:pt x="87" y="102"/>
                    <a:pt x="91" y="102"/>
                  </a:cubicBezTo>
                  <a:cubicBezTo>
                    <a:pt x="112" y="102"/>
                    <a:pt x="166" y="107"/>
                    <a:pt x="205" y="102"/>
                  </a:cubicBezTo>
                  <a:cubicBezTo>
                    <a:pt x="282" y="64"/>
                    <a:pt x="309" y="19"/>
                    <a:pt x="309" y="19"/>
                  </a:cubicBezTo>
                  <a:cubicBezTo>
                    <a:pt x="309" y="19"/>
                    <a:pt x="288" y="0"/>
                    <a:pt x="261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4756026" y="3036186"/>
            <a:ext cx="490293" cy="414267"/>
            <a:chOff x="8507413" y="4900613"/>
            <a:chExt cx="706438" cy="596900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42" name="Oval 188"/>
            <p:cNvSpPr>
              <a:spLocks noChangeArrowheads="1"/>
            </p:cNvSpPr>
            <p:nvPr/>
          </p:nvSpPr>
          <p:spPr bwMode="auto">
            <a:xfrm>
              <a:off x="8759826" y="4967288"/>
              <a:ext cx="203200" cy="2032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43" name="Freeform 189"/>
            <p:cNvSpPr/>
            <p:nvPr/>
          </p:nvSpPr>
          <p:spPr bwMode="auto">
            <a:xfrm>
              <a:off x="8683626" y="5189538"/>
              <a:ext cx="357188" cy="307975"/>
            </a:xfrm>
            <a:custGeom>
              <a:avLst/>
              <a:gdLst>
                <a:gd name="T0" fmla="*/ 65 w 95"/>
                <a:gd name="T1" fmla="*/ 0 h 82"/>
                <a:gd name="T2" fmla="*/ 48 w 95"/>
                <a:gd name="T3" fmla="*/ 20 h 82"/>
                <a:gd name="T4" fmla="*/ 31 w 95"/>
                <a:gd name="T5" fmla="*/ 0 h 82"/>
                <a:gd name="T6" fmla="*/ 0 w 95"/>
                <a:gd name="T7" fmla="*/ 51 h 82"/>
                <a:gd name="T8" fmla="*/ 1 w 95"/>
                <a:gd name="T9" fmla="*/ 61 h 82"/>
                <a:gd name="T10" fmla="*/ 48 w 95"/>
                <a:gd name="T11" fmla="*/ 82 h 82"/>
                <a:gd name="T12" fmla="*/ 94 w 95"/>
                <a:gd name="T13" fmla="*/ 61 h 82"/>
                <a:gd name="T14" fmla="*/ 95 w 95"/>
                <a:gd name="T15" fmla="*/ 51 h 82"/>
                <a:gd name="T16" fmla="*/ 65 w 95"/>
                <a:gd name="T17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5" h="82">
                  <a:moveTo>
                    <a:pt x="65" y="0"/>
                  </a:moveTo>
                  <a:cubicBezTo>
                    <a:pt x="48" y="20"/>
                    <a:pt x="48" y="20"/>
                    <a:pt x="48" y="2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13" y="8"/>
                    <a:pt x="0" y="28"/>
                    <a:pt x="0" y="51"/>
                  </a:cubicBezTo>
                  <a:cubicBezTo>
                    <a:pt x="0" y="54"/>
                    <a:pt x="1" y="57"/>
                    <a:pt x="1" y="61"/>
                  </a:cubicBezTo>
                  <a:cubicBezTo>
                    <a:pt x="11" y="73"/>
                    <a:pt x="28" y="82"/>
                    <a:pt x="48" y="82"/>
                  </a:cubicBezTo>
                  <a:cubicBezTo>
                    <a:pt x="67" y="82"/>
                    <a:pt x="84" y="73"/>
                    <a:pt x="94" y="61"/>
                  </a:cubicBezTo>
                  <a:cubicBezTo>
                    <a:pt x="95" y="57"/>
                    <a:pt x="95" y="54"/>
                    <a:pt x="95" y="51"/>
                  </a:cubicBezTo>
                  <a:cubicBezTo>
                    <a:pt x="95" y="28"/>
                    <a:pt x="82" y="7"/>
                    <a:pt x="6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44" name="Freeform 190"/>
            <p:cNvSpPr/>
            <p:nvPr/>
          </p:nvSpPr>
          <p:spPr bwMode="auto">
            <a:xfrm>
              <a:off x="8958263" y="4900613"/>
              <a:ext cx="184150" cy="187325"/>
            </a:xfrm>
            <a:custGeom>
              <a:avLst/>
              <a:gdLst>
                <a:gd name="T0" fmla="*/ 24 w 49"/>
                <a:gd name="T1" fmla="*/ 0 h 50"/>
                <a:gd name="T2" fmla="*/ 0 w 49"/>
                <a:gd name="T3" fmla="*/ 18 h 50"/>
                <a:gd name="T4" fmla="*/ 11 w 49"/>
                <a:gd name="T5" fmla="*/ 45 h 50"/>
                <a:gd name="T6" fmla="*/ 11 w 49"/>
                <a:gd name="T7" fmla="*/ 46 h 50"/>
                <a:gd name="T8" fmla="*/ 24 w 49"/>
                <a:gd name="T9" fmla="*/ 50 h 50"/>
                <a:gd name="T10" fmla="*/ 49 w 49"/>
                <a:gd name="T11" fmla="*/ 25 h 50"/>
                <a:gd name="T12" fmla="*/ 24 w 49"/>
                <a:gd name="T13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50">
                  <a:moveTo>
                    <a:pt x="24" y="0"/>
                  </a:moveTo>
                  <a:cubicBezTo>
                    <a:pt x="12" y="0"/>
                    <a:pt x="2" y="8"/>
                    <a:pt x="0" y="18"/>
                  </a:cubicBezTo>
                  <a:cubicBezTo>
                    <a:pt x="6" y="25"/>
                    <a:pt x="11" y="34"/>
                    <a:pt x="11" y="45"/>
                  </a:cubicBezTo>
                  <a:cubicBezTo>
                    <a:pt x="11" y="45"/>
                    <a:pt x="11" y="46"/>
                    <a:pt x="11" y="46"/>
                  </a:cubicBezTo>
                  <a:cubicBezTo>
                    <a:pt x="14" y="49"/>
                    <a:pt x="19" y="50"/>
                    <a:pt x="24" y="50"/>
                  </a:cubicBezTo>
                  <a:cubicBezTo>
                    <a:pt x="37" y="50"/>
                    <a:pt x="49" y="39"/>
                    <a:pt x="49" y="25"/>
                  </a:cubicBezTo>
                  <a:cubicBezTo>
                    <a:pt x="49" y="11"/>
                    <a:pt x="37" y="0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45" name="Freeform 191"/>
            <p:cNvSpPr/>
            <p:nvPr/>
          </p:nvSpPr>
          <p:spPr bwMode="auto">
            <a:xfrm>
              <a:off x="8575676" y="4900613"/>
              <a:ext cx="187325" cy="187325"/>
            </a:xfrm>
            <a:custGeom>
              <a:avLst/>
              <a:gdLst>
                <a:gd name="T0" fmla="*/ 40 w 50"/>
                <a:gd name="T1" fmla="*/ 45 h 50"/>
                <a:gd name="T2" fmla="*/ 50 w 50"/>
                <a:gd name="T3" fmla="*/ 20 h 50"/>
                <a:gd name="T4" fmla="*/ 25 w 50"/>
                <a:gd name="T5" fmla="*/ 0 h 50"/>
                <a:gd name="T6" fmla="*/ 0 w 50"/>
                <a:gd name="T7" fmla="*/ 25 h 50"/>
                <a:gd name="T8" fmla="*/ 25 w 50"/>
                <a:gd name="T9" fmla="*/ 50 h 50"/>
                <a:gd name="T10" fmla="*/ 40 w 50"/>
                <a:gd name="T11" fmla="*/ 45 h 50"/>
                <a:gd name="T12" fmla="*/ 40 w 50"/>
                <a:gd name="T13" fmla="*/ 45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" h="50">
                  <a:moveTo>
                    <a:pt x="40" y="45"/>
                  </a:moveTo>
                  <a:cubicBezTo>
                    <a:pt x="40" y="35"/>
                    <a:pt x="44" y="26"/>
                    <a:pt x="50" y="20"/>
                  </a:cubicBezTo>
                  <a:cubicBezTo>
                    <a:pt x="48" y="8"/>
                    <a:pt x="37" y="0"/>
                    <a:pt x="25" y="0"/>
                  </a:cubicBezTo>
                  <a:cubicBezTo>
                    <a:pt x="12" y="0"/>
                    <a:pt x="0" y="11"/>
                    <a:pt x="0" y="25"/>
                  </a:cubicBezTo>
                  <a:cubicBezTo>
                    <a:pt x="0" y="39"/>
                    <a:pt x="12" y="50"/>
                    <a:pt x="25" y="50"/>
                  </a:cubicBezTo>
                  <a:cubicBezTo>
                    <a:pt x="31" y="50"/>
                    <a:pt x="36" y="48"/>
                    <a:pt x="40" y="45"/>
                  </a:cubicBezTo>
                  <a:cubicBezTo>
                    <a:pt x="40" y="45"/>
                    <a:pt x="40" y="45"/>
                    <a:pt x="40" y="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46" name="Freeform 192"/>
            <p:cNvSpPr/>
            <p:nvPr/>
          </p:nvSpPr>
          <p:spPr bwMode="auto">
            <a:xfrm>
              <a:off x="8958263" y="5103813"/>
              <a:ext cx="255588" cy="285750"/>
            </a:xfrm>
            <a:custGeom>
              <a:avLst/>
              <a:gdLst>
                <a:gd name="T0" fmla="*/ 40 w 68"/>
                <a:gd name="T1" fmla="*/ 0 h 76"/>
                <a:gd name="T2" fmla="*/ 24 w 68"/>
                <a:gd name="T3" fmla="*/ 19 h 76"/>
                <a:gd name="T4" fmla="*/ 9 w 68"/>
                <a:gd name="T5" fmla="*/ 2 h 76"/>
                <a:gd name="T6" fmla="*/ 0 w 68"/>
                <a:gd name="T7" fmla="*/ 16 h 76"/>
                <a:gd name="T8" fmla="*/ 32 w 68"/>
                <a:gd name="T9" fmla="*/ 74 h 76"/>
                <a:gd name="T10" fmla="*/ 31 w 68"/>
                <a:gd name="T11" fmla="*/ 76 h 76"/>
                <a:gd name="T12" fmla="*/ 67 w 68"/>
                <a:gd name="T13" fmla="*/ 57 h 76"/>
                <a:gd name="T14" fmla="*/ 68 w 68"/>
                <a:gd name="T15" fmla="*/ 48 h 76"/>
                <a:gd name="T16" fmla="*/ 40 w 68"/>
                <a:gd name="T17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8" h="76">
                  <a:moveTo>
                    <a:pt x="40" y="0"/>
                  </a:moveTo>
                  <a:cubicBezTo>
                    <a:pt x="24" y="19"/>
                    <a:pt x="24" y="19"/>
                    <a:pt x="24" y="19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7" y="7"/>
                    <a:pt x="4" y="12"/>
                    <a:pt x="0" y="16"/>
                  </a:cubicBezTo>
                  <a:cubicBezTo>
                    <a:pt x="19" y="27"/>
                    <a:pt x="32" y="49"/>
                    <a:pt x="32" y="74"/>
                  </a:cubicBezTo>
                  <a:cubicBezTo>
                    <a:pt x="32" y="75"/>
                    <a:pt x="31" y="75"/>
                    <a:pt x="31" y="76"/>
                  </a:cubicBezTo>
                  <a:cubicBezTo>
                    <a:pt x="46" y="74"/>
                    <a:pt x="59" y="67"/>
                    <a:pt x="67" y="57"/>
                  </a:cubicBezTo>
                  <a:cubicBezTo>
                    <a:pt x="68" y="54"/>
                    <a:pt x="68" y="51"/>
                    <a:pt x="68" y="48"/>
                  </a:cubicBezTo>
                  <a:cubicBezTo>
                    <a:pt x="68" y="26"/>
                    <a:pt x="56" y="8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47" name="Freeform 193"/>
            <p:cNvSpPr/>
            <p:nvPr/>
          </p:nvSpPr>
          <p:spPr bwMode="auto">
            <a:xfrm>
              <a:off x="8507413" y="5103813"/>
              <a:ext cx="258763" cy="285750"/>
            </a:xfrm>
            <a:custGeom>
              <a:avLst/>
              <a:gdLst>
                <a:gd name="T0" fmla="*/ 38 w 69"/>
                <a:gd name="T1" fmla="*/ 74 h 76"/>
                <a:gd name="T2" fmla="*/ 69 w 69"/>
                <a:gd name="T3" fmla="*/ 17 h 76"/>
                <a:gd name="T4" fmla="*/ 59 w 69"/>
                <a:gd name="T5" fmla="*/ 0 h 76"/>
                <a:gd name="T6" fmla="*/ 59 w 69"/>
                <a:gd name="T7" fmla="*/ 0 h 76"/>
                <a:gd name="T8" fmla="*/ 44 w 69"/>
                <a:gd name="T9" fmla="*/ 19 h 76"/>
                <a:gd name="T10" fmla="*/ 28 w 69"/>
                <a:gd name="T11" fmla="*/ 1 h 76"/>
                <a:gd name="T12" fmla="*/ 0 w 69"/>
                <a:gd name="T13" fmla="*/ 48 h 76"/>
                <a:gd name="T14" fmla="*/ 0 w 69"/>
                <a:gd name="T15" fmla="*/ 57 h 76"/>
                <a:gd name="T16" fmla="*/ 38 w 69"/>
                <a:gd name="T17" fmla="*/ 76 h 76"/>
                <a:gd name="T18" fmla="*/ 38 w 69"/>
                <a:gd name="T19" fmla="*/ 74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" h="76">
                  <a:moveTo>
                    <a:pt x="38" y="74"/>
                  </a:moveTo>
                  <a:cubicBezTo>
                    <a:pt x="38" y="49"/>
                    <a:pt x="50" y="28"/>
                    <a:pt x="69" y="17"/>
                  </a:cubicBezTo>
                  <a:cubicBezTo>
                    <a:pt x="65" y="12"/>
                    <a:pt x="61" y="7"/>
                    <a:pt x="59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12" y="8"/>
                    <a:pt x="0" y="26"/>
                    <a:pt x="0" y="48"/>
                  </a:cubicBezTo>
                  <a:cubicBezTo>
                    <a:pt x="0" y="51"/>
                    <a:pt x="0" y="54"/>
                    <a:pt x="0" y="57"/>
                  </a:cubicBezTo>
                  <a:cubicBezTo>
                    <a:pt x="9" y="67"/>
                    <a:pt x="22" y="75"/>
                    <a:pt x="38" y="76"/>
                  </a:cubicBezTo>
                  <a:cubicBezTo>
                    <a:pt x="38" y="75"/>
                    <a:pt x="38" y="75"/>
                    <a:pt x="38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</p:grpSp>
      <p:grpSp>
        <p:nvGrpSpPr>
          <p:cNvPr id="63" name="组合 62"/>
          <p:cNvGrpSpPr/>
          <p:nvPr/>
        </p:nvGrpSpPr>
        <p:grpSpPr>
          <a:xfrm rot="20210485" flipH="1">
            <a:off x="4836802" y="3266136"/>
            <a:ext cx="795539" cy="354740"/>
            <a:chOff x="1150938" y="1535113"/>
            <a:chExt cx="933449" cy="390525"/>
          </a:xfrm>
          <a:solidFill>
            <a:srgbClr val="A6A6A6"/>
          </a:solidFill>
        </p:grpSpPr>
        <p:sp>
          <p:nvSpPr>
            <p:cNvPr id="64" name="Freeform 66"/>
            <p:cNvSpPr/>
            <p:nvPr/>
          </p:nvSpPr>
          <p:spPr bwMode="auto">
            <a:xfrm>
              <a:off x="1150938" y="1677988"/>
              <a:ext cx="293687" cy="247650"/>
            </a:xfrm>
            <a:custGeom>
              <a:avLst/>
              <a:gdLst>
                <a:gd name="T0" fmla="*/ 0 w 115"/>
                <a:gd name="T1" fmla="*/ 30 h 97"/>
                <a:gd name="T2" fmla="*/ 72 w 115"/>
                <a:gd name="T3" fmla="*/ 97 h 97"/>
                <a:gd name="T4" fmla="*/ 115 w 115"/>
                <a:gd name="T5" fmla="*/ 65 h 97"/>
                <a:gd name="T6" fmla="*/ 39 w 115"/>
                <a:gd name="T7" fmla="*/ 0 h 97"/>
                <a:gd name="T8" fmla="*/ 0 w 115"/>
                <a:gd name="T9" fmla="*/ 3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97">
                  <a:moveTo>
                    <a:pt x="0" y="30"/>
                  </a:moveTo>
                  <a:cubicBezTo>
                    <a:pt x="72" y="97"/>
                    <a:pt x="72" y="97"/>
                    <a:pt x="72" y="97"/>
                  </a:cubicBezTo>
                  <a:cubicBezTo>
                    <a:pt x="72" y="97"/>
                    <a:pt x="94" y="80"/>
                    <a:pt x="115" y="65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11" y="20"/>
                    <a:pt x="0" y="30"/>
                    <a:pt x="0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65" name="Freeform 67"/>
            <p:cNvSpPr/>
            <p:nvPr/>
          </p:nvSpPr>
          <p:spPr bwMode="auto">
            <a:xfrm>
              <a:off x="1295400" y="1535113"/>
              <a:ext cx="788987" cy="292100"/>
            </a:xfrm>
            <a:custGeom>
              <a:avLst/>
              <a:gdLst>
                <a:gd name="T0" fmla="*/ 261 w 309"/>
                <a:gd name="T1" fmla="*/ 33 h 114"/>
                <a:gd name="T2" fmla="*/ 205 w 309"/>
                <a:gd name="T3" fmla="*/ 64 h 114"/>
                <a:gd name="T4" fmla="*/ 125 w 309"/>
                <a:gd name="T5" fmla="*/ 55 h 114"/>
                <a:gd name="T6" fmla="*/ 176 w 309"/>
                <a:gd name="T7" fmla="*/ 48 h 114"/>
                <a:gd name="T8" fmla="*/ 217 w 309"/>
                <a:gd name="T9" fmla="*/ 19 h 114"/>
                <a:gd name="T10" fmla="*/ 140 w 309"/>
                <a:gd name="T11" fmla="*/ 14 h 114"/>
                <a:gd name="T12" fmla="*/ 66 w 309"/>
                <a:gd name="T13" fmla="*/ 14 h 114"/>
                <a:gd name="T14" fmla="*/ 0 w 309"/>
                <a:gd name="T15" fmla="*/ 54 h 114"/>
                <a:gd name="T16" fmla="*/ 68 w 309"/>
                <a:gd name="T17" fmla="*/ 114 h 114"/>
                <a:gd name="T18" fmla="*/ 91 w 309"/>
                <a:gd name="T19" fmla="*/ 102 h 114"/>
                <a:gd name="T20" fmla="*/ 205 w 309"/>
                <a:gd name="T21" fmla="*/ 102 h 114"/>
                <a:gd name="T22" fmla="*/ 309 w 309"/>
                <a:gd name="T23" fmla="*/ 19 h 114"/>
                <a:gd name="T24" fmla="*/ 261 w 309"/>
                <a:gd name="T25" fmla="*/ 33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9" h="114">
                  <a:moveTo>
                    <a:pt x="261" y="33"/>
                  </a:moveTo>
                  <a:cubicBezTo>
                    <a:pt x="243" y="49"/>
                    <a:pt x="227" y="60"/>
                    <a:pt x="205" y="64"/>
                  </a:cubicBezTo>
                  <a:cubicBezTo>
                    <a:pt x="170" y="70"/>
                    <a:pt x="135" y="62"/>
                    <a:pt x="125" y="55"/>
                  </a:cubicBezTo>
                  <a:cubicBezTo>
                    <a:pt x="108" y="44"/>
                    <a:pt x="126" y="51"/>
                    <a:pt x="176" y="48"/>
                  </a:cubicBezTo>
                  <a:cubicBezTo>
                    <a:pt x="227" y="45"/>
                    <a:pt x="217" y="19"/>
                    <a:pt x="217" y="19"/>
                  </a:cubicBezTo>
                  <a:cubicBezTo>
                    <a:pt x="206" y="17"/>
                    <a:pt x="193" y="16"/>
                    <a:pt x="140" y="14"/>
                  </a:cubicBezTo>
                  <a:cubicBezTo>
                    <a:pt x="121" y="14"/>
                    <a:pt x="84" y="10"/>
                    <a:pt x="66" y="14"/>
                  </a:cubicBezTo>
                  <a:cubicBezTo>
                    <a:pt x="46" y="18"/>
                    <a:pt x="28" y="35"/>
                    <a:pt x="0" y="54"/>
                  </a:cubicBezTo>
                  <a:cubicBezTo>
                    <a:pt x="68" y="114"/>
                    <a:pt x="68" y="114"/>
                    <a:pt x="68" y="114"/>
                  </a:cubicBezTo>
                  <a:cubicBezTo>
                    <a:pt x="79" y="107"/>
                    <a:pt x="87" y="102"/>
                    <a:pt x="91" y="102"/>
                  </a:cubicBezTo>
                  <a:cubicBezTo>
                    <a:pt x="112" y="102"/>
                    <a:pt x="166" y="107"/>
                    <a:pt x="205" y="102"/>
                  </a:cubicBezTo>
                  <a:cubicBezTo>
                    <a:pt x="282" y="64"/>
                    <a:pt x="309" y="19"/>
                    <a:pt x="309" y="19"/>
                  </a:cubicBezTo>
                  <a:cubicBezTo>
                    <a:pt x="309" y="19"/>
                    <a:pt x="288" y="0"/>
                    <a:pt x="261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</p:grpSp>
      <p:cxnSp>
        <p:nvCxnSpPr>
          <p:cNvPr id="66" name="直接连接符 65"/>
          <p:cNvCxnSpPr/>
          <p:nvPr/>
        </p:nvCxnSpPr>
        <p:spPr>
          <a:xfrm>
            <a:off x="1303023" y="2288971"/>
            <a:ext cx="1760220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"/>
          <p:cNvSpPr txBox="1">
            <a:spLocks noChangeArrowheads="1"/>
          </p:cNvSpPr>
          <p:nvPr/>
        </p:nvSpPr>
        <p:spPr bwMode="auto">
          <a:xfrm>
            <a:off x="829310" y="2254885"/>
            <a:ext cx="2339975" cy="20783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noAutofit/>
          </a:bodyPr>
          <a:lstStyle/>
          <a:p>
            <a:pPr algn="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+mn-ea"/>
              </a:rPr>
              <a:t>在线教育云平台旨在建立学校学生为一体的一站式人才赋能、供给在线教育生态平台，建立班级管理，课程管理，教室管理，学生管理，学习中心等一系列学习生态链</a:t>
            </a:r>
            <a:endParaRPr lang="zh-CN" altLang="en-US" sz="11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+mn-ea"/>
            </a:endParaRPr>
          </a:p>
        </p:txBody>
      </p:sp>
      <p:cxnSp>
        <p:nvCxnSpPr>
          <p:cNvPr id="68" name="直接连接符 67"/>
          <p:cNvCxnSpPr/>
          <p:nvPr/>
        </p:nvCxnSpPr>
        <p:spPr>
          <a:xfrm>
            <a:off x="5767764" y="3417617"/>
            <a:ext cx="163688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6"/>
          <p:cNvSpPr txBox="1">
            <a:spLocks noChangeArrowheads="1"/>
          </p:cNvSpPr>
          <p:nvPr/>
        </p:nvSpPr>
        <p:spPr bwMode="auto">
          <a:xfrm>
            <a:off x="5657205" y="2551332"/>
            <a:ext cx="2024459" cy="598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+mn-ea"/>
              </a:rPr>
              <a:t>一级管理员：校领导</a:t>
            </a:r>
            <a:endParaRPr lang="zh-CN" altLang="en-US" sz="11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+mn-ea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+mn-ea"/>
              </a:rPr>
              <a:t>二级管理员：老师</a:t>
            </a:r>
            <a:endParaRPr lang="zh-CN" altLang="zh-CN" sz="11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2" name="等腰三角形 1"/>
          <p:cNvSpPr/>
          <p:nvPr/>
        </p:nvSpPr>
        <p:spPr>
          <a:xfrm rot="16200000">
            <a:off x="4267570" y="1684841"/>
            <a:ext cx="177222" cy="165100"/>
          </a:xfrm>
          <a:prstGeom prst="triangl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48" name="等腰三角形 47"/>
          <p:cNvSpPr/>
          <p:nvPr/>
        </p:nvSpPr>
        <p:spPr>
          <a:xfrm rot="5400000">
            <a:off x="4294761" y="3642761"/>
            <a:ext cx="162686" cy="165100"/>
          </a:xfrm>
          <a:prstGeom prst="triangl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504200" y="1934543"/>
            <a:ext cx="99568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+mn-ea"/>
              </a:rPr>
              <a:t>研发目的</a:t>
            </a:r>
            <a:endParaRPr lang="zh-CN" altLang="en-US" sz="1600" dirty="0">
              <a:cs typeface="+mn-ea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5657205" y="3428703"/>
            <a:ext cx="99568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+mn-ea"/>
              </a:rPr>
              <a:t>角色描述</a:t>
            </a:r>
            <a:endParaRPr lang="zh-CN" altLang="en-US" sz="1600" dirty="0">
              <a:cs typeface="+mn-ea"/>
            </a:endParaRPr>
          </a:p>
        </p:txBody>
      </p:sp>
      <p:sp>
        <p:nvSpPr>
          <p:cNvPr id="50" name="TextBox 6"/>
          <p:cNvSpPr txBox="1">
            <a:spLocks noChangeArrowheads="1"/>
          </p:cNvSpPr>
          <p:nvPr/>
        </p:nvSpPr>
        <p:spPr bwMode="auto">
          <a:xfrm>
            <a:off x="3473783" y="434492"/>
            <a:ext cx="205105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0" lang="zh-CN" sz="18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+mn-ea"/>
              </a:rPr>
              <a:t>项目介绍</a:t>
            </a:r>
            <a:endParaRPr kumimoji="0" lang="zh-CN" sz="18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cs typeface="+mn-ea"/>
            </a:endParaRPr>
          </a:p>
        </p:txBody>
      </p:sp>
      <p:sp>
        <p:nvSpPr>
          <p:cNvPr id="35" name="TextBox 6"/>
          <p:cNvSpPr txBox="1">
            <a:spLocks noChangeArrowheads="1"/>
          </p:cNvSpPr>
          <p:nvPr/>
        </p:nvSpPr>
        <p:spPr bwMode="auto">
          <a:xfrm>
            <a:off x="875781" y="670698"/>
            <a:ext cx="1450582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4800" u="none" strike="noStrike" cap="none" normalizeH="0" baseline="0" dirty="0">
                <a:ln>
                  <a:noFill/>
                </a:ln>
                <a:solidFill>
                  <a:srgbClr val="577188"/>
                </a:solidFill>
                <a:effectLst/>
                <a:latin typeface="Impact" panose="020B0806030902050204" pitchFamily="34" charset="0"/>
                <a:cs typeface="+mn-ea"/>
              </a:rPr>
              <a:t>02</a:t>
            </a:r>
            <a:endParaRPr kumimoji="0" lang="zh-CN" sz="4400" u="none" strike="noStrike" cap="none" normalizeH="0" baseline="0" dirty="0">
              <a:ln>
                <a:noFill/>
              </a:ln>
              <a:solidFill>
                <a:srgbClr val="577188"/>
              </a:solidFill>
              <a:effectLst/>
              <a:latin typeface="Impact" panose="020B0806030902050204" pitchFamily="34" charset="0"/>
              <a:cs typeface="+mn-ea"/>
            </a:endParaRPr>
          </a:p>
        </p:txBody>
      </p:sp>
      <p:sp>
        <p:nvSpPr>
          <p:cNvPr id="3" name="TextBox 6"/>
          <p:cNvSpPr txBox="1">
            <a:spLocks noChangeArrowheads="1"/>
          </p:cNvSpPr>
          <p:nvPr/>
        </p:nvSpPr>
        <p:spPr bwMode="auto">
          <a:xfrm>
            <a:off x="914003" y="301951"/>
            <a:ext cx="13169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577188"/>
                </a:solidFill>
                <a:effectLst/>
                <a:latin typeface="+mn-ea"/>
                <a:cs typeface="+mn-ea"/>
              </a:rPr>
              <a:t>PART</a:t>
            </a:r>
            <a:endParaRPr kumimoji="0" lang="zh-CN" sz="1800" b="0" i="0" u="none" strike="noStrike" cap="none" normalizeH="0" baseline="0" dirty="0">
              <a:ln>
                <a:noFill/>
              </a:ln>
              <a:solidFill>
                <a:srgbClr val="577188"/>
              </a:solidFill>
              <a:effectLst/>
              <a:latin typeface="Arial" panose="020B0604020202020204" pitchFamily="34" charset="0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"/>
                            </p:stCondLst>
                            <p:childTnLst>
                              <p:par>
                                <p:cTn id="6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3000"/>
                            </p:stCondLst>
                            <p:childTnLst>
                              <p:par>
                                <p:cTn id="72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35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67" grpId="0"/>
      <p:bldP spid="71" grpId="0"/>
      <p:bldP spid="2" grpId="0" animBg="1"/>
      <p:bldP spid="48" grpId="0" animBg="1"/>
      <p:bldP spid="6" grpId="0"/>
      <p:bldP spid="51" grpId="0"/>
      <p:bldP spid="35" grpId="0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任意多边形 74"/>
          <p:cNvSpPr/>
          <p:nvPr/>
        </p:nvSpPr>
        <p:spPr>
          <a:xfrm rot="1864238">
            <a:off x="4209321" y="1890238"/>
            <a:ext cx="1478451" cy="881776"/>
          </a:xfrm>
          <a:custGeom>
            <a:avLst/>
            <a:gdLst>
              <a:gd name="connsiteX0" fmla="*/ 0 w 1478451"/>
              <a:gd name="connsiteY0" fmla="*/ 27918 h 881776"/>
              <a:gd name="connsiteX1" fmla="*/ 20649 w 1478451"/>
              <a:gd name="connsiteY1" fmla="*/ 16710 h 881776"/>
              <a:gd name="connsiteX2" fmla="*/ 103419 w 1478451"/>
              <a:gd name="connsiteY2" fmla="*/ 0 h 881776"/>
              <a:gd name="connsiteX3" fmla="*/ 869568 w 1478451"/>
              <a:gd name="connsiteY3" fmla="*/ 0 h 881776"/>
              <a:gd name="connsiteX4" fmla="*/ 952338 w 1478451"/>
              <a:gd name="connsiteY4" fmla="*/ 16711 h 881776"/>
              <a:gd name="connsiteX5" fmla="*/ 974779 w 1478451"/>
              <a:gd name="connsiteY5" fmla="*/ 28891 h 881776"/>
              <a:gd name="connsiteX6" fmla="*/ 977098 w 1478451"/>
              <a:gd name="connsiteY6" fmla="*/ 29756 h 881776"/>
              <a:gd name="connsiteX7" fmla="*/ 982692 w 1478451"/>
              <a:gd name="connsiteY7" fmla="*/ 33186 h 881776"/>
              <a:gd name="connsiteX8" fmla="*/ 988458 w 1478451"/>
              <a:gd name="connsiteY8" fmla="*/ 36316 h 881776"/>
              <a:gd name="connsiteX9" fmla="*/ 990368 w 1478451"/>
              <a:gd name="connsiteY9" fmla="*/ 37891 h 881776"/>
              <a:gd name="connsiteX10" fmla="*/ 1012137 w 1478451"/>
              <a:gd name="connsiteY10" fmla="*/ 51235 h 881776"/>
              <a:gd name="connsiteX11" fmla="*/ 1067993 w 1478451"/>
              <a:gd name="connsiteY11" fmla="*/ 114561 h 881776"/>
              <a:gd name="connsiteX12" fmla="*/ 1451068 w 1478451"/>
              <a:gd name="connsiteY12" fmla="*/ 778066 h 881776"/>
              <a:gd name="connsiteX13" fmla="*/ 1477982 w 1478451"/>
              <a:gd name="connsiteY13" fmla="*/ 858103 h 881776"/>
              <a:gd name="connsiteX14" fmla="*/ 1478451 w 1478451"/>
              <a:gd name="connsiteY14" fmla="*/ 875948 h 881776"/>
              <a:gd name="connsiteX15" fmla="*/ 1166621 w 1478451"/>
              <a:gd name="connsiteY15" fmla="*/ 881776 h 881776"/>
              <a:gd name="connsiteX16" fmla="*/ 1166284 w 1478451"/>
              <a:gd name="connsiteY16" fmla="*/ 868958 h 881776"/>
              <a:gd name="connsiteX17" fmla="*/ 1147831 w 1478451"/>
              <a:gd name="connsiteY17" fmla="*/ 814082 h 881776"/>
              <a:gd name="connsiteX18" fmla="*/ 885186 w 1478451"/>
              <a:gd name="connsiteY18" fmla="*/ 359166 h 881776"/>
              <a:gd name="connsiteX19" fmla="*/ 846889 w 1478451"/>
              <a:gd name="connsiteY19" fmla="*/ 315748 h 881776"/>
              <a:gd name="connsiteX20" fmla="*/ 831963 w 1478451"/>
              <a:gd name="connsiteY20" fmla="*/ 306599 h 881776"/>
              <a:gd name="connsiteX21" fmla="*/ 830654 w 1478451"/>
              <a:gd name="connsiteY21" fmla="*/ 305520 h 881776"/>
              <a:gd name="connsiteX22" fmla="*/ 826701 w 1478451"/>
              <a:gd name="connsiteY22" fmla="*/ 303373 h 881776"/>
              <a:gd name="connsiteX23" fmla="*/ 822865 w 1478451"/>
              <a:gd name="connsiteY23" fmla="*/ 301022 h 881776"/>
              <a:gd name="connsiteX24" fmla="*/ 821275 w 1478451"/>
              <a:gd name="connsiteY24" fmla="*/ 300428 h 881776"/>
              <a:gd name="connsiteX25" fmla="*/ 805889 w 1478451"/>
              <a:gd name="connsiteY25" fmla="*/ 292077 h 881776"/>
              <a:gd name="connsiteX26" fmla="*/ 749140 w 1478451"/>
              <a:gd name="connsiteY26" fmla="*/ 280620 h 881776"/>
              <a:gd name="connsiteX27" fmla="*/ 223848 w 1478451"/>
              <a:gd name="connsiteY27" fmla="*/ 280620 h 881776"/>
              <a:gd name="connsiteX28" fmla="*/ 167098 w 1478451"/>
              <a:gd name="connsiteY28" fmla="*/ 292077 h 881776"/>
              <a:gd name="connsiteX29" fmla="*/ 161121 w 1478451"/>
              <a:gd name="connsiteY29" fmla="*/ 295321 h 881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478451" h="881776">
                <a:moveTo>
                  <a:pt x="0" y="27918"/>
                </a:moveTo>
                <a:lnTo>
                  <a:pt x="20649" y="16710"/>
                </a:lnTo>
                <a:cubicBezTo>
                  <a:pt x="46088" y="5950"/>
                  <a:pt x="74059" y="0"/>
                  <a:pt x="103419" y="0"/>
                </a:cubicBezTo>
                <a:lnTo>
                  <a:pt x="869568" y="0"/>
                </a:lnTo>
                <a:cubicBezTo>
                  <a:pt x="898928" y="0"/>
                  <a:pt x="926898" y="5950"/>
                  <a:pt x="952338" y="16711"/>
                </a:cubicBezTo>
                <a:lnTo>
                  <a:pt x="974779" y="28891"/>
                </a:lnTo>
                <a:lnTo>
                  <a:pt x="977098" y="29756"/>
                </a:lnTo>
                <a:lnTo>
                  <a:pt x="982692" y="33186"/>
                </a:lnTo>
                <a:lnTo>
                  <a:pt x="988458" y="36316"/>
                </a:lnTo>
                <a:lnTo>
                  <a:pt x="990368" y="37891"/>
                </a:lnTo>
                <a:lnTo>
                  <a:pt x="1012137" y="51235"/>
                </a:lnTo>
                <a:cubicBezTo>
                  <a:pt x="1034175" y="67887"/>
                  <a:pt x="1053314" y="89135"/>
                  <a:pt x="1067993" y="114561"/>
                </a:cubicBezTo>
                <a:lnTo>
                  <a:pt x="1451068" y="778066"/>
                </a:lnTo>
                <a:cubicBezTo>
                  <a:pt x="1465748" y="803493"/>
                  <a:pt x="1474580" y="830691"/>
                  <a:pt x="1477982" y="858103"/>
                </a:cubicBezTo>
                <a:lnTo>
                  <a:pt x="1478451" y="875948"/>
                </a:lnTo>
                <a:lnTo>
                  <a:pt x="1166621" y="881776"/>
                </a:lnTo>
                <a:lnTo>
                  <a:pt x="1166284" y="868958"/>
                </a:lnTo>
                <a:cubicBezTo>
                  <a:pt x="1163951" y="850162"/>
                  <a:pt x="1157897" y="831516"/>
                  <a:pt x="1147831" y="814082"/>
                </a:cubicBezTo>
                <a:lnTo>
                  <a:pt x="885186" y="359166"/>
                </a:lnTo>
                <a:cubicBezTo>
                  <a:pt x="875120" y="341734"/>
                  <a:pt x="861998" y="327165"/>
                  <a:pt x="846889" y="315748"/>
                </a:cubicBezTo>
                <a:lnTo>
                  <a:pt x="831963" y="306599"/>
                </a:lnTo>
                <a:lnTo>
                  <a:pt x="830654" y="305520"/>
                </a:lnTo>
                <a:lnTo>
                  <a:pt x="826701" y="303373"/>
                </a:lnTo>
                <a:lnTo>
                  <a:pt x="822865" y="301022"/>
                </a:lnTo>
                <a:lnTo>
                  <a:pt x="821275" y="300428"/>
                </a:lnTo>
                <a:lnTo>
                  <a:pt x="805889" y="292077"/>
                </a:lnTo>
                <a:cubicBezTo>
                  <a:pt x="788447" y="284700"/>
                  <a:pt x="769269" y="280620"/>
                  <a:pt x="749140" y="280620"/>
                </a:cubicBezTo>
                <a:lnTo>
                  <a:pt x="223848" y="280620"/>
                </a:lnTo>
                <a:cubicBezTo>
                  <a:pt x="203718" y="280620"/>
                  <a:pt x="184541" y="284700"/>
                  <a:pt x="167098" y="292077"/>
                </a:cubicBezTo>
                <a:lnTo>
                  <a:pt x="161121" y="295321"/>
                </a:lnTo>
                <a:close/>
              </a:path>
            </a:pathLst>
          </a:custGeom>
          <a:solidFill>
            <a:srgbClr val="57718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74" name="任意多边形 73"/>
          <p:cNvSpPr/>
          <p:nvPr/>
        </p:nvSpPr>
        <p:spPr>
          <a:xfrm rot="1864238">
            <a:off x="3601936" y="1390929"/>
            <a:ext cx="641524" cy="1702644"/>
          </a:xfrm>
          <a:custGeom>
            <a:avLst/>
            <a:gdLst>
              <a:gd name="connsiteX0" fmla="*/ 480561 w 641524"/>
              <a:gd name="connsiteY0" fmla="*/ 0 h 1702644"/>
              <a:gd name="connsiteX1" fmla="*/ 641524 w 641524"/>
              <a:gd name="connsiteY1" fmla="*/ 267139 h 1702644"/>
              <a:gd name="connsiteX2" fmla="*/ 632176 w 641524"/>
              <a:gd name="connsiteY2" fmla="*/ 272870 h 1702644"/>
              <a:gd name="connsiteX3" fmla="*/ 593878 w 641524"/>
              <a:gd name="connsiteY3" fmla="*/ 316288 h 1702644"/>
              <a:gd name="connsiteX4" fmla="*/ 331233 w 641524"/>
              <a:gd name="connsiteY4" fmla="*/ 771204 h 1702644"/>
              <a:gd name="connsiteX5" fmla="*/ 312780 w 641524"/>
              <a:gd name="connsiteY5" fmla="*/ 826079 h 1702644"/>
              <a:gd name="connsiteX6" fmla="*/ 312320 w 641524"/>
              <a:gd name="connsiteY6" fmla="*/ 843581 h 1702644"/>
              <a:gd name="connsiteX7" fmla="*/ 312039 w 641524"/>
              <a:gd name="connsiteY7" fmla="*/ 845252 h 1702644"/>
              <a:gd name="connsiteX8" fmla="*/ 312157 w 641524"/>
              <a:gd name="connsiteY8" fmla="*/ 849746 h 1702644"/>
              <a:gd name="connsiteX9" fmla="*/ 312039 w 641524"/>
              <a:gd name="connsiteY9" fmla="*/ 854247 h 1702644"/>
              <a:gd name="connsiteX10" fmla="*/ 312320 w 641524"/>
              <a:gd name="connsiteY10" fmla="*/ 855922 h 1702644"/>
              <a:gd name="connsiteX11" fmla="*/ 312781 w 641524"/>
              <a:gd name="connsiteY11" fmla="*/ 873421 h 1702644"/>
              <a:gd name="connsiteX12" fmla="*/ 331233 w 641524"/>
              <a:gd name="connsiteY12" fmla="*/ 928296 h 1702644"/>
              <a:gd name="connsiteX13" fmla="*/ 593878 w 641524"/>
              <a:gd name="connsiteY13" fmla="*/ 1383212 h 1702644"/>
              <a:gd name="connsiteX14" fmla="*/ 632176 w 641524"/>
              <a:gd name="connsiteY14" fmla="*/ 1426630 h 1702644"/>
              <a:gd name="connsiteX15" fmla="*/ 637425 w 641524"/>
              <a:gd name="connsiteY15" fmla="*/ 1429511 h 1702644"/>
              <a:gd name="connsiteX16" fmla="*/ 486464 w 641524"/>
              <a:gd name="connsiteY16" fmla="*/ 1702644 h 1702644"/>
              <a:gd name="connsiteX17" fmla="*/ 483633 w 641524"/>
              <a:gd name="connsiteY17" fmla="*/ 1700309 h 1702644"/>
              <a:gd name="connsiteX18" fmla="*/ 466926 w 641524"/>
              <a:gd name="connsiteY18" fmla="*/ 1691141 h 1702644"/>
              <a:gd name="connsiteX19" fmla="*/ 411070 w 641524"/>
              <a:gd name="connsiteY19" fmla="*/ 1627815 h 1702644"/>
              <a:gd name="connsiteX20" fmla="*/ 27995 w 641524"/>
              <a:gd name="connsiteY20" fmla="*/ 964310 h 1702644"/>
              <a:gd name="connsiteX21" fmla="*/ 1082 w 641524"/>
              <a:gd name="connsiteY21" fmla="*/ 884274 h 1702644"/>
              <a:gd name="connsiteX22" fmla="*/ 410 w 641524"/>
              <a:gd name="connsiteY22" fmla="*/ 858751 h 1702644"/>
              <a:gd name="connsiteX23" fmla="*/ 0 w 641524"/>
              <a:gd name="connsiteY23" fmla="*/ 856308 h 1702644"/>
              <a:gd name="connsiteX24" fmla="*/ 173 w 641524"/>
              <a:gd name="connsiteY24" fmla="*/ 849744 h 1702644"/>
              <a:gd name="connsiteX25" fmla="*/ 0 w 641524"/>
              <a:gd name="connsiteY25" fmla="*/ 843190 h 1702644"/>
              <a:gd name="connsiteX26" fmla="*/ 410 w 641524"/>
              <a:gd name="connsiteY26" fmla="*/ 840751 h 1702644"/>
              <a:gd name="connsiteX27" fmla="*/ 1082 w 641524"/>
              <a:gd name="connsiteY27" fmla="*/ 815224 h 1702644"/>
              <a:gd name="connsiteX28" fmla="*/ 27995 w 641524"/>
              <a:gd name="connsiteY28" fmla="*/ 735188 h 1702644"/>
              <a:gd name="connsiteX29" fmla="*/ 411069 w 641524"/>
              <a:gd name="connsiteY29" fmla="*/ 71684 h 1702644"/>
              <a:gd name="connsiteX30" fmla="*/ 466927 w 641524"/>
              <a:gd name="connsiteY30" fmla="*/ 8357 h 1702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641524" h="1702644">
                <a:moveTo>
                  <a:pt x="480561" y="0"/>
                </a:moveTo>
                <a:lnTo>
                  <a:pt x="641524" y="267139"/>
                </a:lnTo>
                <a:lnTo>
                  <a:pt x="632176" y="272870"/>
                </a:lnTo>
                <a:cubicBezTo>
                  <a:pt x="617065" y="284287"/>
                  <a:pt x="603944" y="298855"/>
                  <a:pt x="593878" y="316288"/>
                </a:cubicBezTo>
                <a:lnTo>
                  <a:pt x="331233" y="771204"/>
                </a:lnTo>
                <a:cubicBezTo>
                  <a:pt x="321167" y="788637"/>
                  <a:pt x="315112" y="807284"/>
                  <a:pt x="312780" y="826079"/>
                </a:cubicBezTo>
                <a:lnTo>
                  <a:pt x="312320" y="843581"/>
                </a:lnTo>
                <a:lnTo>
                  <a:pt x="312039" y="845252"/>
                </a:lnTo>
                <a:lnTo>
                  <a:pt x="312157" y="849746"/>
                </a:lnTo>
                <a:lnTo>
                  <a:pt x="312039" y="854247"/>
                </a:lnTo>
                <a:lnTo>
                  <a:pt x="312320" y="855922"/>
                </a:lnTo>
                <a:lnTo>
                  <a:pt x="312781" y="873421"/>
                </a:lnTo>
                <a:cubicBezTo>
                  <a:pt x="315112" y="892216"/>
                  <a:pt x="321168" y="910863"/>
                  <a:pt x="331233" y="928296"/>
                </a:cubicBezTo>
                <a:lnTo>
                  <a:pt x="593878" y="1383212"/>
                </a:lnTo>
                <a:cubicBezTo>
                  <a:pt x="603944" y="1400645"/>
                  <a:pt x="617065" y="1415213"/>
                  <a:pt x="632176" y="1426630"/>
                </a:cubicBezTo>
                <a:lnTo>
                  <a:pt x="637425" y="1429511"/>
                </a:lnTo>
                <a:lnTo>
                  <a:pt x="486464" y="1702644"/>
                </a:lnTo>
                <a:lnTo>
                  <a:pt x="483633" y="1700309"/>
                </a:lnTo>
                <a:lnTo>
                  <a:pt x="466926" y="1691141"/>
                </a:lnTo>
                <a:cubicBezTo>
                  <a:pt x="444888" y="1674489"/>
                  <a:pt x="425749" y="1653241"/>
                  <a:pt x="411070" y="1627815"/>
                </a:cubicBezTo>
                <a:lnTo>
                  <a:pt x="27995" y="964310"/>
                </a:lnTo>
                <a:cubicBezTo>
                  <a:pt x="13315" y="938884"/>
                  <a:pt x="4483" y="911685"/>
                  <a:pt x="1082" y="884274"/>
                </a:cubicBezTo>
                <a:lnTo>
                  <a:pt x="410" y="858751"/>
                </a:lnTo>
                <a:lnTo>
                  <a:pt x="0" y="856308"/>
                </a:lnTo>
                <a:lnTo>
                  <a:pt x="173" y="849744"/>
                </a:lnTo>
                <a:lnTo>
                  <a:pt x="0" y="843190"/>
                </a:lnTo>
                <a:lnTo>
                  <a:pt x="410" y="840751"/>
                </a:lnTo>
                <a:lnTo>
                  <a:pt x="1082" y="815224"/>
                </a:lnTo>
                <a:cubicBezTo>
                  <a:pt x="4483" y="787813"/>
                  <a:pt x="13314" y="760614"/>
                  <a:pt x="27995" y="735188"/>
                </a:cubicBezTo>
                <a:lnTo>
                  <a:pt x="411069" y="71684"/>
                </a:lnTo>
                <a:cubicBezTo>
                  <a:pt x="425749" y="46257"/>
                  <a:pt x="444887" y="25008"/>
                  <a:pt x="466927" y="8357"/>
                </a:cubicBezTo>
                <a:close/>
              </a:path>
            </a:pathLst>
          </a:custGeom>
          <a:solidFill>
            <a:srgbClr val="57718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73" name="任意多边形 72"/>
          <p:cNvSpPr/>
          <p:nvPr/>
        </p:nvSpPr>
        <p:spPr>
          <a:xfrm rot="1864238">
            <a:off x="3748506" y="2667690"/>
            <a:ext cx="1472087" cy="879729"/>
          </a:xfrm>
          <a:custGeom>
            <a:avLst/>
            <a:gdLst>
              <a:gd name="connsiteX0" fmla="*/ 150680 w 1472087"/>
              <a:gd name="connsiteY0" fmla="*/ 581331 h 879729"/>
              <a:gd name="connsiteX1" fmla="*/ 174030 w 1472087"/>
              <a:gd name="connsiteY1" fmla="*/ 592556 h 879729"/>
              <a:gd name="connsiteX2" fmla="*/ 217384 w 1472087"/>
              <a:gd name="connsiteY2" fmla="*/ 599111 h 879729"/>
              <a:gd name="connsiteX3" fmla="*/ 742676 w 1472087"/>
              <a:gd name="connsiteY3" fmla="*/ 599110 h 879729"/>
              <a:gd name="connsiteX4" fmla="*/ 799425 w 1472087"/>
              <a:gd name="connsiteY4" fmla="*/ 587654 h 879729"/>
              <a:gd name="connsiteX5" fmla="*/ 814810 w 1472087"/>
              <a:gd name="connsiteY5" fmla="*/ 579302 h 879729"/>
              <a:gd name="connsiteX6" fmla="*/ 816401 w 1472087"/>
              <a:gd name="connsiteY6" fmla="*/ 578708 h 879729"/>
              <a:gd name="connsiteX7" fmla="*/ 820239 w 1472087"/>
              <a:gd name="connsiteY7" fmla="*/ 576356 h 879729"/>
              <a:gd name="connsiteX8" fmla="*/ 824191 w 1472087"/>
              <a:gd name="connsiteY8" fmla="*/ 574210 h 879729"/>
              <a:gd name="connsiteX9" fmla="*/ 825499 w 1472087"/>
              <a:gd name="connsiteY9" fmla="*/ 573132 h 879729"/>
              <a:gd name="connsiteX10" fmla="*/ 840425 w 1472087"/>
              <a:gd name="connsiteY10" fmla="*/ 563982 h 879729"/>
              <a:gd name="connsiteX11" fmla="*/ 878722 w 1472087"/>
              <a:gd name="connsiteY11" fmla="*/ 520564 h 879729"/>
              <a:gd name="connsiteX12" fmla="*/ 1141368 w 1472087"/>
              <a:gd name="connsiteY12" fmla="*/ 65649 h 879729"/>
              <a:gd name="connsiteX13" fmla="*/ 1159820 w 1472087"/>
              <a:gd name="connsiteY13" fmla="*/ 10773 h 879729"/>
              <a:gd name="connsiteX14" fmla="*/ 1159950 w 1472087"/>
              <a:gd name="connsiteY14" fmla="*/ 5834 h 879729"/>
              <a:gd name="connsiteX15" fmla="*/ 1472087 w 1472087"/>
              <a:gd name="connsiteY15" fmla="*/ 0 h 879729"/>
              <a:gd name="connsiteX16" fmla="*/ 1471518 w 1472087"/>
              <a:gd name="connsiteY16" fmla="*/ 21626 h 879729"/>
              <a:gd name="connsiteX17" fmla="*/ 1444605 w 1472087"/>
              <a:gd name="connsiteY17" fmla="*/ 101663 h 879729"/>
              <a:gd name="connsiteX18" fmla="*/ 1061531 w 1472087"/>
              <a:gd name="connsiteY18" fmla="*/ 765167 h 879729"/>
              <a:gd name="connsiteX19" fmla="*/ 1005673 w 1472087"/>
              <a:gd name="connsiteY19" fmla="*/ 828494 h 879729"/>
              <a:gd name="connsiteX20" fmla="*/ 983903 w 1472087"/>
              <a:gd name="connsiteY20" fmla="*/ 841838 h 879729"/>
              <a:gd name="connsiteX21" fmla="*/ 981995 w 1472087"/>
              <a:gd name="connsiteY21" fmla="*/ 843412 h 879729"/>
              <a:gd name="connsiteX22" fmla="*/ 976232 w 1472087"/>
              <a:gd name="connsiteY22" fmla="*/ 846541 h 879729"/>
              <a:gd name="connsiteX23" fmla="*/ 970634 w 1472087"/>
              <a:gd name="connsiteY23" fmla="*/ 849972 h 879729"/>
              <a:gd name="connsiteX24" fmla="*/ 968314 w 1472087"/>
              <a:gd name="connsiteY24" fmla="*/ 850838 h 879729"/>
              <a:gd name="connsiteX25" fmla="*/ 945874 w 1472087"/>
              <a:gd name="connsiteY25" fmla="*/ 863019 h 879729"/>
              <a:gd name="connsiteX26" fmla="*/ 863103 w 1472087"/>
              <a:gd name="connsiteY26" fmla="*/ 879728 h 879729"/>
              <a:gd name="connsiteX27" fmla="*/ 96955 w 1472087"/>
              <a:gd name="connsiteY27" fmla="*/ 879729 h 879729"/>
              <a:gd name="connsiteX28" fmla="*/ 33722 w 1472087"/>
              <a:gd name="connsiteY28" fmla="*/ 870169 h 879729"/>
              <a:gd name="connsiteX29" fmla="*/ 0 w 1472087"/>
              <a:gd name="connsiteY29" fmla="*/ 853957 h 879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472087" h="879729">
                <a:moveTo>
                  <a:pt x="150680" y="581331"/>
                </a:moveTo>
                <a:lnTo>
                  <a:pt x="174030" y="592556"/>
                </a:lnTo>
                <a:cubicBezTo>
                  <a:pt x="187726" y="596815"/>
                  <a:pt x="202287" y="599111"/>
                  <a:pt x="217384" y="599111"/>
                </a:cubicBezTo>
                <a:lnTo>
                  <a:pt x="742676" y="599110"/>
                </a:lnTo>
                <a:cubicBezTo>
                  <a:pt x="762806" y="599110"/>
                  <a:pt x="781982" y="595031"/>
                  <a:pt x="799425" y="587654"/>
                </a:cubicBezTo>
                <a:lnTo>
                  <a:pt x="814810" y="579302"/>
                </a:lnTo>
                <a:lnTo>
                  <a:pt x="816401" y="578708"/>
                </a:lnTo>
                <a:lnTo>
                  <a:pt x="820239" y="576356"/>
                </a:lnTo>
                <a:lnTo>
                  <a:pt x="824191" y="574210"/>
                </a:lnTo>
                <a:lnTo>
                  <a:pt x="825499" y="573132"/>
                </a:lnTo>
                <a:lnTo>
                  <a:pt x="840425" y="563982"/>
                </a:lnTo>
                <a:cubicBezTo>
                  <a:pt x="855536" y="552565"/>
                  <a:pt x="868656" y="537997"/>
                  <a:pt x="878722" y="520564"/>
                </a:cubicBezTo>
                <a:lnTo>
                  <a:pt x="1141368" y="65649"/>
                </a:lnTo>
                <a:cubicBezTo>
                  <a:pt x="1151433" y="48215"/>
                  <a:pt x="1157487" y="29568"/>
                  <a:pt x="1159820" y="10773"/>
                </a:cubicBezTo>
                <a:lnTo>
                  <a:pt x="1159950" y="5834"/>
                </a:lnTo>
                <a:lnTo>
                  <a:pt x="1472087" y="0"/>
                </a:lnTo>
                <a:lnTo>
                  <a:pt x="1471518" y="21626"/>
                </a:lnTo>
                <a:cubicBezTo>
                  <a:pt x="1468117" y="49038"/>
                  <a:pt x="1459285" y="76236"/>
                  <a:pt x="1444605" y="101663"/>
                </a:cubicBezTo>
                <a:lnTo>
                  <a:pt x="1061531" y="765167"/>
                </a:lnTo>
                <a:cubicBezTo>
                  <a:pt x="1046850" y="790593"/>
                  <a:pt x="1027712" y="811841"/>
                  <a:pt x="1005673" y="828494"/>
                </a:cubicBezTo>
                <a:lnTo>
                  <a:pt x="983903" y="841838"/>
                </a:lnTo>
                <a:lnTo>
                  <a:pt x="981995" y="843412"/>
                </a:lnTo>
                <a:lnTo>
                  <a:pt x="976232" y="846541"/>
                </a:lnTo>
                <a:lnTo>
                  <a:pt x="970634" y="849972"/>
                </a:lnTo>
                <a:lnTo>
                  <a:pt x="968314" y="850838"/>
                </a:lnTo>
                <a:lnTo>
                  <a:pt x="945874" y="863019"/>
                </a:lnTo>
                <a:cubicBezTo>
                  <a:pt x="920434" y="873779"/>
                  <a:pt x="892465" y="879728"/>
                  <a:pt x="863103" y="879728"/>
                </a:cubicBezTo>
                <a:lnTo>
                  <a:pt x="96955" y="879729"/>
                </a:lnTo>
                <a:cubicBezTo>
                  <a:pt x="74935" y="879729"/>
                  <a:pt x="53697" y="876382"/>
                  <a:pt x="33722" y="870169"/>
                </a:cubicBezTo>
                <a:lnTo>
                  <a:pt x="0" y="853957"/>
                </a:lnTo>
                <a:close/>
              </a:path>
            </a:pathLst>
          </a:custGeom>
          <a:solidFill>
            <a:srgbClr val="57718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5524836" y="2155505"/>
            <a:ext cx="163688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/>
        </p:nvCxnSpPr>
        <p:spPr>
          <a:xfrm>
            <a:off x="1836894" y="2155505"/>
            <a:ext cx="163688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8" name="组合 77"/>
          <p:cNvGrpSpPr/>
          <p:nvPr/>
        </p:nvGrpSpPr>
        <p:grpSpPr>
          <a:xfrm>
            <a:off x="4284044" y="2083181"/>
            <a:ext cx="430530" cy="478137"/>
            <a:chOff x="9812338" y="4873625"/>
            <a:chExt cx="660401" cy="733426"/>
          </a:xfrm>
          <a:solidFill>
            <a:srgbClr val="577188"/>
          </a:solidFill>
        </p:grpSpPr>
        <p:sp>
          <p:nvSpPr>
            <p:cNvPr id="79" name="Freeform 160"/>
            <p:cNvSpPr>
              <a:spLocks noEditPoints="1"/>
            </p:cNvSpPr>
            <p:nvPr/>
          </p:nvSpPr>
          <p:spPr bwMode="auto">
            <a:xfrm>
              <a:off x="9812338" y="4873625"/>
              <a:ext cx="608013" cy="538163"/>
            </a:xfrm>
            <a:custGeom>
              <a:avLst/>
              <a:gdLst>
                <a:gd name="T0" fmla="*/ 123 w 162"/>
                <a:gd name="T1" fmla="*/ 41 h 143"/>
                <a:gd name="T2" fmla="*/ 125 w 162"/>
                <a:gd name="T3" fmla="*/ 73 h 143"/>
                <a:gd name="T4" fmla="*/ 155 w 162"/>
                <a:gd name="T5" fmla="*/ 46 h 143"/>
                <a:gd name="T6" fmla="*/ 68 w 162"/>
                <a:gd name="T7" fmla="*/ 47 h 143"/>
                <a:gd name="T8" fmla="*/ 107 w 162"/>
                <a:gd name="T9" fmla="*/ 31 h 143"/>
                <a:gd name="T10" fmla="*/ 65 w 162"/>
                <a:gd name="T11" fmla="*/ 43 h 143"/>
                <a:gd name="T12" fmla="*/ 121 w 162"/>
                <a:gd name="T13" fmla="*/ 74 h 143"/>
                <a:gd name="T14" fmla="*/ 113 w 162"/>
                <a:gd name="T15" fmla="*/ 50 h 143"/>
                <a:gd name="T16" fmla="*/ 69 w 162"/>
                <a:gd name="T17" fmla="*/ 51 h 143"/>
                <a:gd name="T18" fmla="*/ 60 w 162"/>
                <a:gd name="T19" fmla="*/ 63 h 143"/>
                <a:gd name="T20" fmla="*/ 57 w 162"/>
                <a:gd name="T21" fmla="*/ 101 h 143"/>
                <a:gd name="T22" fmla="*/ 66 w 162"/>
                <a:gd name="T23" fmla="*/ 113 h 143"/>
                <a:gd name="T24" fmla="*/ 111 w 162"/>
                <a:gd name="T25" fmla="*/ 119 h 143"/>
                <a:gd name="T26" fmla="*/ 89 w 162"/>
                <a:gd name="T27" fmla="*/ 83 h 143"/>
                <a:gd name="T28" fmla="*/ 61 w 162"/>
                <a:gd name="T29" fmla="*/ 120 h 143"/>
                <a:gd name="T30" fmla="*/ 107 w 162"/>
                <a:gd name="T31" fmla="*/ 123 h 143"/>
                <a:gd name="T32" fmla="*/ 61 w 162"/>
                <a:gd name="T33" fmla="*/ 120 h 143"/>
                <a:gd name="T34" fmla="*/ 25 w 162"/>
                <a:gd name="T35" fmla="*/ 80 h 143"/>
                <a:gd name="T36" fmla="*/ 25 w 162"/>
                <a:gd name="T37" fmla="*/ 91 h 143"/>
                <a:gd name="T38" fmla="*/ 53 w 162"/>
                <a:gd name="T39" fmla="*/ 102 h 143"/>
                <a:gd name="T40" fmla="*/ 52 w 162"/>
                <a:gd name="T41" fmla="*/ 59 h 143"/>
                <a:gd name="T42" fmla="*/ 8 w 162"/>
                <a:gd name="T43" fmla="*/ 81 h 143"/>
                <a:gd name="T44" fmla="*/ 2 w 162"/>
                <a:gd name="T45" fmla="*/ 102 h 143"/>
                <a:gd name="T46" fmla="*/ 7 w 162"/>
                <a:gd name="T47" fmla="*/ 86 h 143"/>
                <a:gd name="T48" fmla="*/ 123 w 162"/>
                <a:gd name="T49" fmla="*/ 37 h 143"/>
                <a:gd name="T50" fmla="*/ 110 w 162"/>
                <a:gd name="T51" fmla="*/ 6 h 143"/>
                <a:gd name="T52" fmla="*/ 111 w 162"/>
                <a:gd name="T53" fmla="*/ 29 h 143"/>
                <a:gd name="T54" fmla="*/ 57 w 162"/>
                <a:gd name="T55" fmla="*/ 121 h 143"/>
                <a:gd name="T56" fmla="*/ 47 w 162"/>
                <a:gd name="T57" fmla="*/ 109 h 143"/>
                <a:gd name="T58" fmla="*/ 17 w 162"/>
                <a:gd name="T59" fmla="*/ 96 h 143"/>
                <a:gd name="T60" fmla="*/ 4 w 162"/>
                <a:gd name="T61" fmla="*/ 107 h 143"/>
                <a:gd name="T62" fmla="*/ 58 w 162"/>
                <a:gd name="T63" fmla="*/ 143 h 143"/>
                <a:gd name="T64" fmla="*/ 57 w 162"/>
                <a:gd name="T65" fmla="*/ 121 h 143"/>
                <a:gd name="T66" fmla="*/ 17 w 162"/>
                <a:gd name="T67" fmla="*/ 76 h 143"/>
                <a:gd name="T68" fmla="*/ 50 w 162"/>
                <a:gd name="T69" fmla="*/ 56 h 143"/>
                <a:gd name="T70" fmla="*/ 60 w 162"/>
                <a:gd name="T71" fmla="*/ 43 h 143"/>
                <a:gd name="T72" fmla="*/ 61 w 162"/>
                <a:gd name="T73" fmla="*/ 42 h 143"/>
                <a:gd name="T74" fmla="*/ 5 w 162"/>
                <a:gd name="T75" fmla="*/ 56 h 143"/>
                <a:gd name="T76" fmla="*/ 11 w 162"/>
                <a:gd name="T77" fmla="*/ 78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62" h="143">
                  <a:moveTo>
                    <a:pt x="155" y="46"/>
                  </a:moveTo>
                  <a:cubicBezTo>
                    <a:pt x="145" y="43"/>
                    <a:pt x="134" y="41"/>
                    <a:pt x="123" y="41"/>
                  </a:cubicBezTo>
                  <a:cubicBezTo>
                    <a:pt x="122" y="44"/>
                    <a:pt x="121" y="46"/>
                    <a:pt x="119" y="48"/>
                  </a:cubicBezTo>
                  <a:cubicBezTo>
                    <a:pt x="121" y="56"/>
                    <a:pt x="123" y="65"/>
                    <a:pt x="125" y="73"/>
                  </a:cubicBezTo>
                  <a:cubicBezTo>
                    <a:pt x="162" y="63"/>
                    <a:pt x="162" y="63"/>
                    <a:pt x="162" y="63"/>
                  </a:cubicBezTo>
                  <a:cubicBezTo>
                    <a:pt x="160" y="57"/>
                    <a:pt x="158" y="51"/>
                    <a:pt x="155" y="46"/>
                  </a:cubicBezTo>
                  <a:close/>
                  <a:moveTo>
                    <a:pt x="64" y="44"/>
                  </a:moveTo>
                  <a:cubicBezTo>
                    <a:pt x="66" y="45"/>
                    <a:pt x="67" y="46"/>
                    <a:pt x="68" y="47"/>
                  </a:cubicBezTo>
                  <a:cubicBezTo>
                    <a:pt x="79" y="43"/>
                    <a:pt x="91" y="40"/>
                    <a:pt x="103" y="38"/>
                  </a:cubicBezTo>
                  <a:cubicBezTo>
                    <a:pt x="103" y="35"/>
                    <a:pt x="105" y="33"/>
                    <a:pt x="107" y="31"/>
                  </a:cubicBezTo>
                  <a:cubicBezTo>
                    <a:pt x="102" y="21"/>
                    <a:pt x="96" y="11"/>
                    <a:pt x="88" y="2"/>
                  </a:cubicBezTo>
                  <a:cubicBezTo>
                    <a:pt x="78" y="14"/>
                    <a:pt x="70" y="28"/>
                    <a:pt x="65" y="43"/>
                  </a:cubicBezTo>
                  <a:cubicBezTo>
                    <a:pt x="65" y="43"/>
                    <a:pt x="64" y="44"/>
                    <a:pt x="64" y="44"/>
                  </a:cubicBezTo>
                  <a:close/>
                  <a:moveTo>
                    <a:pt x="121" y="74"/>
                  </a:moveTo>
                  <a:cubicBezTo>
                    <a:pt x="120" y="66"/>
                    <a:pt x="118" y="58"/>
                    <a:pt x="115" y="49"/>
                  </a:cubicBezTo>
                  <a:cubicBezTo>
                    <a:pt x="114" y="49"/>
                    <a:pt x="114" y="50"/>
                    <a:pt x="113" y="50"/>
                  </a:cubicBezTo>
                  <a:cubicBezTo>
                    <a:pt x="108" y="50"/>
                    <a:pt x="104" y="46"/>
                    <a:pt x="103" y="42"/>
                  </a:cubicBezTo>
                  <a:cubicBezTo>
                    <a:pt x="92" y="44"/>
                    <a:pt x="80" y="47"/>
                    <a:pt x="69" y="51"/>
                  </a:cubicBezTo>
                  <a:cubicBezTo>
                    <a:pt x="70" y="52"/>
                    <a:pt x="70" y="52"/>
                    <a:pt x="70" y="53"/>
                  </a:cubicBezTo>
                  <a:cubicBezTo>
                    <a:pt x="70" y="58"/>
                    <a:pt x="65" y="63"/>
                    <a:pt x="60" y="63"/>
                  </a:cubicBezTo>
                  <a:cubicBezTo>
                    <a:pt x="60" y="63"/>
                    <a:pt x="59" y="63"/>
                    <a:pt x="59" y="63"/>
                  </a:cubicBezTo>
                  <a:cubicBezTo>
                    <a:pt x="57" y="75"/>
                    <a:pt x="56" y="88"/>
                    <a:pt x="57" y="101"/>
                  </a:cubicBezTo>
                  <a:cubicBezTo>
                    <a:pt x="62" y="102"/>
                    <a:pt x="66" y="106"/>
                    <a:pt x="66" y="111"/>
                  </a:cubicBezTo>
                  <a:cubicBezTo>
                    <a:pt x="66" y="112"/>
                    <a:pt x="66" y="112"/>
                    <a:pt x="66" y="113"/>
                  </a:cubicBezTo>
                  <a:cubicBezTo>
                    <a:pt x="80" y="117"/>
                    <a:pt x="94" y="119"/>
                    <a:pt x="108" y="119"/>
                  </a:cubicBezTo>
                  <a:cubicBezTo>
                    <a:pt x="109" y="119"/>
                    <a:pt x="110" y="119"/>
                    <a:pt x="111" y="119"/>
                  </a:cubicBezTo>
                  <a:cubicBezTo>
                    <a:pt x="116" y="112"/>
                    <a:pt x="120" y="104"/>
                    <a:pt x="121" y="99"/>
                  </a:cubicBezTo>
                  <a:cubicBezTo>
                    <a:pt x="89" y="83"/>
                    <a:pt x="89" y="83"/>
                    <a:pt x="89" y="83"/>
                  </a:cubicBezTo>
                  <a:lnTo>
                    <a:pt x="121" y="74"/>
                  </a:lnTo>
                  <a:close/>
                  <a:moveTo>
                    <a:pt x="61" y="120"/>
                  </a:moveTo>
                  <a:cubicBezTo>
                    <a:pt x="64" y="128"/>
                    <a:pt x="67" y="136"/>
                    <a:pt x="69" y="142"/>
                  </a:cubicBezTo>
                  <a:cubicBezTo>
                    <a:pt x="87" y="140"/>
                    <a:pt x="99" y="132"/>
                    <a:pt x="107" y="123"/>
                  </a:cubicBezTo>
                  <a:cubicBezTo>
                    <a:pt x="87" y="123"/>
                    <a:pt x="73" y="119"/>
                    <a:pt x="65" y="116"/>
                  </a:cubicBezTo>
                  <a:cubicBezTo>
                    <a:pt x="64" y="118"/>
                    <a:pt x="63" y="119"/>
                    <a:pt x="61" y="120"/>
                  </a:cubicBezTo>
                  <a:close/>
                  <a:moveTo>
                    <a:pt x="52" y="59"/>
                  </a:moveTo>
                  <a:cubicBezTo>
                    <a:pt x="42" y="65"/>
                    <a:pt x="33" y="72"/>
                    <a:pt x="25" y="80"/>
                  </a:cubicBezTo>
                  <a:cubicBezTo>
                    <a:pt x="26" y="82"/>
                    <a:pt x="27" y="84"/>
                    <a:pt x="27" y="86"/>
                  </a:cubicBezTo>
                  <a:cubicBezTo>
                    <a:pt x="27" y="88"/>
                    <a:pt x="26" y="90"/>
                    <a:pt x="25" y="91"/>
                  </a:cubicBezTo>
                  <a:cubicBezTo>
                    <a:pt x="33" y="97"/>
                    <a:pt x="40" y="101"/>
                    <a:pt x="49" y="105"/>
                  </a:cubicBezTo>
                  <a:cubicBezTo>
                    <a:pt x="50" y="104"/>
                    <a:pt x="51" y="102"/>
                    <a:pt x="53" y="102"/>
                  </a:cubicBezTo>
                  <a:cubicBezTo>
                    <a:pt x="52" y="88"/>
                    <a:pt x="53" y="75"/>
                    <a:pt x="55" y="62"/>
                  </a:cubicBezTo>
                  <a:cubicBezTo>
                    <a:pt x="54" y="61"/>
                    <a:pt x="53" y="60"/>
                    <a:pt x="52" y="59"/>
                  </a:cubicBezTo>
                  <a:close/>
                  <a:moveTo>
                    <a:pt x="7" y="86"/>
                  </a:moveTo>
                  <a:cubicBezTo>
                    <a:pt x="7" y="84"/>
                    <a:pt x="8" y="83"/>
                    <a:pt x="8" y="81"/>
                  </a:cubicBezTo>
                  <a:cubicBezTo>
                    <a:pt x="6" y="79"/>
                    <a:pt x="3" y="76"/>
                    <a:pt x="1" y="73"/>
                  </a:cubicBezTo>
                  <a:cubicBezTo>
                    <a:pt x="0" y="83"/>
                    <a:pt x="0" y="92"/>
                    <a:pt x="2" y="102"/>
                  </a:cubicBezTo>
                  <a:cubicBezTo>
                    <a:pt x="5" y="98"/>
                    <a:pt x="7" y="95"/>
                    <a:pt x="9" y="92"/>
                  </a:cubicBezTo>
                  <a:cubicBezTo>
                    <a:pt x="8" y="90"/>
                    <a:pt x="7" y="88"/>
                    <a:pt x="7" y="86"/>
                  </a:cubicBezTo>
                  <a:close/>
                  <a:moveTo>
                    <a:pt x="113" y="29"/>
                  </a:moveTo>
                  <a:cubicBezTo>
                    <a:pt x="118" y="29"/>
                    <a:pt x="122" y="33"/>
                    <a:pt x="123" y="37"/>
                  </a:cubicBezTo>
                  <a:cubicBezTo>
                    <a:pt x="133" y="37"/>
                    <a:pt x="143" y="39"/>
                    <a:pt x="153" y="41"/>
                  </a:cubicBezTo>
                  <a:cubicBezTo>
                    <a:pt x="143" y="25"/>
                    <a:pt x="129" y="12"/>
                    <a:pt x="110" y="6"/>
                  </a:cubicBezTo>
                  <a:cubicBezTo>
                    <a:pt x="104" y="4"/>
                    <a:pt x="98" y="2"/>
                    <a:pt x="92" y="2"/>
                  </a:cubicBezTo>
                  <a:cubicBezTo>
                    <a:pt x="100" y="10"/>
                    <a:pt x="106" y="20"/>
                    <a:pt x="111" y="29"/>
                  </a:cubicBezTo>
                  <a:cubicBezTo>
                    <a:pt x="112" y="29"/>
                    <a:pt x="112" y="29"/>
                    <a:pt x="113" y="29"/>
                  </a:cubicBezTo>
                  <a:close/>
                  <a:moveTo>
                    <a:pt x="57" y="121"/>
                  </a:moveTo>
                  <a:cubicBezTo>
                    <a:pt x="51" y="121"/>
                    <a:pt x="47" y="116"/>
                    <a:pt x="47" y="111"/>
                  </a:cubicBezTo>
                  <a:cubicBezTo>
                    <a:pt x="47" y="110"/>
                    <a:pt x="47" y="110"/>
                    <a:pt x="47" y="109"/>
                  </a:cubicBezTo>
                  <a:cubicBezTo>
                    <a:pt x="38" y="105"/>
                    <a:pt x="30" y="100"/>
                    <a:pt x="23" y="94"/>
                  </a:cubicBezTo>
                  <a:cubicBezTo>
                    <a:pt x="21" y="95"/>
                    <a:pt x="19" y="96"/>
                    <a:pt x="17" y="96"/>
                  </a:cubicBezTo>
                  <a:cubicBezTo>
                    <a:pt x="15" y="96"/>
                    <a:pt x="14" y="95"/>
                    <a:pt x="12" y="95"/>
                  </a:cubicBezTo>
                  <a:cubicBezTo>
                    <a:pt x="9" y="98"/>
                    <a:pt x="6" y="102"/>
                    <a:pt x="4" y="107"/>
                  </a:cubicBezTo>
                  <a:cubicBezTo>
                    <a:pt x="6" y="116"/>
                    <a:pt x="11" y="124"/>
                    <a:pt x="16" y="132"/>
                  </a:cubicBezTo>
                  <a:cubicBezTo>
                    <a:pt x="33" y="141"/>
                    <a:pt x="50" y="143"/>
                    <a:pt x="58" y="143"/>
                  </a:cubicBezTo>
                  <a:cubicBezTo>
                    <a:pt x="61" y="143"/>
                    <a:pt x="63" y="143"/>
                    <a:pt x="65" y="143"/>
                  </a:cubicBezTo>
                  <a:cubicBezTo>
                    <a:pt x="62" y="135"/>
                    <a:pt x="59" y="127"/>
                    <a:pt x="57" y="121"/>
                  </a:cubicBezTo>
                  <a:cubicBezTo>
                    <a:pt x="57" y="121"/>
                    <a:pt x="57" y="121"/>
                    <a:pt x="57" y="121"/>
                  </a:cubicBezTo>
                  <a:close/>
                  <a:moveTo>
                    <a:pt x="17" y="76"/>
                  </a:moveTo>
                  <a:cubicBezTo>
                    <a:pt x="19" y="76"/>
                    <a:pt x="20" y="77"/>
                    <a:pt x="22" y="78"/>
                  </a:cubicBezTo>
                  <a:cubicBezTo>
                    <a:pt x="30" y="69"/>
                    <a:pt x="40" y="62"/>
                    <a:pt x="50" y="56"/>
                  </a:cubicBezTo>
                  <a:cubicBezTo>
                    <a:pt x="50" y="55"/>
                    <a:pt x="50" y="54"/>
                    <a:pt x="50" y="53"/>
                  </a:cubicBezTo>
                  <a:cubicBezTo>
                    <a:pt x="50" y="48"/>
                    <a:pt x="54" y="43"/>
                    <a:pt x="60" y="43"/>
                  </a:cubicBezTo>
                  <a:cubicBezTo>
                    <a:pt x="60" y="43"/>
                    <a:pt x="60" y="43"/>
                    <a:pt x="60" y="43"/>
                  </a:cubicBezTo>
                  <a:cubicBezTo>
                    <a:pt x="61" y="43"/>
                    <a:pt x="61" y="42"/>
                    <a:pt x="61" y="42"/>
                  </a:cubicBezTo>
                  <a:cubicBezTo>
                    <a:pt x="66" y="27"/>
                    <a:pt x="74" y="13"/>
                    <a:pt x="84" y="1"/>
                  </a:cubicBezTo>
                  <a:cubicBezTo>
                    <a:pt x="49" y="0"/>
                    <a:pt x="17" y="22"/>
                    <a:pt x="5" y="56"/>
                  </a:cubicBezTo>
                  <a:cubicBezTo>
                    <a:pt x="3" y="60"/>
                    <a:pt x="2" y="64"/>
                    <a:pt x="2" y="68"/>
                  </a:cubicBezTo>
                  <a:cubicBezTo>
                    <a:pt x="5" y="72"/>
                    <a:pt x="8" y="75"/>
                    <a:pt x="11" y="78"/>
                  </a:cubicBezTo>
                  <a:cubicBezTo>
                    <a:pt x="13" y="77"/>
                    <a:pt x="15" y="76"/>
                    <a:pt x="17" y="7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80" name="Freeform 161"/>
            <p:cNvSpPr/>
            <p:nvPr/>
          </p:nvSpPr>
          <p:spPr bwMode="auto">
            <a:xfrm>
              <a:off x="9906001" y="5148263"/>
              <a:ext cx="566738" cy="458788"/>
            </a:xfrm>
            <a:custGeom>
              <a:avLst/>
              <a:gdLst>
                <a:gd name="T0" fmla="*/ 0 w 151"/>
                <a:gd name="T1" fmla="*/ 73 h 122"/>
                <a:gd name="T2" fmla="*/ 133 w 151"/>
                <a:gd name="T3" fmla="*/ 36 h 122"/>
                <a:gd name="T4" fmla="*/ 151 w 151"/>
                <a:gd name="T5" fmla="*/ 45 h 122"/>
                <a:gd name="T6" fmla="*/ 133 w 151"/>
                <a:gd name="T7" fmla="*/ 0 h 122"/>
                <a:gd name="T8" fmla="*/ 87 w 151"/>
                <a:gd name="T9" fmla="*/ 12 h 122"/>
                <a:gd name="T10" fmla="*/ 106 w 151"/>
                <a:gd name="T11" fmla="*/ 22 h 122"/>
                <a:gd name="T12" fmla="*/ 0 w 151"/>
                <a:gd name="T13" fmla="*/ 73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1" h="122">
                  <a:moveTo>
                    <a:pt x="0" y="73"/>
                  </a:moveTo>
                  <a:cubicBezTo>
                    <a:pt x="67" y="122"/>
                    <a:pt x="124" y="72"/>
                    <a:pt x="133" y="36"/>
                  </a:cubicBezTo>
                  <a:cubicBezTo>
                    <a:pt x="138" y="38"/>
                    <a:pt x="151" y="45"/>
                    <a:pt x="151" y="45"/>
                  </a:cubicBezTo>
                  <a:cubicBezTo>
                    <a:pt x="133" y="0"/>
                    <a:pt x="133" y="0"/>
                    <a:pt x="133" y="0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106" y="22"/>
                    <a:pt x="106" y="22"/>
                    <a:pt x="106" y="22"/>
                  </a:cubicBezTo>
                  <a:cubicBezTo>
                    <a:pt x="106" y="22"/>
                    <a:pt x="91" y="98"/>
                    <a:pt x="0" y="7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</p:grpSp>
      <p:sp>
        <p:nvSpPr>
          <p:cNvPr id="81" name="TextBox 6"/>
          <p:cNvSpPr txBox="1">
            <a:spLocks noChangeArrowheads="1"/>
          </p:cNvSpPr>
          <p:nvPr/>
        </p:nvSpPr>
        <p:spPr bwMode="auto">
          <a:xfrm>
            <a:off x="5516048" y="2141199"/>
            <a:ext cx="2164912" cy="937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/>
            <a:r>
              <a:rPr lang="zh-CN" altLang="en-US" sz="1100">
                <a:sym typeface="+mn-ea"/>
              </a:rPr>
              <a:t>工具：</a:t>
            </a:r>
            <a:endParaRPr lang="zh-CN" altLang="en-US" sz="1100">
              <a:sym typeface="+mn-ea"/>
            </a:endParaRPr>
          </a:p>
          <a:p>
            <a:pPr algn="ctr"/>
            <a:r>
              <a:rPr lang="en-US" altLang="zh-CN" sz="1100">
                <a:sym typeface="+mn-ea"/>
              </a:rPr>
              <a:t>Vscode</a:t>
            </a:r>
            <a:endParaRPr lang="en-US" altLang="zh-CN" sz="1100">
              <a:sym typeface="+mn-ea"/>
            </a:endParaRPr>
          </a:p>
          <a:p>
            <a:pPr algn="ctr"/>
            <a:r>
              <a:rPr lang="zh-CN" altLang="en-US" sz="1100">
                <a:sym typeface="+mn-ea"/>
              </a:rPr>
              <a:t>技术栈：</a:t>
            </a:r>
            <a:endParaRPr lang="zh-CN" altLang="en-US" sz="1100"/>
          </a:p>
          <a:p>
            <a:pPr algn="ctr"/>
            <a:r>
              <a:rPr lang="en-US" altLang="zh-CN" sz="1100">
                <a:sym typeface="+mn-ea"/>
              </a:rPr>
              <a:t>vue</a:t>
            </a:r>
            <a:endParaRPr lang="zh-CN" altLang="en-US" sz="1100">
              <a:sym typeface="+mn-ea"/>
            </a:endParaRPr>
          </a:p>
          <a:p>
            <a:pPr algn="ctr"/>
            <a:r>
              <a:rPr lang="en-US" altLang="zh-CN" sz="1100">
                <a:sym typeface="+mn-ea"/>
              </a:rPr>
              <a:t>element-ui</a:t>
            </a:r>
            <a:endParaRPr lang="zh-CN" altLang="zh-CN" sz="11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82" name="TextBox 6"/>
          <p:cNvSpPr txBox="1">
            <a:spLocks noChangeArrowheads="1"/>
          </p:cNvSpPr>
          <p:nvPr/>
        </p:nvSpPr>
        <p:spPr bwMode="auto">
          <a:xfrm>
            <a:off x="1317243" y="2141199"/>
            <a:ext cx="2193243" cy="9372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ctr"/>
            <a:r>
              <a:rPr lang="zh-CN" altLang="en-US" sz="1100">
                <a:ea typeface="+mn-lt"/>
                <a:cs typeface="+mn-lt"/>
                <a:sym typeface="+mn-ea"/>
              </a:rPr>
              <a:t>工具：</a:t>
            </a:r>
            <a:endParaRPr lang="zh-CN" altLang="en-US" sz="1100">
              <a:ea typeface="+mn-lt"/>
              <a:cs typeface="+mn-lt"/>
            </a:endParaRPr>
          </a:p>
          <a:p>
            <a:pPr algn="ctr"/>
            <a:r>
              <a:rPr lang="en-US" altLang="zh-CN" sz="1100">
                <a:ea typeface="+mn-lt"/>
                <a:cs typeface="+mn-lt"/>
                <a:sym typeface="+mn-ea"/>
              </a:rPr>
              <a:t>idea</a:t>
            </a:r>
            <a:r>
              <a:rPr lang="zh-CN" altLang="en-US" sz="1100">
                <a:ea typeface="+mn-lt"/>
                <a:cs typeface="+mn-lt"/>
                <a:sym typeface="+mn-ea"/>
              </a:rPr>
              <a:t>、</a:t>
            </a:r>
            <a:r>
              <a:rPr lang="en-US" altLang="zh-CN" sz="1100">
                <a:ea typeface="+mn-lt"/>
                <a:cs typeface="+mn-lt"/>
                <a:sym typeface="+mn-ea"/>
              </a:rPr>
              <a:t>mysql</a:t>
            </a:r>
            <a:endParaRPr lang="en-US" altLang="zh-CN" sz="1100">
              <a:ea typeface="+mn-lt"/>
              <a:cs typeface="+mn-lt"/>
              <a:sym typeface="+mn-ea"/>
            </a:endParaRPr>
          </a:p>
          <a:p>
            <a:pPr algn="ctr"/>
            <a:r>
              <a:rPr lang="zh-CN" altLang="en-US" sz="1100">
                <a:sym typeface="+mn-ea"/>
              </a:rPr>
              <a:t>技术栈：</a:t>
            </a:r>
            <a:endParaRPr lang="zh-CN" altLang="en-US" sz="1100">
              <a:sym typeface="+mn-ea"/>
            </a:endParaRPr>
          </a:p>
          <a:p>
            <a:pPr algn="ctr"/>
            <a:r>
              <a:rPr lang="en-US" altLang="zh-CN" sz="1100">
                <a:sym typeface="+mn-ea"/>
              </a:rPr>
              <a:t>springboot</a:t>
            </a:r>
            <a:endParaRPr lang="zh-CN" altLang="en-US" sz="1100">
              <a:sym typeface="+mn-ea"/>
            </a:endParaRPr>
          </a:p>
          <a:p>
            <a:pPr algn="ctr"/>
            <a:r>
              <a:rPr lang="en-US" altLang="zh-CN" sz="1100">
                <a:sym typeface="+mn-ea"/>
              </a:rPr>
              <a:t>mybatis</a:t>
            </a:r>
            <a:endParaRPr lang="zh-CN" altLang="zh-CN" sz="11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+mn-e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944675" y="1802645"/>
            <a:ext cx="58928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+mn-ea"/>
              </a:rPr>
              <a:t>后端</a:t>
            </a:r>
            <a:endParaRPr lang="zh-CN" altLang="en-US" sz="1600" dirty="0">
              <a:cs typeface="+mn-ea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5498438" y="1802645"/>
            <a:ext cx="58928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cs typeface="+mn-ea"/>
              </a:rPr>
              <a:t>前端</a:t>
            </a:r>
            <a:endParaRPr lang="zh-CN" altLang="en-US" sz="1600" dirty="0">
              <a:cs typeface="+mn-ea"/>
            </a:endParaRPr>
          </a:p>
        </p:txBody>
      </p:sp>
      <p:sp>
        <p:nvSpPr>
          <p:cNvPr id="22" name="TextBox 6"/>
          <p:cNvSpPr txBox="1">
            <a:spLocks noChangeArrowheads="1"/>
          </p:cNvSpPr>
          <p:nvPr/>
        </p:nvSpPr>
        <p:spPr bwMode="auto">
          <a:xfrm>
            <a:off x="3473783" y="434492"/>
            <a:ext cx="205105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rPr>
              <a:t>开发部署</a:t>
            </a:r>
            <a:endParaRPr kumimoji="0" lang="zh-CN" sz="18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32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3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  <p:bldP spid="74" grpId="0" animBg="1"/>
      <p:bldP spid="73" grpId="0" animBg="1"/>
      <p:bldP spid="81" grpId="0"/>
      <p:bldP spid="82" grpId="0"/>
      <p:bldP spid="18" grpId="0"/>
      <p:bldP spid="1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6"/>
          <p:cNvSpPr txBox="1">
            <a:spLocks noChangeArrowheads="1"/>
          </p:cNvSpPr>
          <p:nvPr/>
        </p:nvSpPr>
        <p:spPr bwMode="auto">
          <a:xfrm>
            <a:off x="750686" y="381138"/>
            <a:ext cx="145058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4800" u="none" strike="noStrike" cap="none" normalizeH="0" baseline="0" dirty="0" smtClean="0">
                <a:ln>
                  <a:noFill/>
                </a:ln>
                <a:solidFill>
                  <a:srgbClr val="577188"/>
                </a:solidFill>
                <a:effectLst/>
                <a:latin typeface="Impact" panose="020B0806030902050204" pitchFamily="34" charset="0"/>
                <a:cs typeface="+mn-ea"/>
              </a:rPr>
              <a:t>03</a:t>
            </a:r>
            <a:endParaRPr kumimoji="0" lang="zh-CN" sz="4400" u="none" strike="noStrike" cap="none" normalizeH="0" baseline="0" dirty="0">
              <a:ln>
                <a:noFill/>
              </a:ln>
              <a:solidFill>
                <a:srgbClr val="577188"/>
              </a:solidFill>
              <a:effectLst/>
              <a:latin typeface="Impact" panose="020B0806030902050204" pitchFamily="34" charset="0"/>
              <a:cs typeface="+mn-ea"/>
            </a:endParaRPr>
          </a:p>
        </p:txBody>
      </p:sp>
      <p:sp>
        <p:nvSpPr>
          <p:cNvPr id="12" name="TextBox 6"/>
          <p:cNvSpPr txBox="1">
            <a:spLocks noChangeArrowheads="1"/>
          </p:cNvSpPr>
          <p:nvPr/>
        </p:nvSpPr>
        <p:spPr bwMode="auto">
          <a:xfrm>
            <a:off x="3261496" y="187278"/>
            <a:ext cx="3045180" cy="3987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rPr>
              <a:t>成功开发流程</a:t>
            </a:r>
            <a:endParaRPr kumimoji="0" lang="zh-CN" sz="18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cs typeface="+mn-ea"/>
            </a:endParaRPr>
          </a:p>
        </p:txBody>
      </p:sp>
      <p:sp>
        <p:nvSpPr>
          <p:cNvPr id="15" name="TextBox 6"/>
          <p:cNvSpPr txBox="1">
            <a:spLocks noChangeArrowheads="1"/>
          </p:cNvSpPr>
          <p:nvPr/>
        </p:nvSpPr>
        <p:spPr bwMode="auto">
          <a:xfrm>
            <a:off x="818118" y="134946"/>
            <a:ext cx="13169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577188"/>
                </a:solidFill>
                <a:effectLst/>
                <a:latin typeface="+mn-ea"/>
                <a:cs typeface="+mn-ea"/>
              </a:rPr>
              <a:t>PART</a:t>
            </a:r>
            <a:endParaRPr kumimoji="0" lang="zh-CN" sz="1800" b="0" i="0" u="none" strike="noStrike" cap="none" normalizeH="0" baseline="0" dirty="0">
              <a:ln>
                <a:noFill/>
              </a:ln>
              <a:solidFill>
                <a:srgbClr val="577188"/>
              </a:solidFill>
              <a:effectLst/>
              <a:latin typeface="Arial" panose="020B0604020202020204" pitchFamily="34" charset="0"/>
              <a:cs typeface="+mn-ea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3548145" y="587241"/>
            <a:ext cx="2459323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1764427" y="4359593"/>
            <a:ext cx="6481763" cy="959644"/>
            <a:chOff x="1312863" y="187325"/>
            <a:chExt cx="8642350" cy="1279525"/>
          </a:xfrm>
          <a:solidFill>
            <a:srgbClr val="8FA4B7">
              <a:alpha val="42000"/>
            </a:srgbClr>
          </a:solidFill>
        </p:grpSpPr>
        <p:sp>
          <p:nvSpPr>
            <p:cNvPr id="18" name="Freeform 5"/>
            <p:cNvSpPr/>
            <p:nvPr/>
          </p:nvSpPr>
          <p:spPr bwMode="auto">
            <a:xfrm>
              <a:off x="1312863" y="307975"/>
              <a:ext cx="2224088" cy="1158875"/>
            </a:xfrm>
            <a:custGeom>
              <a:avLst/>
              <a:gdLst>
                <a:gd name="T0" fmla="*/ 0 w 524"/>
                <a:gd name="T1" fmla="*/ 164 h 271"/>
                <a:gd name="T2" fmla="*/ 256 w 524"/>
                <a:gd name="T3" fmla="*/ 28 h 271"/>
                <a:gd name="T4" fmla="*/ 524 w 524"/>
                <a:gd name="T5" fmla="*/ 104 h 271"/>
                <a:gd name="T6" fmla="*/ 244 w 524"/>
                <a:gd name="T7" fmla="*/ 244 h 271"/>
                <a:gd name="T8" fmla="*/ 0 w 524"/>
                <a:gd name="T9" fmla="*/ 164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4" h="271">
                  <a:moveTo>
                    <a:pt x="0" y="164"/>
                  </a:moveTo>
                  <a:cubicBezTo>
                    <a:pt x="80" y="116"/>
                    <a:pt x="164" y="60"/>
                    <a:pt x="256" y="28"/>
                  </a:cubicBezTo>
                  <a:cubicBezTo>
                    <a:pt x="312" y="8"/>
                    <a:pt x="404" y="0"/>
                    <a:pt x="524" y="104"/>
                  </a:cubicBezTo>
                  <a:cubicBezTo>
                    <a:pt x="524" y="104"/>
                    <a:pt x="372" y="216"/>
                    <a:pt x="244" y="244"/>
                  </a:cubicBezTo>
                  <a:cubicBezTo>
                    <a:pt x="120" y="271"/>
                    <a:pt x="28" y="196"/>
                    <a:pt x="0" y="164"/>
                  </a:cubicBezTo>
                  <a:close/>
                </a:path>
              </a:pathLst>
            </a:custGeom>
            <a:grpFill/>
            <a:ln w="0" cap="sq">
              <a:noFill/>
              <a:prstDash val="solid"/>
              <a:miter lim="800000"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19" name="Freeform 6"/>
            <p:cNvSpPr/>
            <p:nvPr/>
          </p:nvSpPr>
          <p:spPr bwMode="auto">
            <a:xfrm>
              <a:off x="3757613" y="307975"/>
              <a:ext cx="1933575" cy="1125538"/>
            </a:xfrm>
            <a:custGeom>
              <a:avLst/>
              <a:gdLst>
                <a:gd name="T0" fmla="*/ 0 w 456"/>
                <a:gd name="T1" fmla="*/ 104 h 263"/>
                <a:gd name="T2" fmla="*/ 256 w 456"/>
                <a:gd name="T3" fmla="*/ 32 h 263"/>
                <a:gd name="T4" fmla="*/ 456 w 456"/>
                <a:gd name="T5" fmla="*/ 188 h 263"/>
                <a:gd name="T6" fmla="*/ 272 w 456"/>
                <a:gd name="T7" fmla="*/ 263 h 263"/>
                <a:gd name="T8" fmla="*/ 0 w 456"/>
                <a:gd name="T9" fmla="*/ 104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6" h="263">
                  <a:moveTo>
                    <a:pt x="0" y="104"/>
                  </a:moveTo>
                  <a:cubicBezTo>
                    <a:pt x="0" y="104"/>
                    <a:pt x="160" y="0"/>
                    <a:pt x="256" y="32"/>
                  </a:cubicBezTo>
                  <a:cubicBezTo>
                    <a:pt x="352" y="64"/>
                    <a:pt x="436" y="168"/>
                    <a:pt x="456" y="188"/>
                  </a:cubicBezTo>
                  <a:cubicBezTo>
                    <a:pt x="456" y="188"/>
                    <a:pt x="364" y="263"/>
                    <a:pt x="272" y="263"/>
                  </a:cubicBezTo>
                  <a:cubicBezTo>
                    <a:pt x="188" y="263"/>
                    <a:pt x="56" y="152"/>
                    <a:pt x="0" y="104"/>
                  </a:cubicBezTo>
                  <a:close/>
                </a:path>
              </a:pathLst>
            </a:custGeom>
            <a:grpFill/>
            <a:ln w="0" cap="sq">
              <a:noFill/>
              <a:prstDash val="solid"/>
              <a:miter lim="800000"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20" name="Freeform 7"/>
            <p:cNvSpPr/>
            <p:nvPr/>
          </p:nvSpPr>
          <p:spPr bwMode="auto">
            <a:xfrm>
              <a:off x="5878513" y="855663"/>
              <a:ext cx="1103313" cy="527050"/>
            </a:xfrm>
            <a:custGeom>
              <a:avLst/>
              <a:gdLst>
                <a:gd name="T0" fmla="*/ 0 w 260"/>
                <a:gd name="T1" fmla="*/ 68 h 123"/>
                <a:gd name="T2" fmla="*/ 156 w 260"/>
                <a:gd name="T3" fmla="*/ 0 h 123"/>
                <a:gd name="T4" fmla="*/ 260 w 260"/>
                <a:gd name="T5" fmla="*/ 40 h 123"/>
                <a:gd name="T6" fmla="*/ 136 w 260"/>
                <a:gd name="T7" fmla="*/ 104 h 123"/>
                <a:gd name="T8" fmla="*/ 0 w 260"/>
                <a:gd name="T9" fmla="*/ 68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0" h="123">
                  <a:moveTo>
                    <a:pt x="0" y="68"/>
                  </a:moveTo>
                  <a:cubicBezTo>
                    <a:pt x="0" y="68"/>
                    <a:pt x="80" y="0"/>
                    <a:pt x="156" y="0"/>
                  </a:cubicBezTo>
                  <a:cubicBezTo>
                    <a:pt x="232" y="4"/>
                    <a:pt x="248" y="36"/>
                    <a:pt x="260" y="40"/>
                  </a:cubicBezTo>
                  <a:cubicBezTo>
                    <a:pt x="260" y="40"/>
                    <a:pt x="204" y="88"/>
                    <a:pt x="136" y="104"/>
                  </a:cubicBezTo>
                  <a:cubicBezTo>
                    <a:pt x="68" y="123"/>
                    <a:pt x="16" y="84"/>
                    <a:pt x="0" y="68"/>
                  </a:cubicBezTo>
                  <a:close/>
                </a:path>
              </a:pathLst>
            </a:custGeom>
            <a:grpFill/>
            <a:ln w="0" cap="sq">
              <a:noFill/>
              <a:prstDash val="solid"/>
              <a:miter lim="800000"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21" name="Freeform 8"/>
            <p:cNvSpPr/>
            <p:nvPr/>
          </p:nvSpPr>
          <p:spPr bwMode="auto">
            <a:xfrm>
              <a:off x="7134225" y="563563"/>
              <a:ext cx="1123950" cy="685800"/>
            </a:xfrm>
            <a:custGeom>
              <a:avLst/>
              <a:gdLst>
                <a:gd name="T0" fmla="*/ 0 w 265"/>
                <a:gd name="T1" fmla="*/ 104 h 160"/>
                <a:gd name="T2" fmla="*/ 133 w 265"/>
                <a:gd name="T3" fmla="*/ 20 h 160"/>
                <a:gd name="T4" fmla="*/ 265 w 265"/>
                <a:gd name="T5" fmla="*/ 20 h 160"/>
                <a:gd name="T6" fmla="*/ 149 w 265"/>
                <a:gd name="T7" fmla="*/ 144 h 160"/>
                <a:gd name="T8" fmla="*/ 0 w 265"/>
                <a:gd name="T9" fmla="*/ 10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5" h="160">
                  <a:moveTo>
                    <a:pt x="0" y="104"/>
                  </a:moveTo>
                  <a:cubicBezTo>
                    <a:pt x="0" y="104"/>
                    <a:pt x="81" y="40"/>
                    <a:pt x="133" y="20"/>
                  </a:cubicBezTo>
                  <a:cubicBezTo>
                    <a:pt x="173" y="4"/>
                    <a:pt x="221" y="0"/>
                    <a:pt x="265" y="20"/>
                  </a:cubicBezTo>
                  <a:cubicBezTo>
                    <a:pt x="265" y="20"/>
                    <a:pt x="209" y="128"/>
                    <a:pt x="149" y="144"/>
                  </a:cubicBezTo>
                  <a:cubicBezTo>
                    <a:pt x="85" y="160"/>
                    <a:pt x="0" y="104"/>
                    <a:pt x="0" y="104"/>
                  </a:cubicBezTo>
                  <a:close/>
                </a:path>
              </a:pathLst>
            </a:custGeom>
            <a:grpFill/>
            <a:ln w="0" cap="sq">
              <a:noFill/>
              <a:prstDash val="solid"/>
              <a:miter lim="800000"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22" name="Freeform 9"/>
            <p:cNvSpPr/>
            <p:nvPr/>
          </p:nvSpPr>
          <p:spPr bwMode="auto">
            <a:xfrm>
              <a:off x="8410575" y="187325"/>
              <a:ext cx="1544638" cy="1044575"/>
            </a:xfrm>
            <a:custGeom>
              <a:avLst/>
              <a:gdLst>
                <a:gd name="T0" fmla="*/ 0 w 364"/>
                <a:gd name="T1" fmla="*/ 96 h 244"/>
                <a:gd name="T2" fmla="*/ 116 w 364"/>
                <a:gd name="T3" fmla="*/ 24 h 244"/>
                <a:gd name="T4" fmla="*/ 364 w 364"/>
                <a:gd name="T5" fmla="*/ 184 h 244"/>
                <a:gd name="T6" fmla="*/ 256 w 364"/>
                <a:gd name="T7" fmla="*/ 224 h 244"/>
                <a:gd name="T8" fmla="*/ 0 w 364"/>
                <a:gd name="T9" fmla="*/ 96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4" h="244">
                  <a:moveTo>
                    <a:pt x="0" y="96"/>
                  </a:moveTo>
                  <a:cubicBezTo>
                    <a:pt x="0" y="96"/>
                    <a:pt x="56" y="0"/>
                    <a:pt x="116" y="24"/>
                  </a:cubicBezTo>
                  <a:cubicBezTo>
                    <a:pt x="144" y="24"/>
                    <a:pt x="336" y="200"/>
                    <a:pt x="364" y="184"/>
                  </a:cubicBezTo>
                  <a:cubicBezTo>
                    <a:pt x="364" y="184"/>
                    <a:pt x="324" y="244"/>
                    <a:pt x="256" y="224"/>
                  </a:cubicBezTo>
                  <a:cubicBezTo>
                    <a:pt x="108" y="184"/>
                    <a:pt x="100" y="144"/>
                    <a:pt x="0" y="96"/>
                  </a:cubicBezTo>
                  <a:close/>
                </a:path>
              </a:pathLst>
            </a:custGeom>
            <a:grpFill/>
            <a:ln w="0" cap="sq">
              <a:noFill/>
              <a:prstDash val="solid"/>
              <a:miter lim="800000"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</p:grpSp>
      <p:sp>
        <p:nvSpPr>
          <p:cNvPr id="23" name="任意多边形: 形状 2"/>
          <p:cNvSpPr/>
          <p:nvPr/>
        </p:nvSpPr>
        <p:spPr>
          <a:xfrm>
            <a:off x="60582" y="4301681"/>
            <a:ext cx="9024257" cy="954512"/>
          </a:xfrm>
          <a:custGeom>
            <a:avLst/>
            <a:gdLst>
              <a:gd name="connsiteX0" fmla="*/ 0 w 12032343"/>
              <a:gd name="connsiteY0" fmla="*/ 17481 h 1272682"/>
              <a:gd name="connsiteX1" fmla="*/ 1567543 w 12032343"/>
              <a:gd name="connsiteY1" fmla="*/ 902853 h 1272682"/>
              <a:gd name="connsiteX2" fmla="*/ 3599543 w 12032343"/>
              <a:gd name="connsiteY2" fmla="*/ 90053 h 1272682"/>
              <a:gd name="connsiteX3" fmla="*/ 5646057 w 12032343"/>
              <a:gd name="connsiteY3" fmla="*/ 1265710 h 1272682"/>
              <a:gd name="connsiteX4" fmla="*/ 7300686 w 12032343"/>
              <a:gd name="connsiteY4" fmla="*/ 598053 h 1272682"/>
              <a:gd name="connsiteX5" fmla="*/ 8563429 w 12032343"/>
              <a:gd name="connsiteY5" fmla="*/ 1033481 h 1272682"/>
              <a:gd name="connsiteX6" fmla="*/ 9608457 w 12032343"/>
              <a:gd name="connsiteY6" fmla="*/ 2967 h 1272682"/>
              <a:gd name="connsiteX7" fmla="*/ 10871200 w 12032343"/>
              <a:gd name="connsiteY7" fmla="*/ 699653 h 1272682"/>
              <a:gd name="connsiteX8" fmla="*/ 12032343 w 12032343"/>
              <a:gd name="connsiteY8" fmla="*/ 46510 h 1272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032343" h="1272682">
                <a:moveTo>
                  <a:pt x="0" y="17481"/>
                </a:moveTo>
                <a:cubicBezTo>
                  <a:pt x="483809" y="454119"/>
                  <a:pt x="967619" y="890758"/>
                  <a:pt x="1567543" y="902853"/>
                </a:cubicBezTo>
                <a:cubicBezTo>
                  <a:pt x="2167467" y="914948"/>
                  <a:pt x="2919791" y="29577"/>
                  <a:pt x="3599543" y="90053"/>
                </a:cubicBezTo>
                <a:cubicBezTo>
                  <a:pt x="4279295" y="150529"/>
                  <a:pt x="5029200" y="1181043"/>
                  <a:pt x="5646057" y="1265710"/>
                </a:cubicBezTo>
                <a:cubicBezTo>
                  <a:pt x="6262914" y="1350377"/>
                  <a:pt x="6814457" y="636758"/>
                  <a:pt x="7300686" y="598053"/>
                </a:cubicBezTo>
                <a:cubicBezTo>
                  <a:pt x="7786915" y="559348"/>
                  <a:pt x="8178801" y="1132662"/>
                  <a:pt x="8563429" y="1033481"/>
                </a:cubicBezTo>
                <a:cubicBezTo>
                  <a:pt x="8948057" y="934300"/>
                  <a:pt x="9223829" y="58605"/>
                  <a:pt x="9608457" y="2967"/>
                </a:cubicBezTo>
                <a:cubicBezTo>
                  <a:pt x="9993086" y="-52671"/>
                  <a:pt x="10467219" y="692396"/>
                  <a:pt x="10871200" y="699653"/>
                </a:cubicBezTo>
                <a:cubicBezTo>
                  <a:pt x="11275181" y="706910"/>
                  <a:pt x="11831562" y="152948"/>
                  <a:pt x="12032343" y="46510"/>
                </a:cubicBezTo>
              </a:path>
            </a:pathLst>
          </a:custGeom>
          <a:noFill/>
          <a:ln w="19050">
            <a:solidFill>
              <a:srgbClr val="5771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1062390" y="4742418"/>
            <a:ext cx="141515" cy="141515"/>
          </a:xfrm>
          <a:prstGeom prst="ellipse">
            <a:avLst/>
          </a:prstGeom>
          <a:solidFill>
            <a:srgbClr val="577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107478" y="4228203"/>
            <a:ext cx="274486" cy="274486"/>
          </a:xfrm>
          <a:prstGeom prst="ellipse">
            <a:avLst/>
          </a:prstGeom>
          <a:solidFill>
            <a:srgbClr val="577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2258478" y="4232918"/>
            <a:ext cx="133048" cy="133048"/>
          </a:xfrm>
          <a:prstGeom prst="ellipse">
            <a:avLst/>
          </a:prstGeom>
          <a:solidFill>
            <a:srgbClr val="577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452742" y="4591121"/>
            <a:ext cx="104618" cy="104618"/>
          </a:xfrm>
          <a:prstGeom prst="ellipse">
            <a:avLst/>
          </a:prstGeom>
          <a:solidFill>
            <a:srgbClr val="577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4320353" y="4939256"/>
            <a:ext cx="205038" cy="205038"/>
          </a:xfrm>
          <a:prstGeom prst="ellipse">
            <a:avLst/>
          </a:prstGeom>
          <a:solidFill>
            <a:srgbClr val="8FA4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5404956" y="4542788"/>
            <a:ext cx="100420" cy="100420"/>
          </a:xfrm>
          <a:prstGeom prst="ellipse">
            <a:avLst/>
          </a:prstGeom>
          <a:solidFill>
            <a:srgbClr val="577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6386516" y="4805907"/>
            <a:ext cx="205038" cy="205038"/>
          </a:xfrm>
          <a:prstGeom prst="ellipse">
            <a:avLst/>
          </a:prstGeom>
          <a:solidFill>
            <a:srgbClr val="577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7196142" y="4062436"/>
            <a:ext cx="147634" cy="147634"/>
          </a:xfrm>
          <a:prstGeom prst="ellipse">
            <a:avLst/>
          </a:prstGeom>
          <a:solidFill>
            <a:srgbClr val="8FA4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8120828" y="4537624"/>
            <a:ext cx="205038" cy="205038"/>
          </a:xfrm>
          <a:prstGeom prst="ellipse">
            <a:avLst/>
          </a:prstGeom>
          <a:solidFill>
            <a:srgbClr val="577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任意多边形: 形状 4"/>
          <p:cNvSpPr/>
          <p:nvPr/>
        </p:nvSpPr>
        <p:spPr>
          <a:xfrm>
            <a:off x="26291" y="2907280"/>
            <a:ext cx="9128594" cy="2143034"/>
          </a:xfrm>
          <a:custGeom>
            <a:avLst/>
            <a:gdLst>
              <a:gd name="connsiteX0" fmla="*/ 0 w 12424228"/>
              <a:gd name="connsiteY0" fmla="*/ 0 h 2857379"/>
              <a:gd name="connsiteX1" fmla="*/ 2728685 w 12424228"/>
              <a:gd name="connsiteY1" fmla="*/ 2815772 h 2857379"/>
              <a:gd name="connsiteX2" fmla="*/ 5573485 w 12424228"/>
              <a:gd name="connsiteY2" fmla="*/ 1756229 h 2857379"/>
              <a:gd name="connsiteX3" fmla="*/ 7257143 w 12424228"/>
              <a:gd name="connsiteY3" fmla="*/ 2786743 h 2857379"/>
              <a:gd name="connsiteX4" fmla="*/ 8940800 w 12424228"/>
              <a:gd name="connsiteY4" fmla="*/ 1944915 h 2857379"/>
              <a:gd name="connsiteX5" fmla="*/ 10653485 w 12424228"/>
              <a:gd name="connsiteY5" fmla="*/ 2627086 h 2857379"/>
              <a:gd name="connsiteX6" fmla="*/ 11727543 w 12424228"/>
              <a:gd name="connsiteY6" fmla="*/ 1654629 h 2857379"/>
              <a:gd name="connsiteX7" fmla="*/ 12424228 w 12424228"/>
              <a:gd name="connsiteY7" fmla="*/ 1799772 h 2857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24228" h="2857379">
                <a:moveTo>
                  <a:pt x="0" y="0"/>
                </a:moveTo>
                <a:cubicBezTo>
                  <a:pt x="899885" y="1261533"/>
                  <a:pt x="1799771" y="2523067"/>
                  <a:pt x="2728685" y="2815772"/>
                </a:cubicBezTo>
                <a:cubicBezTo>
                  <a:pt x="3657599" y="3108477"/>
                  <a:pt x="4818742" y="1761067"/>
                  <a:pt x="5573485" y="1756229"/>
                </a:cubicBezTo>
                <a:cubicBezTo>
                  <a:pt x="6328228" y="1751391"/>
                  <a:pt x="6695924" y="2755295"/>
                  <a:pt x="7257143" y="2786743"/>
                </a:cubicBezTo>
                <a:cubicBezTo>
                  <a:pt x="7818362" y="2818191"/>
                  <a:pt x="8374743" y="1971525"/>
                  <a:pt x="8940800" y="1944915"/>
                </a:cubicBezTo>
                <a:cubicBezTo>
                  <a:pt x="9506857" y="1918306"/>
                  <a:pt x="10189028" y="2675467"/>
                  <a:pt x="10653485" y="2627086"/>
                </a:cubicBezTo>
                <a:cubicBezTo>
                  <a:pt x="11117942" y="2578705"/>
                  <a:pt x="11432419" y="1792515"/>
                  <a:pt x="11727543" y="1654629"/>
                </a:cubicBezTo>
                <a:cubicBezTo>
                  <a:pt x="12022667" y="1516743"/>
                  <a:pt x="12223447" y="1658257"/>
                  <a:pt x="12424228" y="1799772"/>
                </a:cubicBezTo>
              </a:path>
            </a:pathLst>
          </a:custGeom>
          <a:noFill/>
          <a:ln>
            <a:solidFill>
              <a:srgbClr val="5771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523478" y="3649926"/>
            <a:ext cx="141515" cy="141515"/>
          </a:xfrm>
          <a:prstGeom prst="ellipse">
            <a:avLst/>
          </a:prstGeom>
          <a:solidFill>
            <a:srgbClr val="577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1423352" y="4590600"/>
            <a:ext cx="274486" cy="274486"/>
          </a:xfrm>
          <a:prstGeom prst="ellipse">
            <a:avLst/>
          </a:prstGeom>
          <a:solidFill>
            <a:srgbClr val="8FA4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椭圆 39"/>
          <p:cNvSpPr/>
          <p:nvPr/>
        </p:nvSpPr>
        <p:spPr>
          <a:xfrm>
            <a:off x="4119564" y="4167386"/>
            <a:ext cx="133048" cy="133048"/>
          </a:xfrm>
          <a:prstGeom prst="ellipse">
            <a:avLst/>
          </a:prstGeom>
          <a:solidFill>
            <a:srgbClr val="8FA4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椭圆 40"/>
          <p:cNvSpPr/>
          <p:nvPr/>
        </p:nvSpPr>
        <p:spPr>
          <a:xfrm>
            <a:off x="5367415" y="4939256"/>
            <a:ext cx="133048" cy="133048"/>
          </a:xfrm>
          <a:prstGeom prst="ellipse">
            <a:avLst/>
          </a:prstGeom>
          <a:solidFill>
            <a:srgbClr val="577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椭圆 41"/>
          <p:cNvSpPr/>
          <p:nvPr/>
        </p:nvSpPr>
        <p:spPr>
          <a:xfrm>
            <a:off x="5883627" y="4665288"/>
            <a:ext cx="141515" cy="141515"/>
          </a:xfrm>
          <a:prstGeom prst="ellipse">
            <a:avLst/>
          </a:prstGeom>
          <a:solidFill>
            <a:srgbClr val="577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椭圆 42"/>
          <p:cNvSpPr/>
          <p:nvPr/>
        </p:nvSpPr>
        <p:spPr>
          <a:xfrm>
            <a:off x="8942614" y="4308303"/>
            <a:ext cx="141515" cy="141515"/>
          </a:xfrm>
          <a:prstGeom prst="ellipse">
            <a:avLst/>
          </a:prstGeom>
          <a:solidFill>
            <a:srgbClr val="577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305560" y="1158875"/>
            <a:ext cx="1232535" cy="42862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75000"/>
                    <a:lumOff val="25000"/>
                  </a:schemeClr>
                </a:solidFill>
              </a14:hiddenFill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需求分析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1305560" y="1849755"/>
            <a:ext cx="1232535" cy="457200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75000"/>
                    <a:lumOff val="25000"/>
                  </a:schemeClr>
                </a:solidFill>
              </a14:hiddenFill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概要设计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1305560" y="2571750"/>
            <a:ext cx="1232535" cy="44132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75000"/>
                    <a:lumOff val="25000"/>
                  </a:schemeClr>
                </a:solidFill>
              </a14:hiddenFill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详细设计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1305560" y="3264535"/>
            <a:ext cx="1232535" cy="38544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75000"/>
                    <a:lumOff val="25000"/>
                  </a:schemeClr>
                </a:solidFill>
              </a14:hiddenFill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数据库设计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305560" y="3912870"/>
            <a:ext cx="1232535" cy="44704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75000"/>
                    <a:lumOff val="25000"/>
                  </a:schemeClr>
                </a:solidFill>
              </a14:hiddenFill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  <a:sym typeface="+mn-ea"/>
              </a:rPr>
              <a:t>Story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拆分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3983990" y="3919855"/>
            <a:ext cx="1384300" cy="38862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75000"/>
                    <a:lumOff val="25000"/>
                  </a:schemeClr>
                </a:solidFill>
              </a14:hiddenFill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sym typeface="+mn-ea"/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任务分工</a:t>
            </a:r>
            <a:endParaRPr lang="zh-CN" altLang="en-US">
              <a:solidFill>
                <a:schemeClr val="bg1"/>
              </a:solidFill>
            </a:endParaRPr>
          </a:p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3983355" y="3260090"/>
            <a:ext cx="1390015" cy="38989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75000"/>
                    <a:lumOff val="25000"/>
                  </a:schemeClr>
                </a:solidFill>
              </a14:hiddenFill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sym typeface="+mn-ea"/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需求反串讲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3982085" y="2571750"/>
            <a:ext cx="1391285" cy="39306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75000"/>
                    <a:lumOff val="25000"/>
                  </a:schemeClr>
                </a:solidFill>
              </a14:hiddenFill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开发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3982720" y="1849755"/>
            <a:ext cx="1384935" cy="38544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75000"/>
                    <a:lumOff val="25000"/>
                  </a:schemeClr>
                </a:solidFill>
              </a14:hiddenFill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单元测试</a:t>
            </a: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3982085" y="1114425"/>
            <a:ext cx="1336675" cy="47371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75000"/>
                    <a:lumOff val="25000"/>
                  </a:schemeClr>
                </a:solidFill>
              </a14:hiddenFill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sym typeface="+mn-ea"/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测试环境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部署</a:t>
            </a:r>
            <a:endParaRPr lang="zh-CN" altLang="en-US"/>
          </a:p>
          <a:p>
            <a:pPr algn="ctr"/>
            <a:endParaRPr lang="en-US" altLang="zh-CN"/>
          </a:p>
        </p:txBody>
      </p:sp>
      <p:sp>
        <p:nvSpPr>
          <p:cNvPr id="37" name="圆角矩形 36"/>
          <p:cNvSpPr/>
          <p:nvPr/>
        </p:nvSpPr>
        <p:spPr>
          <a:xfrm>
            <a:off x="6536055" y="1113790"/>
            <a:ext cx="1231900" cy="42926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75000"/>
                    <a:lumOff val="25000"/>
                  </a:schemeClr>
                </a:solidFill>
              </a14:hiddenFill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sym typeface="+mn-ea"/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接口测试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6535420" y="1849755"/>
            <a:ext cx="1233170" cy="38544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75000"/>
                    <a:lumOff val="25000"/>
                  </a:schemeClr>
                </a:solidFill>
              </a14:hiddenFill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sym typeface="+mn-ea"/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集成测试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5" name="圆角矩形 44"/>
          <p:cNvSpPr/>
          <p:nvPr/>
        </p:nvSpPr>
        <p:spPr>
          <a:xfrm>
            <a:off x="6535420" y="2524125"/>
            <a:ext cx="1233170" cy="44132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75000"/>
                    <a:lumOff val="25000"/>
                  </a:schemeClr>
                </a:solidFill>
              </a14:hiddenFill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sym typeface="+mn-ea"/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组长验收</a:t>
            </a:r>
            <a:endParaRPr lang="zh-CN" altLang="en-US">
              <a:solidFill>
                <a:schemeClr val="bg1"/>
              </a:solidFill>
            </a:endParaRPr>
          </a:p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6" name="圆角矩形 45"/>
          <p:cNvSpPr/>
          <p:nvPr/>
        </p:nvSpPr>
        <p:spPr>
          <a:xfrm>
            <a:off x="6535420" y="3311525"/>
            <a:ext cx="1232535" cy="33782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75000"/>
                    <a:lumOff val="25000"/>
                  </a:schemeClr>
                </a:solidFill>
              </a14:hiddenFill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sym typeface="+mn-ea"/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系统测试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6591935" y="3842385"/>
            <a:ext cx="1176655" cy="51816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tx1">
                    <a:lumMod val="75000"/>
                    <a:lumOff val="25000"/>
                  </a:schemeClr>
                </a:solidFill>
              </a14:hiddenFill>
            </a:ext>
          </a:extLst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sym typeface="+mn-ea"/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  <a:sym typeface="+mn-ea"/>
              </a:rPr>
              <a:t>环境部署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49" name="直接箭头连接符 48"/>
          <p:cNvCxnSpPr>
            <a:stCxn id="9" idx="2"/>
            <a:endCxn id="2" idx="0"/>
          </p:cNvCxnSpPr>
          <p:nvPr/>
        </p:nvCxnSpPr>
        <p:spPr>
          <a:xfrm>
            <a:off x="1922145" y="1587500"/>
            <a:ext cx="0" cy="26225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>
            <a:endCxn id="13" idx="0"/>
          </p:cNvCxnSpPr>
          <p:nvPr/>
        </p:nvCxnSpPr>
        <p:spPr>
          <a:xfrm>
            <a:off x="1922145" y="2306955"/>
            <a:ext cx="0" cy="26479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>
            <a:stCxn id="13" idx="2"/>
            <a:endCxn id="3" idx="0"/>
          </p:cNvCxnSpPr>
          <p:nvPr/>
        </p:nvCxnSpPr>
        <p:spPr>
          <a:xfrm>
            <a:off x="1922145" y="3013075"/>
            <a:ext cx="0" cy="25146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>
            <a:stCxn id="3" idx="2"/>
            <a:endCxn id="4" idx="0"/>
          </p:cNvCxnSpPr>
          <p:nvPr/>
        </p:nvCxnSpPr>
        <p:spPr>
          <a:xfrm>
            <a:off x="1922145" y="3649980"/>
            <a:ext cx="0" cy="26289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>
            <a:stCxn id="4" idx="3"/>
            <a:endCxn id="7" idx="1"/>
          </p:cNvCxnSpPr>
          <p:nvPr/>
        </p:nvCxnSpPr>
        <p:spPr>
          <a:xfrm flipV="1">
            <a:off x="2538095" y="4114165"/>
            <a:ext cx="1445895" cy="222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>
            <a:stCxn id="7" idx="0"/>
            <a:endCxn id="8" idx="2"/>
          </p:cNvCxnSpPr>
          <p:nvPr/>
        </p:nvCxnSpPr>
        <p:spPr>
          <a:xfrm flipV="1">
            <a:off x="4676140" y="3649980"/>
            <a:ext cx="2540" cy="2698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>
            <a:stCxn id="8" idx="0"/>
            <a:endCxn id="10" idx="2"/>
          </p:cNvCxnSpPr>
          <p:nvPr/>
        </p:nvCxnSpPr>
        <p:spPr>
          <a:xfrm flipH="1" flipV="1">
            <a:off x="4678045" y="2964815"/>
            <a:ext cx="635" cy="2952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>
            <a:stCxn id="10" idx="0"/>
            <a:endCxn id="35" idx="2"/>
          </p:cNvCxnSpPr>
          <p:nvPr/>
        </p:nvCxnSpPr>
        <p:spPr>
          <a:xfrm flipH="1" flipV="1">
            <a:off x="4675505" y="2235200"/>
            <a:ext cx="2540" cy="33655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>
            <a:stCxn id="35" idx="0"/>
          </p:cNvCxnSpPr>
          <p:nvPr/>
        </p:nvCxnSpPr>
        <p:spPr>
          <a:xfrm flipH="1" flipV="1">
            <a:off x="4666615" y="1597025"/>
            <a:ext cx="8890" cy="25273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>
            <a:stCxn id="36" idx="3"/>
            <a:endCxn id="37" idx="1"/>
          </p:cNvCxnSpPr>
          <p:nvPr/>
        </p:nvCxnSpPr>
        <p:spPr>
          <a:xfrm flipV="1">
            <a:off x="5318760" y="1328420"/>
            <a:ext cx="1217295" cy="2286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>
            <a:stCxn id="37" idx="2"/>
            <a:endCxn id="38" idx="0"/>
          </p:cNvCxnSpPr>
          <p:nvPr/>
        </p:nvCxnSpPr>
        <p:spPr>
          <a:xfrm>
            <a:off x="7152005" y="1543050"/>
            <a:ext cx="0" cy="30670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>
            <a:stCxn id="38" idx="2"/>
            <a:endCxn id="45" idx="0"/>
          </p:cNvCxnSpPr>
          <p:nvPr/>
        </p:nvCxnSpPr>
        <p:spPr>
          <a:xfrm>
            <a:off x="7152005" y="2235200"/>
            <a:ext cx="0" cy="2889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>
            <a:stCxn id="45" idx="2"/>
            <a:endCxn id="46" idx="0"/>
          </p:cNvCxnSpPr>
          <p:nvPr/>
        </p:nvCxnSpPr>
        <p:spPr>
          <a:xfrm>
            <a:off x="7152005" y="2965450"/>
            <a:ext cx="0" cy="34607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>
            <a:stCxn id="46" idx="2"/>
          </p:cNvCxnSpPr>
          <p:nvPr/>
        </p:nvCxnSpPr>
        <p:spPr>
          <a:xfrm>
            <a:off x="7152005" y="3649345"/>
            <a:ext cx="15875" cy="22098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26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26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1" presetID="26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3" presetID="26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3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5" presetID="26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7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8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87" presetID="26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0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1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9" presetID="26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3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2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4" fill="hold">
                            <p:stCondLst>
                              <p:cond delay="500"/>
                            </p:stCondLst>
                            <p:childTnLst>
                              <p:par>
                                <p:cTn id="2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" fill="hold">
                            <p:stCondLst>
                              <p:cond delay="1000"/>
                            </p:stCondLst>
                            <p:childTnLst>
                              <p:par>
                                <p:cTn id="26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7" fill="hold">
                            <p:stCondLst>
                              <p:cond delay="1500"/>
                            </p:stCondLst>
                            <p:childTnLst>
                              <p:par>
                                <p:cTn id="2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  <p:bldP spid="23" grpId="0" bldLvl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bldLvl="0" animBg="1"/>
      <p:bldP spid="32" grpId="0" animBg="1"/>
      <p:bldP spid="33" grpId="0" animBg="1"/>
      <p:bldP spid="34" grpId="0" animBg="1"/>
      <p:bldP spid="39" grpId="0" animBg="1"/>
      <p:bldP spid="40" grpId="0" animBg="1"/>
      <p:bldP spid="41" grpId="0" animBg="1"/>
      <p:bldP spid="42" grpId="0" animBg="1"/>
      <p:bldP spid="43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6"/>
          <p:cNvSpPr txBox="1">
            <a:spLocks noChangeArrowheads="1"/>
          </p:cNvSpPr>
          <p:nvPr/>
        </p:nvSpPr>
        <p:spPr bwMode="auto">
          <a:xfrm>
            <a:off x="3473783" y="434492"/>
            <a:ext cx="205105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rPr>
              <a:t>系统功能设计</a:t>
            </a:r>
            <a:endParaRPr kumimoji="0" lang="zh-CN" sz="18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cs typeface="+mn-ea"/>
            </a:endParaRPr>
          </a:p>
        </p:txBody>
      </p:sp>
      <p:sp>
        <p:nvSpPr>
          <p:cNvPr id="38" name="TextBox 6"/>
          <p:cNvSpPr txBox="1">
            <a:spLocks noChangeArrowheads="1"/>
          </p:cNvSpPr>
          <p:nvPr/>
        </p:nvSpPr>
        <p:spPr bwMode="auto">
          <a:xfrm>
            <a:off x="3821045" y="752508"/>
            <a:ext cx="131597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sz="1100" i="0" u="none" strike="noStrike" cap="none" normalizeH="0" baseline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Arial Narrow" panose="020B0606020202030204" pitchFamily="34" charset="0"/>
              <a:cs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15365" y="2422525"/>
            <a:ext cx="1036955" cy="351790"/>
          </a:xfrm>
          <a:prstGeom prst="rect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noAutofit/>
          </a:bodyPr>
          <a:p>
            <a:pPr algn="ctr"/>
            <a:r>
              <a:rPr lang="zh-CN" altLang="en-US"/>
              <a:t>功能设计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653030" y="2019300"/>
            <a:ext cx="742315" cy="299085"/>
          </a:xfrm>
          <a:prstGeom prst="rect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p>
            <a:r>
              <a:rPr lang="zh-CN" altLang="en-US"/>
              <a:t>管理员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2653030" y="3405505"/>
            <a:ext cx="742315" cy="299085"/>
          </a:xfrm>
          <a:prstGeom prst="rect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p>
            <a:pPr algn="ctr"/>
            <a:r>
              <a:rPr lang="zh-CN" altLang="en-US"/>
              <a:t>用户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4006850" y="1616710"/>
            <a:ext cx="1087120" cy="299085"/>
          </a:xfrm>
          <a:prstGeom prst="rect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p>
            <a:pPr algn="ctr"/>
            <a:r>
              <a:rPr lang="zh-CN" altLang="en-US"/>
              <a:t>一级管理员</a:t>
            </a:r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4028440" y="2375535"/>
            <a:ext cx="1083310" cy="299085"/>
          </a:xfrm>
          <a:prstGeom prst="rect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p>
            <a:r>
              <a:rPr lang="zh-CN" altLang="en-US"/>
              <a:t>二级管理员</a:t>
            </a:r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5444490" y="1616710"/>
            <a:ext cx="1557020" cy="299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管理所有模块</a:t>
            </a:r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5308600" y="2490470"/>
            <a:ext cx="351790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老师：进行学生管理，班级管理，课程管理，修改个人信息</a:t>
            </a:r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4006850" y="3405505"/>
            <a:ext cx="1108710" cy="299085"/>
          </a:xfrm>
          <a:prstGeom prst="rect">
            <a:avLst/>
          </a:prstGeom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p>
            <a:pPr algn="ctr"/>
            <a:r>
              <a:rPr lang="zh-CN" altLang="en-US"/>
              <a:t>学生</a:t>
            </a:r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5308600" y="3270250"/>
            <a:ext cx="3835400" cy="569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浏览课程内容，加入班级，完成作业，与老师互动，修改个人信息</a:t>
            </a:r>
            <a:endParaRPr lang="zh-CN" altLang="en-US"/>
          </a:p>
        </p:txBody>
      </p:sp>
      <p:cxnSp>
        <p:nvCxnSpPr>
          <p:cNvPr id="36" name="曲线连接符 35"/>
          <p:cNvCxnSpPr>
            <a:stCxn id="8" idx="3"/>
            <a:endCxn id="9" idx="1"/>
          </p:cNvCxnSpPr>
          <p:nvPr/>
        </p:nvCxnSpPr>
        <p:spPr>
          <a:xfrm flipV="1">
            <a:off x="2052320" y="2169160"/>
            <a:ext cx="600710" cy="429260"/>
          </a:xfrm>
          <a:prstGeom prst="curvedConnector3">
            <a:avLst>
              <a:gd name="adj1" fmla="val 50000"/>
            </a:avLst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曲线连接符 38"/>
          <p:cNvCxnSpPr>
            <a:stCxn id="8" idx="3"/>
            <a:endCxn id="11" idx="1"/>
          </p:cNvCxnSpPr>
          <p:nvPr/>
        </p:nvCxnSpPr>
        <p:spPr>
          <a:xfrm>
            <a:off x="2052320" y="2598420"/>
            <a:ext cx="600710" cy="956945"/>
          </a:xfrm>
          <a:prstGeom prst="curvedConnector3">
            <a:avLst>
              <a:gd name="adj1" fmla="val 50000"/>
            </a:avLst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曲线连接符 39"/>
          <p:cNvCxnSpPr>
            <a:stCxn id="9" idx="3"/>
            <a:endCxn id="15" idx="1"/>
          </p:cNvCxnSpPr>
          <p:nvPr/>
        </p:nvCxnSpPr>
        <p:spPr>
          <a:xfrm flipV="1">
            <a:off x="3395345" y="1766570"/>
            <a:ext cx="611505" cy="402590"/>
          </a:xfrm>
          <a:prstGeom prst="curvedConnector3">
            <a:avLst>
              <a:gd name="adj1" fmla="val 50052"/>
            </a:avLst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曲线连接符 40"/>
          <p:cNvCxnSpPr>
            <a:endCxn id="17" idx="1"/>
          </p:cNvCxnSpPr>
          <p:nvPr/>
        </p:nvCxnSpPr>
        <p:spPr>
          <a:xfrm>
            <a:off x="3430905" y="2183130"/>
            <a:ext cx="597535" cy="342265"/>
          </a:xfrm>
          <a:prstGeom prst="curvedConnector3">
            <a:avLst>
              <a:gd name="adj1" fmla="val 50053"/>
            </a:avLst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>
            <a:stCxn id="11" idx="3"/>
            <a:endCxn id="22" idx="1"/>
          </p:cNvCxnSpPr>
          <p:nvPr/>
        </p:nvCxnSpPr>
        <p:spPr>
          <a:xfrm>
            <a:off x="3395345" y="3555365"/>
            <a:ext cx="611505" cy="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2270693" y="3834122"/>
            <a:ext cx="933449" cy="390525"/>
            <a:chOff x="1150938" y="1535113"/>
            <a:chExt cx="933449" cy="390525"/>
          </a:xfrm>
          <a:solidFill>
            <a:schemeClr val="bg1">
              <a:lumMod val="95000"/>
            </a:schemeClr>
          </a:solidFill>
        </p:grpSpPr>
        <p:sp>
          <p:nvSpPr>
            <p:cNvPr id="16" name="Freeform 66"/>
            <p:cNvSpPr/>
            <p:nvPr/>
          </p:nvSpPr>
          <p:spPr bwMode="auto">
            <a:xfrm>
              <a:off x="1150938" y="1677988"/>
              <a:ext cx="293687" cy="247650"/>
            </a:xfrm>
            <a:custGeom>
              <a:avLst/>
              <a:gdLst>
                <a:gd name="T0" fmla="*/ 0 w 115"/>
                <a:gd name="T1" fmla="*/ 30 h 97"/>
                <a:gd name="T2" fmla="*/ 72 w 115"/>
                <a:gd name="T3" fmla="*/ 97 h 97"/>
                <a:gd name="T4" fmla="*/ 115 w 115"/>
                <a:gd name="T5" fmla="*/ 65 h 97"/>
                <a:gd name="T6" fmla="*/ 39 w 115"/>
                <a:gd name="T7" fmla="*/ 0 h 97"/>
                <a:gd name="T8" fmla="*/ 0 w 115"/>
                <a:gd name="T9" fmla="*/ 3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97">
                  <a:moveTo>
                    <a:pt x="0" y="30"/>
                  </a:moveTo>
                  <a:cubicBezTo>
                    <a:pt x="72" y="97"/>
                    <a:pt x="72" y="97"/>
                    <a:pt x="72" y="97"/>
                  </a:cubicBezTo>
                  <a:cubicBezTo>
                    <a:pt x="72" y="97"/>
                    <a:pt x="94" y="80"/>
                    <a:pt x="115" y="65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11" y="20"/>
                    <a:pt x="0" y="30"/>
                    <a:pt x="0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7" name="Freeform 67"/>
            <p:cNvSpPr/>
            <p:nvPr/>
          </p:nvSpPr>
          <p:spPr bwMode="auto">
            <a:xfrm>
              <a:off x="1295400" y="1535113"/>
              <a:ext cx="788987" cy="292100"/>
            </a:xfrm>
            <a:custGeom>
              <a:avLst/>
              <a:gdLst>
                <a:gd name="T0" fmla="*/ 261 w 309"/>
                <a:gd name="T1" fmla="*/ 33 h 114"/>
                <a:gd name="T2" fmla="*/ 205 w 309"/>
                <a:gd name="T3" fmla="*/ 64 h 114"/>
                <a:gd name="T4" fmla="*/ 125 w 309"/>
                <a:gd name="T5" fmla="*/ 55 h 114"/>
                <a:gd name="T6" fmla="*/ 176 w 309"/>
                <a:gd name="T7" fmla="*/ 48 h 114"/>
                <a:gd name="T8" fmla="*/ 217 w 309"/>
                <a:gd name="T9" fmla="*/ 19 h 114"/>
                <a:gd name="T10" fmla="*/ 140 w 309"/>
                <a:gd name="T11" fmla="*/ 14 h 114"/>
                <a:gd name="T12" fmla="*/ 66 w 309"/>
                <a:gd name="T13" fmla="*/ 14 h 114"/>
                <a:gd name="T14" fmla="*/ 0 w 309"/>
                <a:gd name="T15" fmla="*/ 54 h 114"/>
                <a:gd name="T16" fmla="*/ 68 w 309"/>
                <a:gd name="T17" fmla="*/ 114 h 114"/>
                <a:gd name="T18" fmla="*/ 91 w 309"/>
                <a:gd name="T19" fmla="*/ 102 h 114"/>
                <a:gd name="T20" fmla="*/ 205 w 309"/>
                <a:gd name="T21" fmla="*/ 102 h 114"/>
                <a:gd name="T22" fmla="*/ 309 w 309"/>
                <a:gd name="T23" fmla="*/ 19 h 114"/>
                <a:gd name="T24" fmla="*/ 261 w 309"/>
                <a:gd name="T25" fmla="*/ 33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9" h="114">
                  <a:moveTo>
                    <a:pt x="261" y="33"/>
                  </a:moveTo>
                  <a:cubicBezTo>
                    <a:pt x="243" y="49"/>
                    <a:pt x="227" y="60"/>
                    <a:pt x="205" y="64"/>
                  </a:cubicBezTo>
                  <a:cubicBezTo>
                    <a:pt x="170" y="70"/>
                    <a:pt x="135" y="62"/>
                    <a:pt x="125" y="55"/>
                  </a:cubicBezTo>
                  <a:cubicBezTo>
                    <a:pt x="108" y="44"/>
                    <a:pt x="126" y="51"/>
                    <a:pt x="176" y="48"/>
                  </a:cubicBezTo>
                  <a:cubicBezTo>
                    <a:pt x="227" y="45"/>
                    <a:pt x="217" y="19"/>
                    <a:pt x="217" y="19"/>
                  </a:cubicBezTo>
                  <a:cubicBezTo>
                    <a:pt x="206" y="17"/>
                    <a:pt x="193" y="16"/>
                    <a:pt x="140" y="14"/>
                  </a:cubicBezTo>
                  <a:cubicBezTo>
                    <a:pt x="121" y="14"/>
                    <a:pt x="84" y="10"/>
                    <a:pt x="66" y="14"/>
                  </a:cubicBezTo>
                  <a:cubicBezTo>
                    <a:pt x="46" y="18"/>
                    <a:pt x="28" y="35"/>
                    <a:pt x="0" y="54"/>
                  </a:cubicBezTo>
                  <a:cubicBezTo>
                    <a:pt x="68" y="114"/>
                    <a:pt x="68" y="114"/>
                    <a:pt x="68" y="114"/>
                  </a:cubicBezTo>
                  <a:cubicBezTo>
                    <a:pt x="79" y="107"/>
                    <a:pt x="87" y="102"/>
                    <a:pt x="91" y="102"/>
                  </a:cubicBezTo>
                  <a:cubicBezTo>
                    <a:pt x="112" y="102"/>
                    <a:pt x="166" y="107"/>
                    <a:pt x="205" y="102"/>
                  </a:cubicBezTo>
                  <a:cubicBezTo>
                    <a:pt x="282" y="64"/>
                    <a:pt x="309" y="19"/>
                    <a:pt x="309" y="19"/>
                  </a:cubicBezTo>
                  <a:cubicBezTo>
                    <a:pt x="309" y="19"/>
                    <a:pt x="288" y="0"/>
                    <a:pt x="261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821504" y="3746839"/>
            <a:ext cx="722312" cy="441325"/>
            <a:chOff x="979488" y="2314575"/>
            <a:chExt cx="722312" cy="441325"/>
          </a:xfrm>
          <a:solidFill>
            <a:schemeClr val="bg1">
              <a:lumMod val="95000"/>
            </a:schemeClr>
          </a:solidFill>
        </p:grpSpPr>
        <p:sp>
          <p:nvSpPr>
            <p:cNvPr id="19" name="Freeform 84"/>
            <p:cNvSpPr/>
            <p:nvPr/>
          </p:nvSpPr>
          <p:spPr bwMode="auto">
            <a:xfrm>
              <a:off x="1047750" y="2692400"/>
              <a:ext cx="87312" cy="63500"/>
            </a:xfrm>
            <a:custGeom>
              <a:avLst/>
              <a:gdLst>
                <a:gd name="T0" fmla="*/ 34 w 34"/>
                <a:gd name="T1" fmla="*/ 21 h 25"/>
                <a:gd name="T2" fmla="*/ 34 w 34"/>
                <a:gd name="T3" fmla="*/ 0 h 25"/>
                <a:gd name="T4" fmla="*/ 1 w 34"/>
                <a:gd name="T5" fmla="*/ 25 h 25"/>
                <a:gd name="T6" fmla="*/ 31 w 34"/>
                <a:gd name="T7" fmla="*/ 25 h 25"/>
                <a:gd name="T8" fmla="*/ 34 w 34"/>
                <a:gd name="T9" fmla="*/ 21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25">
                  <a:moveTo>
                    <a:pt x="34" y="21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4" y="0"/>
                    <a:pt x="0" y="25"/>
                    <a:pt x="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3" y="25"/>
                    <a:pt x="34" y="23"/>
                    <a:pt x="34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0" name="Freeform 85"/>
            <p:cNvSpPr/>
            <p:nvPr/>
          </p:nvSpPr>
          <p:spPr bwMode="auto">
            <a:xfrm>
              <a:off x="1163638" y="2600325"/>
              <a:ext cx="93662" cy="155575"/>
            </a:xfrm>
            <a:custGeom>
              <a:avLst/>
              <a:gdLst>
                <a:gd name="T0" fmla="*/ 33 w 37"/>
                <a:gd name="T1" fmla="*/ 61 h 61"/>
                <a:gd name="T2" fmla="*/ 37 w 37"/>
                <a:gd name="T3" fmla="*/ 57 h 61"/>
                <a:gd name="T4" fmla="*/ 37 w 37"/>
                <a:gd name="T5" fmla="*/ 0 h 61"/>
                <a:gd name="T6" fmla="*/ 1 w 37"/>
                <a:gd name="T7" fmla="*/ 27 h 61"/>
                <a:gd name="T8" fmla="*/ 0 w 37"/>
                <a:gd name="T9" fmla="*/ 28 h 61"/>
                <a:gd name="T10" fmla="*/ 0 w 37"/>
                <a:gd name="T11" fmla="*/ 57 h 61"/>
                <a:gd name="T12" fmla="*/ 3 w 37"/>
                <a:gd name="T13" fmla="*/ 61 h 61"/>
                <a:gd name="T14" fmla="*/ 33 w 37"/>
                <a:gd name="T15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61">
                  <a:moveTo>
                    <a:pt x="33" y="61"/>
                  </a:moveTo>
                  <a:cubicBezTo>
                    <a:pt x="35" y="61"/>
                    <a:pt x="37" y="59"/>
                    <a:pt x="37" y="57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9"/>
                    <a:pt x="1" y="61"/>
                    <a:pt x="3" y="61"/>
                  </a:cubicBezTo>
                  <a:lnTo>
                    <a:pt x="33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1" name="Freeform 86"/>
            <p:cNvSpPr/>
            <p:nvPr/>
          </p:nvSpPr>
          <p:spPr bwMode="auto">
            <a:xfrm>
              <a:off x="1282700" y="2525713"/>
              <a:ext cx="95250" cy="230187"/>
            </a:xfrm>
            <a:custGeom>
              <a:avLst/>
              <a:gdLst>
                <a:gd name="T0" fmla="*/ 34 w 37"/>
                <a:gd name="T1" fmla="*/ 90 h 90"/>
                <a:gd name="T2" fmla="*/ 37 w 37"/>
                <a:gd name="T3" fmla="*/ 86 h 90"/>
                <a:gd name="T4" fmla="*/ 37 w 37"/>
                <a:gd name="T5" fmla="*/ 11 h 90"/>
                <a:gd name="T6" fmla="*/ 27 w 37"/>
                <a:gd name="T7" fmla="*/ 0 h 90"/>
                <a:gd name="T8" fmla="*/ 12 w 37"/>
                <a:gd name="T9" fmla="*/ 12 h 90"/>
                <a:gd name="T10" fmla="*/ 0 w 37"/>
                <a:gd name="T11" fmla="*/ 21 h 90"/>
                <a:gd name="T12" fmla="*/ 0 w 37"/>
                <a:gd name="T13" fmla="*/ 86 h 90"/>
                <a:gd name="T14" fmla="*/ 4 w 37"/>
                <a:gd name="T15" fmla="*/ 90 h 90"/>
                <a:gd name="T16" fmla="*/ 34 w 37"/>
                <a:gd name="T17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" h="90">
                  <a:moveTo>
                    <a:pt x="34" y="90"/>
                  </a:moveTo>
                  <a:cubicBezTo>
                    <a:pt x="35" y="90"/>
                    <a:pt x="37" y="88"/>
                    <a:pt x="37" y="86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88"/>
                    <a:pt x="2" y="90"/>
                    <a:pt x="4" y="90"/>
                  </a:cubicBezTo>
                  <a:lnTo>
                    <a:pt x="34" y="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2" name="Freeform 87"/>
            <p:cNvSpPr/>
            <p:nvPr/>
          </p:nvSpPr>
          <p:spPr bwMode="auto">
            <a:xfrm>
              <a:off x="1404938" y="2562225"/>
              <a:ext cx="92075" cy="193675"/>
            </a:xfrm>
            <a:custGeom>
              <a:avLst/>
              <a:gdLst>
                <a:gd name="T0" fmla="*/ 33 w 36"/>
                <a:gd name="T1" fmla="*/ 76 h 76"/>
                <a:gd name="T2" fmla="*/ 36 w 36"/>
                <a:gd name="T3" fmla="*/ 72 h 76"/>
                <a:gd name="T4" fmla="*/ 36 w 36"/>
                <a:gd name="T5" fmla="*/ 0 h 76"/>
                <a:gd name="T6" fmla="*/ 22 w 36"/>
                <a:gd name="T7" fmla="*/ 11 h 76"/>
                <a:gd name="T8" fmla="*/ 18 w 36"/>
                <a:gd name="T9" fmla="*/ 14 h 76"/>
                <a:gd name="T10" fmla="*/ 5 w 36"/>
                <a:gd name="T11" fmla="*/ 13 h 76"/>
                <a:gd name="T12" fmla="*/ 4 w 36"/>
                <a:gd name="T13" fmla="*/ 12 h 76"/>
                <a:gd name="T14" fmla="*/ 0 w 36"/>
                <a:gd name="T15" fmla="*/ 8 h 76"/>
                <a:gd name="T16" fmla="*/ 0 w 36"/>
                <a:gd name="T17" fmla="*/ 72 h 76"/>
                <a:gd name="T18" fmla="*/ 3 w 36"/>
                <a:gd name="T19" fmla="*/ 76 h 76"/>
                <a:gd name="T20" fmla="*/ 33 w 36"/>
                <a:gd name="T21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76">
                  <a:moveTo>
                    <a:pt x="33" y="76"/>
                  </a:moveTo>
                  <a:cubicBezTo>
                    <a:pt x="35" y="76"/>
                    <a:pt x="36" y="74"/>
                    <a:pt x="36" y="72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4" y="17"/>
                    <a:pt x="9" y="17"/>
                    <a:pt x="5" y="13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4"/>
                    <a:pt x="1" y="76"/>
                    <a:pt x="3" y="76"/>
                  </a:cubicBezTo>
                  <a:lnTo>
                    <a:pt x="33" y="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3" name="Freeform 88"/>
            <p:cNvSpPr/>
            <p:nvPr/>
          </p:nvSpPr>
          <p:spPr bwMode="auto">
            <a:xfrm>
              <a:off x="1525588" y="2465388"/>
              <a:ext cx="95250" cy="290512"/>
            </a:xfrm>
            <a:custGeom>
              <a:avLst/>
              <a:gdLst>
                <a:gd name="T0" fmla="*/ 33 w 37"/>
                <a:gd name="T1" fmla="*/ 114 h 114"/>
                <a:gd name="T2" fmla="*/ 37 w 37"/>
                <a:gd name="T3" fmla="*/ 110 h 114"/>
                <a:gd name="T4" fmla="*/ 37 w 37"/>
                <a:gd name="T5" fmla="*/ 0 h 114"/>
                <a:gd name="T6" fmla="*/ 15 w 37"/>
                <a:gd name="T7" fmla="*/ 18 h 114"/>
                <a:gd name="T8" fmla="*/ 0 w 37"/>
                <a:gd name="T9" fmla="*/ 29 h 114"/>
                <a:gd name="T10" fmla="*/ 0 w 37"/>
                <a:gd name="T11" fmla="*/ 110 h 114"/>
                <a:gd name="T12" fmla="*/ 3 w 37"/>
                <a:gd name="T13" fmla="*/ 114 h 114"/>
                <a:gd name="T14" fmla="*/ 33 w 37"/>
                <a:gd name="T15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114">
                  <a:moveTo>
                    <a:pt x="33" y="114"/>
                  </a:moveTo>
                  <a:cubicBezTo>
                    <a:pt x="35" y="114"/>
                    <a:pt x="37" y="112"/>
                    <a:pt x="37" y="11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0" y="112"/>
                    <a:pt x="1" y="114"/>
                    <a:pt x="3" y="114"/>
                  </a:cubicBezTo>
                  <a:lnTo>
                    <a:pt x="33" y="1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4" name="Freeform 89"/>
            <p:cNvSpPr/>
            <p:nvPr/>
          </p:nvSpPr>
          <p:spPr bwMode="auto">
            <a:xfrm>
              <a:off x="979488" y="2314575"/>
              <a:ext cx="722312" cy="420687"/>
            </a:xfrm>
            <a:custGeom>
              <a:avLst/>
              <a:gdLst>
                <a:gd name="T0" fmla="*/ 283 w 283"/>
                <a:gd name="T1" fmla="*/ 10 h 165"/>
                <a:gd name="T2" fmla="*/ 280 w 283"/>
                <a:gd name="T3" fmla="*/ 3 h 165"/>
                <a:gd name="T4" fmla="*/ 273 w 283"/>
                <a:gd name="T5" fmla="*/ 0 h 165"/>
                <a:gd name="T6" fmla="*/ 263 w 283"/>
                <a:gd name="T7" fmla="*/ 0 h 165"/>
                <a:gd name="T8" fmla="*/ 229 w 283"/>
                <a:gd name="T9" fmla="*/ 0 h 165"/>
                <a:gd name="T10" fmla="*/ 225 w 283"/>
                <a:gd name="T11" fmla="*/ 1 h 165"/>
                <a:gd name="T12" fmla="*/ 225 w 283"/>
                <a:gd name="T13" fmla="*/ 1 h 165"/>
                <a:gd name="T14" fmla="*/ 219 w 283"/>
                <a:gd name="T15" fmla="*/ 10 h 165"/>
                <a:gd name="T16" fmla="*/ 225 w 283"/>
                <a:gd name="T17" fmla="*/ 19 h 165"/>
                <a:gd name="T18" fmla="*/ 229 w 283"/>
                <a:gd name="T19" fmla="*/ 20 h 165"/>
                <a:gd name="T20" fmla="*/ 240 w 283"/>
                <a:gd name="T21" fmla="*/ 20 h 165"/>
                <a:gd name="T22" fmla="*/ 246 w 283"/>
                <a:gd name="T23" fmla="*/ 20 h 165"/>
                <a:gd name="T24" fmla="*/ 235 w 283"/>
                <a:gd name="T25" fmla="*/ 28 h 165"/>
                <a:gd name="T26" fmla="*/ 216 w 283"/>
                <a:gd name="T27" fmla="*/ 45 h 165"/>
                <a:gd name="T28" fmla="*/ 205 w 283"/>
                <a:gd name="T29" fmla="*/ 54 h 165"/>
                <a:gd name="T30" fmla="*/ 190 w 283"/>
                <a:gd name="T31" fmla="*/ 66 h 165"/>
                <a:gd name="T32" fmla="*/ 181 w 283"/>
                <a:gd name="T33" fmla="*/ 73 h 165"/>
                <a:gd name="T34" fmla="*/ 171 w 283"/>
                <a:gd name="T35" fmla="*/ 63 h 165"/>
                <a:gd name="T36" fmla="*/ 167 w 283"/>
                <a:gd name="T37" fmla="*/ 59 h 165"/>
                <a:gd name="T38" fmla="*/ 156 w 283"/>
                <a:gd name="T39" fmla="*/ 48 h 165"/>
                <a:gd name="T40" fmla="*/ 154 w 283"/>
                <a:gd name="T41" fmla="*/ 46 h 165"/>
                <a:gd name="T42" fmla="*/ 141 w 283"/>
                <a:gd name="T43" fmla="*/ 45 h 165"/>
                <a:gd name="T44" fmla="*/ 131 w 283"/>
                <a:gd name="T45" fmla="*/ 53 h 165"/>
                <a:gd name="T46" fmla="*/ 119 w 283"/>
                <a:gd name="T47" fmla="*/ 62 h 165"/>
                <a:gd name="T48" fmla="*/ 112 w 283"/>
                <a:gd name="T49" fmla="*/ 67 h 165"/>
                <a:gd name="T50" fmla="*/ 108 w 283"/>
                <a:gd name="T51" fmla="*/ 70 h 165"/>
                <a:gd name="T52" fmla="*/ 71 w 283"/>
                <a:gd name="T53" fmla="*/ 98 h 165"/>
                <a:gd name="T54" fmla="*/ 70 w 283"/>
                <a:gd name="T55" fmla="*/ 98 h 165"/>
                <a:gd name="T56" fmla="*/ 59 w 283"/>
                <a:gd name="T57" fmla="*/ 107 h 165"/>
                <a:gd name="T58" fmla="*/ 11 w 283"/>
                <a:gd name="T59" fmla="*/ 142 h 165"/>
                <a:gd name="T60" fmla="*/ 6 w 283"/>
                <a:gd name="T61" fmla="*/ 147 h 165"/>
                <a:gd name="T62" fmla="*/ 4 w 283"/>
                <a:gd name="T63" fmla="*/ 160 h 165"/>
                <a:gd name="T64" fmla="*/ 13 w 283"/>
                <a:gd name="T65" fmla="*/ 164 h 165"/>
                <a:gd name="T66" fmla="*/ 17 w 283"/>
                <a:gd name="T67" fmla="*/ 162 h 165"/>
                <a:gd name="T68" fmla="*/ 59 w 283"/>
                <a:gd name="T69" fmla="*/ 131 h 165"/>
                <a:gd name="T70" fmla="*/ 70 w 283"/>
                <a:gd name="T71" fmla="*/ 123 h 165"/>
                <a:gd name="T72" fmla="*/ 71 w 283"/>
                <a:gd name="T73" fmla="*/ 122 h 165"/>
                <a:gd name="T74" fmla="*/ 108 w 283"/>
                <a:gd name="T75" fmla="*/ 94 h 165"/>
                <a:gd name="T76" fmla="*/ 112 w 283"/>
                <a:gd name="T77" fmla="*/ 91 h 165"/>
                <a:gd name="T78" fmla="*/ 119 w 283"/>
                <a:gd name="T79" fmla="*/ 86 h 165"/>
                <a:gd name="T80" fmla="*/ 131 w 283"/>
                <a:gd name="T81" fmla="*/ 77 h 165"/>
                <a:gd name="T82" fmla="*/ 146 w 283"/>
                <a:gd name="T83" fmla="*/ 65 h 165"/>
                <a:gd name="T84" fmla="*/ 156 w 283"/>
                <a:gd name="T85" fmla="*/ 76 h 165"/>
                <a:gd name="T86" fmla="*/ 167 w 283"/>
                <a:gd name="T87" fmla="*/ 87 h 165"/>
                <a:gd name="T88" fmla="*/ 171 w 283"/>
                <a:gd name="T89" fmla="*/ 91 h 165"/>
                <a:gd name="T90" fmla="*/ 173 w 283"/>
                <a:gd name="T91" fmla="*/ 93 h 165"/>
                <a:gd name="T92" fmla="*/ 186 w 283"/>
                <a:gd name="T93" fmla="*/ 94 h 165"/>
                <a:gd name="T94" fmla="*/ 190 w 283"/>
                <a:gd name="T95" fmla="*/ 90 h 165"/>
                <a:gd name="T96" fmla="*/ 205 w 283"/>
                <a:gd name="T97" fmla="*/ 79 h 165"/>
                <a:gd name="T98" fmla="*/ 216 w 283"/>
                <a:gd name="T99" fmla="*/ 70 h 165"/>
                <a:gd name="T100" fmla="*/ 231 w 283"/>
                <a:gd name="T101" fmla="*/ 58 h 165"/>
                <a:gd name="T102" fmla="*/ 263 w 283"/>
                <a:gd name="T103" fmla="*/ 31 h 165"/>
                <a:gd name="T104" fmla="*/ 264 w 283"/>
                <a:gd name="T105" fmla="*/ 31 h 165"/>
                <a:gd name="T106" fmla="*/ 264 w 283"/>
                <a:gd name="T107" fmla="*/ 53 h 165"/>
                <a:gd name="T108" fmla="*/ 274 w 283"/>
                <a:gd name="T109" fmla="*/ 62 h 165"/>
                <a:gd name="T110" fmla="*/ 283 w 283"/>
                <a:gd name="T111" fmla="*/ 53 h 165"/>
                <a:gd name="T112" fmla="*/ 283 w 283"/>
                <a:gd name="T113" fmla="*/ 1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83" h="165">
                  <a:moveTo>
                    <a:pt x="283" y="10"/>
                  </a:moveTo>
                  <a:cubicBezTo>
                    <a:pt x="283" y="7"/>
                    <a:pt x="282" y="5"/>
                    <a:pt x="280" y="3"/>
                  </a:cubicBezTo>
                  <a:cubicBezTo>
                    <a:pt x="278" y="1"/>
                    <a:pt x="276" y="0"/>
                    <a:pt x="273" y="0"/>
                  </a:cubicBezTo>
                  <a:cubicBezTo>
                    <a:pt x="263" y="0"/>
                    <a:pt x="263" y="0"/>
                    <a:pt x="263" y="0"/>
                  </a:cubicBezTo>
                  <a:cubicBezTo>
                    <a:pt x="229" y="0"/>
                    <a:pt x="229" y="0"/>
                    <a:pt x="229" y="0"/>
                  </a:cubicBezTo>
                  <a:cubicBezTo>
                    <a:pt x="227" y="0"/>
                    <a:pt x="226" y="1"/>
                    <a:pt x="225" y="1"/>
                  </a:cubicBezTo>
                  <a:cubicBezTo>
                    <a:pt x="225" y="1"/>
                    <a:pt x="225" y="1"/>
                    <a:pt x="225" y="1"/>
                  </a:cubicBezTo>
                  <a:cubicBezTo>
                    <a:pt x="221" y="3"/>
                    <a:pt x="219" y="6"/>
                    <a:pt x="219" y="10"/>
                  </a:cubicBezTo>
                  <a:cubicBezTo>
                    <a:pt x="219" y="14"/>
                    <a:pt x="222" y="18"/>
                    <a:pt x="225" y="19"/>
                  </a:cubicBezTo>
                  <a:cubicBezTo>
                    <a:pt x="226" y="20"/>
                    <a:pt x="227" y="20"/>
                    <a:pt x="229" y="20"/>
                  </a:cubicBezTo>
                  <a:cubicBezTo>
                    <a:pt x="240" y="20"/>
                    <a:pt x="240" y="20"/>
                    <a:pt x="240" y="20"/>
                  </a:cubicBezTo>
                  <a:cubicBezTo>
                    <a:pt x="246" y="20"/>
                    <a:pt x="246" y="20"/>
                    <a:pt x="246" y="20"/>
                  </a:cubicBezTo>
                  <a:cubicBezTo>
                    <a:pt x="235" y="28"/>
                    <a:pt x="235" y="28"/>
                    <a:pt x="235" y="28"/>
                  </a:cubicBezTo>
                  <a:cubicBezTo>
                    <a:pt x="216" y="45"/>
                    <a:pt x="216" y="45"/>
                    <a:pt x="216" y="45"/>
                  </a:cubicBezTo>
                  <a:cubicBezTo>
                    <a:pt x="205" y="54"/>
                    <a:pt x="205" y="54"/>
                    <a:pt x="205" y="54"/>
                  </a:cubicBezTo>
                  <a:cubicBezTo>
                    <a:pt x="190" y="66"/>
                    <a:pt x="190" y="66"/>
                    <a:pt x="190" y="66"/>
                  </a:cubicBezTo>
                  <a:cubicBezTo>
                    <a:pt x="181" y="73"/>
                    <a:pt x="181" y="73"/>
                    <a:pt x="181" y="73"/>
                  </a:cubicBezTo>
                  <a:cubicBezTo>
                    <a:pt x="171" y="63"/>
                    <a:pt x="171" y="63"/>
                    <a:pt x="171" y="63"/>
                  </a:cubicBezTo>
                  <a:cubicBezTo>
                    <a:pt x="167" y="59"/>
                    <a:pt x="167" y="59"/>
                    <a:pt x="167" y="59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1" y="42"/>
                    <a:pt x="145" y="42"/>
                    <a:pt x="141" y="45"/>
                  </a:cubicBezTo>
                  <a:cubicBezTo>
                    <a:pt x="131" y="53"/>
                    <a:pt x="131" y="53"/>
                    <a:pt x="131" y="53"/>
                  </a:cubicBezTo>
                  <a:cubicBezTo>
                    <a:pt x="119" y="62"/>
                    <a:pt x="119" y="62"/>
                    <a:pt x="119" y="62"/>
                  </a:cubicBezTo>
                  <a:cubicBezTo>
                    <a:pt x="112" y="67"/>
                    <a:pt x="112" y="67"/>
                    <a:pt x="112" y="67"/>
                  </a:cubicBezTo>
                  <a:cubicBezTo>
                    <a:pt x="108" y="70"/>
                    <a:pt x="108" y="70"/>
                    <a:pt x="108" y="70"/>
                  </a:cubicBezTo>
                  <a:cubicBezTo>
                    <a:pt x="71" y="98"/>
                    <a:pt x="71" y="98"/>
                    <a:pt x="71" y="98"/>
                  </a:cubicBezTo>
                  <a:cubicBezTo>
                    <a:pt x="70" y="98"/>
                    <a:pt x="70" y="98"/>
                    <a:pt x="70" y="98"/>
                  </a:cubicBezTo>
                  <a:cubicBezTo>
                    <a:pt x="59" y="107"/>
                    <a:pt x="59" y="107"/>
                    <a:pt x="59" y="107"/>
                  </a:cubicBezTo>
                  <a:cubicBezTo>
                    <a:pt x="11" y="142"/>
                    <a:pt x="11" y="142"/>
                    <a:pt x="11" y="142"/>
                  </a:cubicBezTo>
                  <a:cubicBezTo>
                    <a:pt x="6" y="147"/>
                    <a:pt x="6" y="147"/>
                    <a:pt x="6" y="147"/>
                  </a:cubicBezTo>
                  <a:cubicBezTo>
                    <a:pt x="1" y="150"/>
                    <a:pt x="0" y="156"/>
                    <a:pt x="4" y="160"/>
                  </a:cubicBezTo>
                  <a:cubicBezTo>
                    <a:pt x="6" y="163"/>
                    <a:pt x="10" y="165"/>
                    <a:pt x="13" y="164"/>
                  </a:cubicBezTo>
                  <a:cubicBezTo>
                    <a:pt x="15" y="164"/>
                    <a:pt x="16" y="163"/>
                    <a:pt x="17" y="162"/>
                  </a:cubicBezTo>
                  <a:cubicBezTo>
                    <a:pt x="59" y="131"/>
                    <a:pt x="59" y="131"/>
                    <a:pt x="59" y="131"/>
                  </a:cubicBezTo>
                  <a:cubicBezTo>
                    <a:pt x="70" y="123"/>
                    <a:pt x="70" y="123"/>
                    <a:pt x="70" y="123"/>
                  </a:cubicBezTo>
                  <a:cubicBezTo>
                    <a:pt x="71" y="122"/>
                    <a:pt x="71" y="122"/>
                    <a:pt x="71" y="122"/>
                  </a:cubicBezTo>
                  <a:cubicBezTo>
                    <a:pt x="108" y="94"/>
                    <a:pt x="108" y="94"/>
                    <a:pt x="108" y="94"/>
                  </a:cubicBezTo>
                  <a:cubicBezTo>
                    <a:pt x="112" y="91"/>
                    <a:pt x="112" y="91"/>
                    <a:pt x="112" y="91"/>
                  </a:cubicBezTo>
                  <a:cubicBezTo>
                    <a:pt x="119" y="86"/>
                    <a:pt x="119" y="86"/>
                    <a:pt x="119" y="86"/>
                  </a:cubicBezTo>
                  <a:cubicBezTo>
                    <a:pt x="131" y="77"/>
                    <a:pt x="131" y="77"/>
                    <a:pt x="131" y="77"/>
                  </a:cubicBezTo>
                  <a:cubicBezTo>
                    <a:pt x="146" y="65"/>
                    <a:pt x="146" y="65"/>
                    <a:pt x="146" y="65"/>
                  </a:cubicBezTo>
                  <a:cubicBezTo>
                    <a:pt x="156" y="76"/>
                    <a:pt x="156" y="76"/>
                    <a:pt x="156" y="76"/>
                  </a:cubicBezTo>
                  <a:cubicBezTo>
                    <a:pt x="167" y="87"/>
                    <a:pt x="167" y="87"/>
                    <a:pt x="167" y="87"/>
                  </a:cubicBezTo>
                  <a:cubicBezTo>
                    <a:pt x="171" y="91"/>
                    <a:pt x="171" y="91"/>
                    <a:pt x="171" y="91"/>
                  </a:cubicBezTo>
                  <a:cubicBezTo>
                    <a:pt x="173" y="93"/>
                    <a:pt x="173" y="93"/>
                    <a:pt x="173" y="93"/>
                  </a:cubicBezTo>
                  <a:cubicBezTo>
                    <a:pt x="177" y="96"/>
                    <a:pt x="182" y="97"/>
                    <a:pt x="186" y="9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205" y="79"/>
                    <a:pt x="205" y="79"/>
                    <a:pt x="205" y="79"/>
                  </a:cubicBezTo>
                  <a:cubicBezTo>
                    <a:pt x="216" y="70"/>
                    <a:pt x="216" y="70"/>
                    <a:pt x="216" y="70"/>
                  </a:cubicBezTo>
                  <a:cubicBezTo>
                    <a:pt x="231" y="58"/>
                    <a:pt x="231" y="58"/>
                    <a:pt x="231" y="58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4" y="31"/>
                    <a:pt x="264" y="31"/>
                    <a:pt x="264" y="31"/>
                  </a:cubicBezTo>
                  <a:cubicBezTo>
                    <a:pt x="264" y="53"/>
                    <a:pt x="264" y="53"/>
                    <a:pt x="264" y="53"/>
                  </a:cubicBezTo>
                  <a:cubicBezTo>
                    <a:pt x="264" y="58"/>
                    <a:pt x="268" y="62"/>
                    <a:pt x="274" y="62"/>
                  </a:cubicBezTo>
                  <a:cubicBezTo>
                    <a:pt x="279" y="62"/>
                    <a:pt x="283" y="58"/>
                    <a:pt x="283" y="53"/>
                  </a:cubicBezTo>
                  <a:lnTo>
                    <a:pt x="283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3013465" y="2668045"/>
            <a:ext cx="706438" cy="596900"/>
            <a:chOff x="8507413" y="4900613"/>
            <a:chExt cx="706438" cy="596900"/>
          </a:xfrm>
          <a:solidFill>
            <a:schemeClr val="bg1">
              <a:lumMod val="95000"/>
            </a:schemeClr>
          </a:solidFill>
        </p:grpSpPr>
        <p:sp>
          <p:nvSpPr>
            <p:cNvPr id="29" name="Oval 188"/>
            <p:cNvSpPr>
              <a:spLocks noChangeArrowheads="1"/>
            </p:cNvSpPr>
            <p:nvPr/>
          </p:nvSpPr>
          <p:spPr bwMode="auto">
            <a:xfrm>
              <a:off x="8759826" y="4967288"/>
              <a:ext cx="203200" cy="2032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0" name="Freeform 189"/>
            <p:cNvSpPr/>
            <p:nvPr/>
          </p:nvSpPr>
          <p:spPr bwMode="auto">
            <a:xfrm>
              <a:off x="8683626" y="5189538"/>
              <a:ext cx="357188" cy="307975"/>
            </a:xfrm>
            <a:custGeom>
              <a:avLst/>
              <a:gdLst>
                <a:gd name="T0" fmla="*/ 65 w 95"/>
                <a:gd name="T1" fmla="*/ 0 h 82"/>
                <a:gd name="T2" fmla="*/ 48 w 95"/>
                <a:gd name="T3" fmla="*/ 20 h 82"/>
                <a:gd name="T4" fmla="*/ 31 w 95"/>
                <a:gd name="T5" fmla="*/ 0 h 82"/>
                <a:gd name="T6" fmla="*/ 0 w 95"/>
                <a:gd name="T7" fmla="*/ 51 h 82"/>
                <a:gd name="T8" fmla="*/ 1 w 95"/>
                <a:gd name="T9" fmla="*/ 61 h 82"/>
                <a:gd name="T10" fmla="*/ 48 w 95"/>
                <a:gd name="T11" fmla="*/ 82 h 82"/>
                <a:gd name="T12" fmla="*/ 94 w 95"/>
                <a:gd name="T13" fmla="*/ 61 h 82"/>
                <a:gd name="T14" fmla="*/ 95 w 95"/>
                <a:gd name="T15" fmla="*/ 51 h 82"/>
                <a:gd name="T16" fmla="*/ 65 w 95"/>
                <a:gd name="T17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5" h="82">
                  <a:moveTo>
                    <a:pt x="65" y="0"/>
                  </a:moveTo>
                  <a:cubicBezTo>
                    <a:pt x="48" y="20"/>
                    <a:pt x="48" y="20"/>
                    <a:pt x="48" y="2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13" y="8"/>
                    <a:pt x="0" y="28"/>
                    <a:pt x="0" y="51"/>
                  </a:cubicBezTo>
                  <a:cubicBezTo>
                    <a:pt x="0" y="54"/>
                    <a:pt x="1" y="57"/>
                    <a:pt x="1" y="61"/>
                  </a:cubicBezTo>
                  <a:cubicBezTo>
                    <a:pt x="11" y="73"/>
                    <a:pt x="28" y="82"/>
                    <a:pt x="48" y="82"/>
                  </a:cubicBezTo>
                  <a:cubicBezTo>
                    <a:pt x="67" y="82"/>
                    <a:pt x="84" y="73"/>
                    <a:pt x="94" y="61"/>
                  </a:cubicBezTo>
                  <a:cubicBezTo>
                    <a:pt x="95" y="57"/>
                    <a:pt x="95" y="54"/>
                    <a:pt x="95" y="51"/>
                  </a:cubicBezTo>
                  <a:cubicBezTo>
                    <a:pt x="95" y="28"/>
                    <a:pt x="82" y="7"/>
                    <a:pt x="6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1" name="Freeform 190"/>
            <p:cNvSpPr/>
            <p:nvPr/>
          </p:nvSpPr>
          <p:spPr bwMode="auto">
            <a:xfrm>
              <a:off x="8958263" y="4900613"/>
              <a:ext cx="184150" cy="187325"/>
            </a:xfrm>
            <a:custGeom>
              <a:avLst/>
              <a:gdLst>
                <a:gd name="T0" fmla="*/ 24 w 49"/>
                <a:gd name="T1" fmla="*/ 0 h 50"/>
                <a:gd name="T2" fmla="*/ 0 w 49"/>
                <a:gd name="T3" fmla="*/ 18 h 50"/>
                <a:gd name="T4" fmla="*/ 11 w 49"/>
                <a:gd name="T5" fmla="*/ 45 h 50"/>
                <a:gd name="T6" fmla="*/ 11 w 49"/>
                <a:gd name="T7" fmla="*/ 46 h 50"/>
                <a:gd name="T8" fmla="*/ 24 w 49"/>
                <a:gd name="T9" fmla="*/ 50 h 50"/>
                <a:gd name="T10" fmla="*/ 49 w 49"/>
                <a:gd name="T11" fmla="*/ 25 h 50"/>
                <a:gd name="T12" fmla="*/ 24 w 49"/>
                <a:gd name="T13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50">
                  <a:moveTo>
                    <a:pt x="24" y="0"/>
                  </a:moveTo>
                  <a:cubicBezTo>
                    <a:pt x="12" y="0"/>
                    <a:pt x="2" y="8"/>
                    <a:pt x="0" y="18"/>
                  </a:cubicBezTo>
                  <a:cubicBezTo>
                    <a:pt x="6" y="25"/>
                    <a:pt x="11" y="34"/>
                    <a:pt x="11" y="45"/>
                  </a:cubicBezTo>
                  <a:cubicBezTo>
                    <a:pt x="11" y="45"/>
                    <a:pt x="11" y="46"/>
                    <a:pt x="11" y="46"/>
                  </a:cubicBezTo>
                  <a:cubicBezTo>
                    <a:pt x="14" y="49"/>
                    <a:pt x="19" y="50"/>
                    <a:pt x="24" y="50"/>
                  </a:cubicBezTo>
                  <a:cubicBezTo>
                    <a:pt x="37" y="50"/>
                    <a:pt x="49" y="39"/>
                    <a:pt x="49" y="25"/>
                  </a:cubicBezTo>
                  <a:cubicBezTo>
                    <a:pt x="49" y="11"/>
                    <a:pt x="37" y="0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2" name="Freeform 191"/>
            <p:cNvSpPr/>
            <p:nvPr/>
          </p:nvSpPr>
          <p:spPr bwMode="auto">
            <a:xfrm>
              <a:off x="8575676" y="4900613"/>
              <a:ext cx="187325" cy="187325"/>
            </a:xfrm>
            <a:custGeom>
              <a:avLst/>
              <a:gdLst>
                <a:gd name="T0" fmla="*/ 40 w 50"/>
                <a:gd name="T1" fmla="*/ 45 h 50"/>
                <a:gd name="T2" fmla="*/ 50 w 50"/>
                <a:gd name="T3" fmla="*/ 20 h 50"/>
                <a:gd name="T4" fmla="*/ 25 w 50"/>
                <a:gd name="T5" fmla="*/ 0 h 50"/>
                <a:gd name="T6" fmla="*/ 0 w 50"/>
                <a:gd name="T7" fmla="*/ 25 h 50"/>
                <a:gd name="T8" fmla="*/ 25 w 50"/>
                <a:gd name="T9" fmla="*/ 50 h 50"/>
                <a:gd name="T10" fmla="*/ 40 w 50"/>
                <a:gd name="T11" fmla="*/ 45 h 50"/>
                <a:gd name="T12" fmla="*/ 40 w 50"/>
                <a:gd name="T13" fmla="*/ 45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" h="50">
                  <a:moveTo>
                    <a:pt x="40" y="45"/>
                  </a:moveTo>
                  <a:cubicBezTo>
                    <a:pt x="40" y="35"/>
                    <a:pt x="44" y="26"/>
                    <a:pt x="50" y="20"/>
                  </a:cubicBezTo>
                  <a:cubicBezTo>
                    <a:pt x="48" y="8"/>
                    <a:pt x="37" y="0"/>
                    <a:pt x="25" y="0"/>
                  </a:cubicBezTo>
                  <a:cubicBezTo>
                    <a:pt x="12" y="0"/>
                    <a:pt x="0" y="11"/>
                    <a:pt x="0" y="25"/>
                  </a:cubicBezTo>
                  <a:cubicBezTo>
                    <a:pt x="0" y="39"/>
                    <a:pt x="12" y="50"/>
                    <a:pt x="25" y="50"/>
                  </a:cubicBezTo>
                  <a:cubicBezTo>
                    <a:pt x="31" y="50"/>
                    <a:pt x="36" y="48"/>
                    <a:pt x="40" y="45"/>
                  </a:cubicBezTo>
                  <a:cubicBezTo>
                    <a:pt x="40" y="45"/>
                    <a:pt x="40" y="45"/>
                    <a:pt x="40" y="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3" name="Freeform 192"/>
            <p:cNvSpPr/>
            <p:nvPr/>
          </p:nvSpPr>
          <p:spPr bwMode="auto">
            <a:xfrm>
              <a:off x="8958263" y="5103813"/>
              <a:ext cx="255588" cy="285750"/>
            </a:xfrm>
            <a:custGeom>
              <a:avLst/>
              <a:gdLst>
                <a:gd name="T0" fmla="*/ 40 w 68"/>
                <a:gd name="T1" fmla="*/ 0 h 76"/>
                <a:gd name="T2" fmla="*/ 24 w 68"/>
                <a:gd name="T3" fmla="*/ 19 h 76"/>
                <a:gd name="T4" fmla="*/ 9 w 68"/>
                <a:gd name="T5" fmla="*/ 2 h 76"/>
                <a:gd name="T6" fmla="*/ 0 w 68"/>
                <a:gd name="T7" fmla="*/ 16 h 76"/>
                <a:gd name="T8" fmla="*/ 32 w 68"/>
                <a:gd name="T9" fmla="*/ 74 h 76"/>
                <a:gd name="T10" fmla="*/ 31 w 68"/>
                <a:gd name="T11" fmla="*/ 76 h 76"/>
                <a:gd name="T12" fmla="*/ 67 w 68"/>
                <a:gd name="T13" fmla="*/ 57 h 76"/>
                <a:gd name="T14" fmla="*/ 68 w 68"/>
                <a:gd name="T15" fmla="*/ 48 h 76"/>
                <a:gd name="T16" fmla="*/ 40 w 68"/>
                <a:gd name="T17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8" h="76">
                  <a:moveTo>
                    <a:pt x="40" y="0"/>
                  </a:moveTo>
                  <a:cubicBezTo>
                    <a:pt x="24" y="19"/>
                    <a:pt x="24" y="19"/>
                    <a:pt x="24" y="19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7" y="7"/>
                    <a:pt x="4" y="12"/>
                    <a:pt x="0" y="16"/>
                  </a:cubicBezTo>
                  <a:cubicBezTo>
                    <a:pt x="19" y="27"/>
                    <a:pt x="32" y="49"/>
                    <a:pt x="32" y="74"/>
                  </a:cubicBezTo>
                  <a:cubicBezTo>
                    <a:pt x="32" y="75"/>
                    <a:pt x="31" y="75"/>
                    <a:pt x="31" y="76"/>
                  </a:cubicBezTo>
                  <a:cubicBezTo>
                    <a:pt x="46" y="74"/>
                    <a:pt x="59" y="67"/>
                    <a:pt x="67" y="57"/>
                  </a:cubicBezTo>
                  <a:cubicBezTo>
                    <a:pt x="68" y="54"/>
                    <a:pt x="68" y="51"/>
                    <a:pt x="68" y="48"/>
                  </a:cubicBezTo>
                  <a:cubicBezTo>
                    <a:pt x="68" y="26"/>
                    <a:pt x="56" y="8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4" name="Freeform 193"/>
            <p:cNvSpPr/>
            <p:nvPr/>
          </p:nvSpPr>
          <p:spPr bwMode="auto">
            <a:xfrm>
              <a:off x="8507413" y="5103813"/>
              <a:ext cx="258763" cy="285750"/>
            </a:xfrm>
            <a:custGeom>
              <a:avLst/>
              <a:gdLst>
                <a:gd name="T0" fmla="*/ 38 w 69"/>
                <a:gd name="T1" fmla="*/ 74 h 76"/>
                <a:gd name="T2" fmla="*/ 69 w 69"/>
                <a:gd name="T3" fmla="*/ 17 h 76"/>
                <a:gd name="T4" fmla="*/ 59 w 69"/>
                <a:gd name="T5" fmla="*/ 0 h 76"/>
                <a:gd name="T6" fmla="*/ 59 w 69"/>
                <a:gd name="T7" fmla="*/ 0 h 76"/>
                <a:gd name="T8" fmla="*/ 44 w 69"/>
                <a:gd name="T9" fmla="*/ 19 h 76"/>
                <a:gd name="T10" fmla="*/ 28 w 69"/>
                <a:gd name="T11" fmla="*/ 1 h 76"/>
                <a:gd name="T12" fmla="*/ 0 w 69"/>
                <a:gd name="T13" fmla="*/ 48 h 76"/>
                <a:gd name="T14" fmla="*/ 0 w 69"/>
                <a:gd name="T15" fmla="*/ 57 h 76"/>
                <a:gd name="T16" fmla="*/ 38 w 69"/>
                <a:gd name="T17" fmla="*/ 76 h 76"/>
                <a:gd name="T18" fmla="*/ 38 w 69"/>
                <a:gd name="T19" fmla="*/ 74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" h="76">
                  <a:moveTo>
                    <a:pt x="38" y="74"/>
                  </a:moveTo>
                  <a:cubicBezTo>
                    <a:pt x="38" y="49"/>
                    <a:pt x="50" y="28"/>
                    <a:pt x="69" y="17"/>
                  </a:cubicBezTo>
                  <a:cubicBezTo>
                    <a:pt x="65" y="12"/>
                    <a:pt x="61" y="7"/>
                    <a:pt x="59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12" y="8"/>
                    <a:pt x="0" y="26"/>
                    <a:pt x="0" y="48"/>
                  </a:cubicBezTo>
                  <a:cubicBezTo>
                    <a:pt x="0" y="51"/>
                    <a:pt x="0" y="54"/>
                    <a:pt x="0" y="57"/>
                  </a:cubicBezTo>
                  <a:cubicBezTo>
                    <a:pt x="9" y="67"/>
                    <a:pt x="22" y="75"/>
                    <a:pt x="38" y="76"/>
                  </a:cubicBezTo>
                  <a:cubicBezTo>
                    <a:pt x="38" y="75"/>
                    <a:pt x="38" y="75"/>
                    <a:pt x="38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</p:grpSp>
      <p:sp>
        <p:nvSpPr>
          <p:cNvPr id="42" name="TextBox 6"/>
          <p:cNvSpPr txBox="1">
            <a:spLocks noChangeArrowheads="1"/>
          </p:cNvSpPr>
          <p:nvPr/>
        </p:nvSpPr>
        <p:spPr bwMode="auto">
          <a:xfrm>
            <a:off x="3492198" y="261772"/>
            <a:ext cx="205105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rPr>
              <a:t>数据库设计</a:t>
            </a:r>
            <a:endParaRPr kumimoji="0" lang="zh-CN" sz="18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cs typeface="+mn-ea"/>
            </a:endParaRPr>
          </a:p>
        </p:txBody>
      </p:sp>
      <p:sp>
        <p:nvSpPr>
          <p:cNvPr id="43" name="TextBox 6"/>
          <p:cNvSpPr txBox="1">
            <a:spLocks noChangeArrowheads="1"/>
          </p:cNvSpPr>
          <p:nvPr/>
        </p:nvSpPr>
        <p:spPr bwMode="auto">
          <a:xfrm>
            <a:off x="3821045" y="752508"/>
            <a:ext cx="131597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sz="1100" i="0" u="none" strike="noStrike" cap="none" normalizeH="0" baseline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Arial Narrow" panose="020B0606020202030204" pitchFamily="34" charset="0"/>
              <a:cs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665480"/>
            <a:ext cx="3990340" cy="19875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985" y="664845"/>
            <a:ext cx="4602480" cy="170624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1985" y="2371090"/>
            <a:ext cx="4602480" cy="22561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625" y="2734945"/>
            <a:ext cx="3963035" cy="1949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2270693" y="3834122"/>
            <a:ext cx="933449" cy="390525"/>
            <a:chOff x="1150938" y="1535113"/>
            <a:chExt cx="933449" cy="390525"/>
          </a:xfrm>
          <a:solidFill>
            <a:schemeClr val="bg1">
              <a:lumMod val="95000"/>
            </a:schemeClr>
          </a:solidFill>
        </p:grpSpPr>
        <p:sp>
          <p:nvSpPr>
            <p:cNvPr id="16" name="Freeform 66"/>
            <p:cNvSpPr/>
            <p:nvPr/>
          </p:nvSpPr>
          <p:spPr bwMode="auto">
            <a:xfrm>
              <a:off x="1150938" y="1677988"/>
              <a:ext cx="293687" cy="247650"/>
            </a:xfrm>
            <a:custGeom>
              <a:avLst/>
              <a:gdLst>
                <a:gd name="T0" fmla="*/ 0 w 115"/>
                <a:gd name="T1" fmla="*/ 30 h 97"/>
                <a:gd name="T2" fmla="*/ 72 w 115"/>
                <a:gd name="T3" fmla="*/ 97 h 97"/>
                <a:gd name="T4" fmla="*/ 115 w 115"/>
                <a:gd name="T5" fmla="*/ 65 h 97"/>
                <a:gd name="T6" fmla="*/ 39 w 115"/>
                <a:gd name="T7" fmla="*/ 0 h 97"/>
                <a:gd name="T8" fmla="*/ 0 w 115"/>
                <a:gd name="T9" fmla="*/ 3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97">
                  <a:moveTo>
                    <a:pt x="0" y="30"/>
                  </a:moveTo>
                  <a:cubicBezTo>
                    <a:pt x="72" y="97"/>
                    <a:pt x="72" y="97"/>
                    <a:pt x="72" y="97"/>
                  </a:cubicBezTo>
                  <a:cubicBezTo>
                    <a:pt x="72" y="97"/>
                    <a:pt x="94" y="80"/>
                    <a:pt x="115" y="65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11" y="20"/>
                    <a:pt x="0" y="30"/>
                    <a:pt x="0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7" name="Freeform 67"/>
            <p:cNvSpPr/>
            <p:nvPr/>
          </p:nvSpPr>
          <p:spPr bwMode="auto">
            <a:xfrm>
              <a:off x="1295400" y="1535113"/>
              <a:ext cx="788987" cy="292100"/>
            </a:xfrm>
            <a:custGeom>
              <a:avLst/>
              <a:gdLst>
                <a:gd name="T0" fmla="*/ 261 w 309"/>
                <a:gd name="T1" fmla="*/ 33 h 114"/>
                <a:gd name="T2" fmla="*/ 205 w 309"/>
                <a:gd name="T3" fmla="*/ 64 h 114"/>
                <a:gd name="T4" fmla="*/ 125 w 309"/>
                <a:gd name="T5" fmla="*/ 55 h 114"/>
                <a:gd name="T6" fmla="*/ 176 w 309"/>
                <a:gd name="T7" fmla="*/ 48 h 114"/>
                <a:gd name="T8" fmla="*/ 217 w 309"/>
                <a:gd name="T9" fmla="*/ 19 h 114"/>
                <a:gd name="T10" fmla="*/ 140 w 309"/>
                <a:gd name="T11" fmla="*/ 14 h 114"/>
                <a:gd name="T12" fmla="*/ 66 w 309"/>
                <a:gd name="T13" fmla="*/ 14 h 114"/>
                <a:gd name="T14" fmla="*/ 0 w 309"/>
                <a:gd name="T15" fmla="*/ 54 h 114"/>
                <a:gd name="T16" fmla="*/ 68 w 309"/>
                <a:gd name="T17" fmla="*/ 114 h 114"/>
                <a:gd name="T18" fmla="*/ 91 w 309"/>
                <a:gd name="T19" fmla="*/ 102 h 114"/>
                <a:gd name="T20" fmla="*/ 205 w 309"/>
                <a:gd name="T21" fmla="*/ 102 h 114"/>
                <a:gd name="T22" fmla="*/ 309 w 309"/>
                <a:gd name="T23" fmla="*/ 19 h 114"/>
                <a:gd name="T24" fmla="*/ 261 w 309"/>
                <a:gd name="T25" fmla="*/ 33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9" h="114">
                  <a:moveTo>
                    <a:pt x="261" y="33"/>
                  </a:moveTo>
                  <a:cubicBezTo>
                    <a:pt x="243" y="49"/>
                    <a:pt x="227" y="60"/>
                    <a:pt x="205" y="64"/>
                  </a:cubicBezTo>
                  <a:cubicBezTo>
                    <a:pt x="170" y="70"/>
                    <a:pt x="135" y="62"/>
                    <a:pt x="125" y="55"/>
                  </a:cubicBezTo>
                  <a:cubicBezTo>
                    <a:pt x="108" y="44"/>
                    <a:pt x="126" y="51"/>
                    <a:pt x="176" y="48"/>
                  </a:cubicBezTo>
                  <a:cubicBezTo>
                    <a:pt x="227" y="45"/>
                    <a:pt x="217" y="19"/>
                    <a:pt x="217" y="19"/>
                  </a:cubicBezTo>
                  <a:cubicBezTo>
                    <a:pt x="206" y="17"/>
                    <a:pt x="193" y="16"/>
                    <a:pt x="140" y="14"/>
                  </a:cubicBezTo>
                  <a:cubicBezTo>
                    <a:pt x="121" y="14"/>
                    <a:pt x="84" y="10"/>
                    <a:pt x="66" y="14"/>
                  </a:cubicBezTo>
                  <a:cubicBezTo>
                    <a:pt x="46" y="18"/>
                    <a:pt x="28" y="35"/>
                    <a:pt x="0" y="54"/>
                  </a:cubicBezTo>
                  <a:cubicBezTo>
                    <a:pt x="68" y="114"/>
                    <a:pt x="68" y="114"/>
                    <a:pt x="68" y="114"/>
                  </a:cubicBezTo>
                  <a:cubicBezTo>
                    <a:pt x="79" y="107"/>
                    <a:pt x="87" y="102"/>
                    <a:pt x="91" y="102"/>
                  </a:cubicBezTo>
                  <a:cubicBezTo>
                    <a:pt x="112" y="102"/>
                    <a:pt x="166" y="107"/>
                    <a:pt x="205" y="102"/>
                  </a:cubicBezTo>
                  <a:cubicBezTo>
                    <a:pt x="282" y="64"/>
                    <a:pt x="309" y="19"/>
                    <a:pt x="309" y="19"/>
                  </a:cubicBezTo>
                  <a:cubicBezTo>
                    <a:pt x="309" y="19"/>
                    <a:pt x="288" y="0"/>
                    <a:pt x="261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821504" y="3746839"/>
            <a:ext cx="722312" cy="441325"/>
            <a:chOff x="979488" y="2314575"/>
            <a:chExt cx="722312" cy="441325"/>
          </a:xfrm>
          <a:solidFill>
            <a:schemeClr val="bg1">
              <a:lumMod val="95000"/>
            </a:schemeClr>
          </a:solidFill>
        </p:grpSpPr>
        <p:sp>
          <p:nvSpPr>
            <p:cNvPr id="19" name="Freeform 84"/>
            <p:cNvSpPr/>
            <p:nvPr/>
          </p:nvSpPr>
          <p:spPr bwMode="auto">
            <a:xfrm>
              <a:off x="1047750" y="2692400"/>
              <a:ext cx="87312" cy="63500"/>
            </a:xfrm>
            <a:custGeom>
              <a:avLst/>
              <a:gdLst>
                <a:gd name="T0" fmla="*/ 34 w 34"/>
                <a:gd name="T1" fmla="*/ 21 h 25"/>
                <a:gd name="T2" fmla="*/ 34 w 34"/>
                <a:gd name="T3" fmla="*/ 0 h 25"/>
                <a:gd name="T4" fmla="*/ 1 w 34"/>
                <a:gd name="T5" fmla="*/ 25 h 25"/>
                <a:gd name="T6" fmla="*/ 31 w 34"/>
                <a:gd name="T7" fmla="*/ 25 h 25"/>
                <a:gd name="T8" fmla="*/ 34 w 34"/>
                <a:gd name="T9" fmla="*/ 21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25">
                  <a:moveTo>
                    <a:pt x="34" y="21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4" y="0"/>
                    <a:pt x="0" y="25"/>
                    <a:pt x="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3" y="25"/>
                    <a:pt x="34" y="23"/>
                    <a:pt x="34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0" name="Freeform 85"/>
            <p:cNvSpPr/>
            <p:nvPr/>
          </p:nvSpPr>
          <p:spPr bwMode="auto">
            <a:xfrm>
              <a:off x="1163638" y="2600325"/>
              <a:ext cx="93662" cy="155575"/>
            </a:xfrm>
            <a:custGeom>
              <a:avLst/>
              <a:gdLst>
                <a:gd name="T0" fmla="*/ 33 w 37"/>
                <a:gd name="T1" fmla="*/ 61 h 61"/>
                <a:gd name="T2" fmla="*/ 37 w 37"/>
                <a:gd name="T3" fmla="*/ 57 h 61"/>
                <a:gd name="T4" fmla="*/ 37 w 37"/>
                <a:gd name="T5" fmla="*/ 0 h 61"/>
                <a:gd name="T6" fmla="*/ 1 w 37"/>
                <a:gd name="T7" fmla="*/ 27 h 61"/>
                <a:gd name="T8" fmla="*/ 0 w 37"/>
                <a:gd name="T9" fmla="*/ 28 h 61"/>
                <a:gd name="T10" fmla="*/ 0 w 37"/>
                <a:gd name="T11" fmla="*/ 57 h 61"/>
                <a:gd name="T12" fmla="*/ 3 w 37"/>
                <a:gd name="T13" fmla="*/ 61 h 61"/>
                <a:gd name="T14" fmla="*/ 33 w 37"/>
                <a:gd name="T15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61">
                  <a:moveTo>
                    <a:pt x="33" y="61"/>
                  </a:moveTo>
                  <a:cubicBezTo>
                    <a:pt x="35" y="61"/>
                    <a:pt x="37" y="59"/>
                    <a:pt x="37" y="57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9"/>
                    <a:pt x="1" y="61"/>
                    <a:pt x="3" y="61"/>
                  </a:cubicBezTo>
                  <a:lnTo>
                    <a:pt x="33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1" name="Freeform 86"/>
            <p:cNvSpPr/>
            <p:nvPr/>
          </p:nvSpPr>
          <p:spPr bwMode="auto">
            <a:xfrm>
              <a:off x="1282700" y="2525713"/>
              <a:ext cx="95250" cy="230187"/>
            </a:xfrm>
            <a:custGeom>
              <a:avLst/>
              <a:gdLst>
                <a:gd name="T0" fmla="*/ 34 w 37"/>
                <a:gd name="T1" fmla="*/ 90 h 90"/>
                <a:gd name="T2" fmla="*/ 37 w 37"/>
                <a:gd name="T3" fmla="*/ 86 h 90"/>
                <a:gd name="T4" fmla="*/ 37 w 37"/>
                <a:gd name="T5" fmla="*/ 11 h 90"/>
                <a:gd name="T6" fmla="*/ 27 w 37"/>
                <a:gd name="T7" fmla="*/ 0 h 90"/>
                <a:gd name="T8" fmla="*/ 12 w 37"/>
                <a:gd name="T9" fmla="*/ 12 h 90"/>
                <a:gd name="T10" fmla="*/ 0 w 37"/>
                <a:gd name="T11" fmla="*/ 21 h 90"/>
                <a:gd name="T12" fmla="*/ 0 w 37"/>
                <a:gd name="T13" fmla="*/ 86 h 90"/>
                <a:gd name="T14" fmla="*/ 4 w 37"/>
                <a:gd name="T15" fmla="*/ 90 h 90"/>
                <a:gd name="T16" fmla="*/ 34 w 37"/>
                <a:gd name="T17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" h="90">
                  <a:moveTo>
                    <a:pt x="34" y="90"/>
                  </a:moveTo>
                  <a:cubicBezTo>
                    <a:pt x="35" y="90"/>
                    <a:pt x="37" y="88"/>
                    <a:pt x="37" y="86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88"/>
                    <a:pt x="2" y="90"/>
                    <a:pt x="4" y="90"/>
                  </a:cubicBezTo>
                  <a:lnTo>
                    <a:pt x="34" y="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2" name="Freeform 87"/>
            <p:cNvSpPr/>
            <p:nvPr/>
          </p:nvSpPr>
          <p:spPr bwMode="auto">
            <a:xfrm>
              <a:off x="1404938" y="2562225"/>
              <a:ext cx="92075" cy="193675"/>
            </a:xfrm>
            <a:custGeom>
              <a:avLst/>
              <a:gdLst>
                <a:gd name="T0" fmla="*/ 33 w 36"/>
                <a:gd name="T1" fmla="*/ 76 h 76"/>
                <a:gd name="T2" fmla="*/ 36 w 36"/>
                <a:gd name="T3" fmla="*/ 72 h 76"/>
                <a:gd name="T4" fmla="*/ 36 w 36"/>
                <a:gd name="T5" fmla="*/ 0 h 76"/>
                <a:gd name="T6" fmla="*/ 22 w 36"/>
                <a:gd name="T7" fmla="*/ 11 h 76"/>
                <a:gd name="T8" fmla="*/ 18 w 36"/>
                <a:gd name="T9" fmla="*/ 14 h 76"/>
                <a:gd name="T10" fmla="*/ 5 w 36"/>
                <a:gd name="T11" fmla="*/ 13 h 76"/>
                <a:gd name="T12" fmla="*/ 4 w 36"/>
                <a:gd name="T13" fmla="*/ 12 h 76"/>
                <a:gd name="T14" fmla="*/ 0 w 36"/>
                <a:gd name="T15" fmla="*/ 8 h 76"/>
                <a:gd name="T16" fmla="*/ 0 w 36"/>
                <a:gd name="T17" fmla="*/ 72 h 76"/>
                <a:gd name="T18" fmla="*/ 3 w 36"/>
                <a:gd name="T19" fmla="*/ 76 h 76"/>
                <a:gd name="T20" fmla="*/ 33 w 36"/>
                <a:gd name="T21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76">
                  <a:moveTo>
                    <a:pt x="33" y="76"/>
                  </a:moveTo>
                  <a:cubicBezTo>
                    <a:pt x="35" y="76"/>
                    <a:pt x="36" y="74"/>
                    <a:pt x="36" y="72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4" y="17"/>
                    <a:pt x="9" y="17"/>
                    <a:pt x="5" y="13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4"/>
                    <a:pt x="1" y="76"/>
                    <a:pt x="3" y="76"/>
                  </a:cubicBezTo>
                  <a:lnTo>
                    <a:pt x="33" y="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3" name="Freeform 88"/>
            <p:cNvSpPr/>
            <p:nvPr/>
          </p:nvSpPr>
          <p:spPr bwMode="auto">
            <a:xfrm>
              <a:off x="1525588" y="2465388"/>
              <a:ext cx="95250" cy="290512"/>
            </a:xfrm>
            <a:custGeom>
              <a:avLst/>
              <a:gdLst>
                <a:gd name="T0" fmla="*/ 33 w 37"/>
                <a:gd name="T1" fmla="*/ 114 h 114"/>
                <a:gd name="T2" fmla="*/ 37 w 37"/>
                <a:gd name="T3" fmla="*/ 110 h 114"/>
                <a:gd name="T4" fmla="*/ 37 w 37"/>
                <a:gd name="T5" fmla="*/ 0 h 114"/>
                <a:gd name="T6" fmla="*/ 15 w 37"/>
                <a:gd name="T7" fmla="*/ 18 h 114"/>
                <a:gd name="T8" fmla="*/ 0 w 37"/>
                <a:gd name="T9" fmla="*/ 29 h 114"/>
                <a:gd name="T10" fmla="*/ 0 w 37"/>
                <a:gd name="T11" fmla="*/ 110 h 114"/>
                <a:gd name="T12" fmla="*/ 3 w 37"/>
                <a:gd name="T13" fmla="*/ 114 h 114"/>
                <a:gd name="T14" fmla="*/ 33 w 37"/>
                <a:gd name="T15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114">
                  <a:moveTo>
                    <a:pt x="33" y="114"/>
                  </a:moveTo>
                  <a:cubicBezTo>
                    <a:pt x="35" y="114"/>
                    <a:pt x="37" y="112"/>
                    <a:pt x="37" y="11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0" y="112"/>
                    <a:pt x="1" y="114"/>
                    <a:pt x="3" y="114"/>
                  </a:cubicBezTo>
                  <a:lnTo>
                    <a:pt x="33" y="1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4" name="Freeform 89"/>
            <p:cNvSpPr/>
            <p:nvPr/>
          </p:nvSpPr>
          <p:spPr bwMode="auto">
            <a:xfrm>
              <a:off x="979488" y="2314575"/>
              <a:ext cx="722312" cy="420687"/>
            </a:xfrm>
            <a:custGeom>
              <a:avLst/>
              <a:gdLst>
                <a:gd name="T0" fmla="*/ 283 w 283"/>
                <a:gd name="T1" fmla="*/ 10 h 165"/>
                <a:gd name="T2" fmla="*/ 280 w 283"/>
                <a:gd name="T3" fmla="*/ 3 h 165"/>
                <a:gd name="T4" fmla="*/ 273 w 283"/>
                <a:gd name="T5" fmla="*/ 0 h 165"/>
                <a:gd name="T6" fmla="*/ 263 w 283"/>
                <a:gd name="T7" fmla="*/ 0 h 165"/>
                <a:gd name="T8" fmla="*/ 229 w 283"/>
                <a:gd name="T9" fmla="*/ 0 h 165"/>
                <a:gd name="T10" fmla="*/ 225 w 283"/>
                <a:gd name="T11" fmla="*/ 1 h 165"/>
                <a:gd name="T12" fmla="*/ 225 w 283"/>
                <a:gd name="T13" fmla="*/ 1 h 165"/>
                <a:gd name="T14" fmla="*/ 219 w 283"/>
                <a:gd name="T15" fmla="*/ 10 h 165"/>
                <a:gd name="T16" fmla="*/ 225 w 283"/>
                <a:gd name="T17" fmla="*/ 19 h 165"/>
                <a:gd name="T18" fmla="*/ 229 w 283"/>
                <a:gd name="T19" fmla="*/ 20 h 165"/>
                <a:gd name="T20" fmla="*/ 240 w 283"/>
                <a:gd name="T21" fmla="*/ 20 h 165"/>
                <a:gd name="T22" fmla="*/ 246 w 283"/>
                <a:gd name="T23" fmla="*/ 20 h 165"/>
                <a:gd name="T24" fmla="*/ 235 w 283"/>
                <a:gd name="T25" fmla="*/ 28 h 165"/>
                <a:gd name="T26" fmla="*/ 216 w 283"/>
                <a:gd name="T27" fmla="*/ 45 h 165"/>
                <a:gd name="T28" fmla="*/ 205 w 283"/>
                <a:gd name="T29" fmla="*/ 54 h 165"/>
                <a:gd name="T30" fmla="*/ 190 w 283"/>
                <a:gd name="T31" fmla="*/ 66 h 165"/>
                <a:gd name="T32" fmla="*/ 181 w 283"/>
                <a:gd name="T33" fmla="*/ 73 h 165"/>
                <a:gd name="T34" fmla="*/ 171 w 283"/>
                <a:gd name="T35" fmla="*/ 63 h 165"/>
                <a:gd name="T36" fmla="*/ 167 w 283"/>
                <a:gd name="T37" fmla="*/ 59 h 165"/>
                <a:gd name="T38" fmla="*/ 156 w 283"/>
                <a:gd name="T39" fmla="*/ 48 h 165"/>
                <a:gd name="T40" fmla="*/ 154 w 283"/>
                <a:gd name="T41" fmla="*/ 46 h 165"/>
                <a:gd name="T42" fmla="*/ 141 w 283"/>
                <a:gd name="T43" fmla="*/ 45 h 165"/>
                <a:gd name="T44" fmla="*/ 131 w 283"/>
                <a:gd name="T45" fmla="*/ 53 h 165"/>
                <a:gd name="T46" fmla="*/ 119 w 283"/>
                <a:gd name="T47" fmla="*/ 62 h 165"/>
                <a:gd name="T48" fmla="*/ 112 w 283"/>
                <a:gd name="T49" fmla="*/ 67 h 165"/>
                <a:gd name="T50" fmla="*/ 108 w 283"/>
                <a:gd name="T51" fmla="*/ 70 h 165"/>
                <a:gd name="T52" fmla="*/ 71 w 283"/>
                <a:gd name="T53" fmla="*/ 98 h 165"/>
                <a:gd name="T54" fmla="*/ 70 w 283"/>
                <a:gd name="T55" fmla="*/ 98 h 165"/>
                <a:gd name="T56" fmla="*/ 59 w 283"/>
                <a:gd name="T57" fmla="*/ 107 h 165"/>
                <a:gd name="T58" fmla="*/ 11 w 283"/>
                <a:gd name="T59" fmla="*/ 142 h 165"/>
                <a:gd name="T60" fmla="*/ 6 w 283"/>
                <a:gd name="T61" fmla="*/ 147 h 165"/>
                <a:gd name="T62" fmla="*/ 4 w 283"/>
                <a:gd name="T63" fmla="*/ 160 h 165"/>
                <a:gd name="T64" fmla="*/ 13 w 283"/>
                <a:gd name="T65" fmla="*/ 164 h 165"/>
                <a:gd name="T66" fmla="*/ 17 w 283"/>
                <a:gd name="T67" fmla="*/ 162 h 165"/>
                <a:gd name="T68" fmla="*/ 59 w 283"/>
                <a:gd name="T69" fmla="*/ 131 h 165"/>
                <a:gd name="T70" fmla="*/ 70 w 283"/>
                <a:gd name="T71" fmla="*/ 123 h 165"/>
                <a:gd name="T72" fmla="*/ 71 w 283"/>
                <a:gd name="T73" fmla="*/ 122 h 165"/>
                <a:gd name="T74" fmla="*/ 108 w 283"/>
                <a:gd name="T75" fmla="*/ 94 h 165"/>
                <a:gd name="T76" fmla="*/ 112 w 283"/>
                <a:gd name="T77" fmla="*/ 91 h 165"/>
                <a:gd name="T78" fmla="*/ 119 w 283"/>
                <a:gd name="T79" fmla="*/ 86 h 165"/>
                <a:gd name="T80" fmla="*/ 131 w 283"/>
                <a:gd name="T81" fmla="*/ 77 h 165"/>
                <a:gd name="T82" fmla="*/ 146 w 283"/>
                <a:gd name="T83" fmla="*/ 65 h 165"/>
                <a:gd name="T84" fmla="*/ 156 w 283"/>
                <a:gd name="T85" fmla="*/ 76 h 165"/>
                <a:gd name="T86" fmla="*/ 167 w 283"/>
                <a:gd name="T87" fmla="*/ 87 h 165"/>
                <a:gd name="T88" fmla="*/ 171 w 283"/>
                <a:gd name="T89" fmla="*/ 91 h 165"/>
                <a:gd name="T90" fmla="*/ 173 w 283"/>
                <a:gd name="T91" fmla="*/ 93 h 165"/>
                <a:gd name="T92" fmla="*/ 186 w 283"/>
                <a:gd name="T93" fmla="*/ 94 h 165"/>
                <a:gd name="T94" fmla="*/ 190 w 283"/>
                <a:gd name="T95" fmla="*/ 90 h 165"/>
                <a:gd name="T96" fmla="*/ 205 w 283"/>
                <a:gd name="T97" fmla="*/ 79 h 165"/>
                <a:gd name="T98" fmla="*/ 216 w 283"/>
                <a:gd name="T99" fmla="*/ 70 h 165"/>
                <a:gd name="T100" fmla="*/ 231 w 283"/>
                <a:gd name="T101" fmla="*/ 58 h 165"/>
                <a:gd name="T102" fmla="*/ 263 w 283"/>
                <a:gd name="T103" fmla="*/ 31 h 165"/>
                <a:gd name="T104" fmla="*/ 264 w 283"/>
                <a:gd name="T105" fmla="*/ 31 h 165"/>
                <a:gd name="T106" fmla="*/ 264 w 283"/>
                <a:gd name="T107" fmla="*/ 53 h 165"/>
                <a:gd name="T108" fmla="*/ 274 w 283"/>
                <a:gd name="T109" fmla="*/ 62 h 165"/>
                <a:gd name="T110" fmla="*/ 283 w 283"/>
                <a:gd name="T111" fmla="*/ 53 h 165"/>
                <a:gd name="T112" fmla="*/ 283 w 283"/>
                <a:gd name="T113" fmla="*/ 1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83" h="165">
                  <a:moveTo>
                    <a:pt x="283" y="10"/>
                  </a:moveTo>
                  <a:cubicBezTo>
                    <a:pt x="283" y="7"/>
                    <a:pt x="282" y="5"/>
                    <a:pt x="280" y="3"/>
                  </a:cubicBezTo>
                  <a:cubicBezTo>
                    <a:pt x="278" y="1"/>
                    <a:pt x="276" y="0"/>
                    <a:pt x="273" y="0"/>
                  </a:cubicBezTo>
                  <a:cubicBezTo>
                    <a:pt x="263" y="0"/>
                    <a:pt x="263" y="0"/>
                    <a:pt x="263" y="0"/>
                  </a:cubicBezTo>
                  <a:cubicBezTo>
                    <a:pt x="229" y="0"/>
                    <a:pt x="229" y="0"/>
                    <a:pt x="229" y="0"/>
                  </a:cubicBezTo>
                  <a:cubicBezTo>
                    <a:pt x="227" y="0"/>
                    <a:pt x="226" y="1"/>
                    <a:pt x="225" y="1"/>
                  </a:cubicBezTo>
                  <a:cubicBezTo>
                    <a:pt x="225" y="1"/>
                    <a:pt x="225" y="1"/>
                    <a:pt x="225" y="1"/>
                  </a:cubicBezTo>
                  <a:cubicBezTo>
                    <a:pt x="221" y="3"/>
                    <a:pt x="219" y="6"/>
                    <a:pt x="219" y="10"/>
                  </a:cubicBezTo>
                  <a:cubicBezTo>
                    <a:pt x="219" y="14"/>
                    <a:pt x="222" y="18"/>
                    <a:pt x="225" y="19"/>
                  </a:cubicBezTo>
                  <a:cubicBezTo>
                    <a:pt x="226" y="20"/>
                    <a:pt x="227" y="20"/>
                    <a:pt x="229" y="20"/>
                  </a:cubicBezTo>
                  <a:cubicBezTo>
                    <a:pt x="240" y="20"/>
                    <a:pt x="240" y="20"/>
                    <a:pt x="240" y="20"/>
                  </a:cubicBezTo>
                  <a:cubicBezTo>
                    <a:pt x="246" y="20"/>
                    <a:pt x="246" y="20"/>
                    <a:pt x="246" y="20"/>
                  </a:cubicBezTo>
                  <a:cubicBezTo>
                    <a:pt x="235" y="28"/>
                    <a:pt x="235" y="28"/>
                    <a:pt x="235" y="28"/>
                  </a:cubicBezTo>
                  <a:cubicBezTo>
                    <a:pt x="216" y="45"/>
                    <a:pt x="216" y="45"/>
                    <a:pt x="216" y="45"/>
                  </a:cubicBezTo>
                  <a:cubicBezTo>
                    <a:pt x="205" y="54"/>
                    <a:pt x="205" y="54"/>
                    <a:pt x="205" y="54"/>
                  </a:cubicBezTo>
                  <a:cubicBezTo>
                    <a:pt x="190" y="66"/>
                    <a:pt x="190" y="66"/>
                    <a:pt x="190" y="66"/>
                  </a:cubicBezTo>
                  <a:cubicBezTo>
                    <a:pt x="181" y="73"/>
                    <a:pt x="181" y="73"/>
                    <a:pt x="181" y="73"/>
                  </a:cubicBezTo>
                  <a:cubicBezTo>
                    <a:pt x="171" y="63"/>
                    <a:pt x="171" y="63"/>
                    <a:pt x="171" y="63"/>
                  </a:cubicBezTo>
                  <a:cubicBezTo>
                    <a:pt x="167" y="59"/>
                    <a:pt x="167" y="59"/>
                    <a:pt x="167" y="59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1" y="42"/>
                    <a:pt x="145" y="42"/>
                    <a:pt x="141" y="45"/>
                  </a:cubicBezTo>
                  <a:cubicBezTo>
                    <a:pt x="131" y="53"/>
                    <a:pt x="131" y="53"/>
                    <a:pt x="131" y="53"/>
                  </a:cubicBezTo>
                  <a:cubicBezTo>
                    <a:pt x="119" y="62"/>
                    <a:pt x="119" y="62"/>
                    <a:pt x="119" y="62"/>
                  </a:cubicBezTo>
                  <a:cubicBezTo>
                    <a:pt x="112" y="67"/>
                    <a:pt x="112" y="67"/>
                    <a:pt x="112" y="67"/>
                  </a:cubicBezTo>
                  <a:cubicBezTo>
                    <a:pt x="108" y="70"/>
                    <a:pt x="108" y="70"/>
                    <a:pt x="108" y="70"/>
                  </a:cubicBezTo>
                  <a:cubicBezTo>
                    <a:pt x="71" y="98"/>
                    <a:pt x="71" y="98"/>
                    <a:pt x="71" y="98"/>
                  </a:cubicBezTo>
                  <a:cubicBezTo>
                    <a:pt x="70" y="98"/>
                    <a:pt x="70" y="98"/>
                    <a:pt x="70" y="98"/>
                  </a:cubicBezTo>
                  <a:cubicBezTo>
                    <a:pt x="59" y="107"/>
                    <a:pt x="59" y="107"/>
                    <a:pt x="59" y="107"/>
                  </a:cubicBezTo>
                  <a:cubicBezTo>
                    <a:pt x="11" y="142"/>
                    <a:pt x="11" y="142"/>
                    <a:pt x="11" y="142"/>
                  </a:cubicBezTo>
                  <a:cubicBezTo>
                    <a:pt x="6" y="147"/>
                    <a:pt x="6" y="147"/>
                    <a:pt x="6" y="147"/>
                  </a:cubicBezTo>
                  <a:cubicBezTo>
                    <a:pt x="1" y="150"/>
                    <a:pt x="0" y="156"/>
                    <a:pt x="4" y="160"/>
                  </a:cubicBezTo>
                  <a:cubicBezTo>
                    <a:pt x="6" y="163"/>
                    <a:pt x="10" y="165"/>
                    <a:pt x="13" y="164"/>
                  </a:cubicBezTo>
                  <a:cubicBezTo>
                    <a:pt x="15" y="164"/>
                    <a:pt x="16" y="163"/>
                    <a:pt x="17" y="162"/>
                  </a:cubicBezTo>
                  <a:cubicBezTo>
                    <a:pt x="59" y="131"/>
                    <a:pt x="59" y="131"/>
                    <a:pt x="59" y="131"/>
                  </a:cubicBezTo>
                  <a:cubicBezTo>
                    <a:pt x="70" y="123"/>
                    <a:pt x="70" y="123"/>
                    <a:pt x="70" y="123"/>
                  </a:cubicBezTo>
                  <a:cubicBezTo>
                    <a:pt x="71" y="122"/>
                    <a:pt x="71" y="122"/>
                    <a:pt x="71" y="122"/>
                  </a:cubicBezTo>
                  <a:cubicBezTo>
                    <a:pt x="108" y="94"/>
                    <a:pt x="108" y="94"/>
                    <a:pt x="108" y="94"/>
                  </a:cubicBezTo>
                  <a:cubicBezTo>
                    <a:pt x="112" y="91"/>
                    <a:pt x="112" y="91"/>
                    <a:pt x="112" y="91"/>
                  </a:cubicBezTo>
                  <a:cubicBezTo>
                    <a:pt x="119" y="86"/>
                    <a:pt x="119" y="86"/>
                    <a:pt x="119" y="86"/>
                  </a:cubicBezTo>
                  <a:cubicBezTo>
                    <a:pt x="131" y="77"/>
                    <a:pt x="131" y="77"/>
                    <a:pt x="131" y="77"/>
                  </a:cubicBezTo>
                  <a:cubicBezTo>
                    <a:pt x="146" y="65"/>
                    <a:pt x="146" y="65"/>
                    <a:pt x="146" y="65"/>
                  </a:cubicBezTo>
                  <a:cubicBezTo>
                    <a:pt x="156" y="76"/>
                    <a:pt x="156" y="76"/>
                    <a:pt x="156" y="76"/>
                  </a:cubicBezTo>
                  <a:cubicBezTo>
                    <a:pt x="167" y="87"/>
                    <a:pt x="167" y="87"/>
                    <a:pt x="167" y="87"/>
                  </a:cubicBezTo>
                  <a:cubicBezTo>
                    <a:pt x="171" y="91"/>
                    <a:pt x="171" y="91"/>
                    <a:pt x="171" y="91"/>
                  </a:cubicBezTo>
                  <a:cubicBezTo>
                    <a:pt x="173" y="93"/>
                    <a:pt x="173" y="93"/>
                    <a:pt x="173" y="93"/>
                  </a:cubicBezTo>
                  <a:cubicBezTo>
                    <a:pt x="177" y="96"/>
                    <a:pt x="182" y="97"/>
                    <a:pt x="186" y="9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205" y="79"/>
                    <a:pt x="205" y="79"/>
                    <a:pt x="205" y="79"/>
                  </a:cubicBezTo>
                  <a:cubicBezTo>
                    <a:pt x="216" y="70"/>
                    <a:pt x="216" y="70"/>
                    <a:pt x="216" y="70"/>
                  </a:cubicBezTo>
                  <a:cubicBezTo>
                    <a:pt x="231" y="58"/>
                    <a:pt x="231" y="58"/>
                    <a:pt x="231" y="58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4" y="31"/>
                    <a:pt x="264" y="31"/>
                    <a:pt x="264" y="31"/>
                  </a:cubicBezTo>
                  <a:cubicBezTo>
                    <a:pt x="264" y="53"/>
                    <a:pt x="264" y="53"/>
                    <a:pt x="264" y="53"/>
                  </a:cubicBezTo>
                  <a:cubicBezTo>
                    <a:pt x="264" y="58"/>
                    <a:pt x="268" y="62"/>
                    <a:pt x="274" y="62"/>
                  </a:cubicBezTo>
                  <a:cubicBezTo>
                    <a:pt x="279" y="62"/>
                    <a:pt x="283" y="58"/>
                    <a:pt x="283" y="53"/>
                  </a:cubicBezTo>
                  <a:lnTo>
                    <a:pt x="283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3013465" y="2668045"/>
            <a:ext cx="706438" cy="596900"/>
            <a:chOff x="8507413" y="4900613"/>
            <a:chExt cx="706438" cy="596900"/>
          </a:xfrm>
          <a:solidFill>
            <a:schemeClr val="bg1">
              <a:lumMod val="95000"/>
            </a:schemeClr>
          </a:solidFill>
        </p:grpSpPr>
        <p:sp>
          <p:nvSpPr>
            <p:cNvPr id="29" name="Oval 188"/>
            <p:cNvSpPr>
              <a:spLocks noChangeArrowheads="1"/>
            </p:cNvSpPr>
            <p:nvPr/>
          </p:nvSpPr>
          <p:spPr bwMode="auto">
            <a:xfrm>
              <a:off x="8759826" y="4967288"/>
              <a:ext cx="203200" cy="2032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0" name="Freeform 189"/>
            <p:cNvSpPr/>
            <p:nvPr/>
          </p:nvSpPr>
          <p:spPr bwMode="auto">
            <a:xfrm>
              <a:off x="8683626" y="5189538"/>
              <a:ext cx="357188" cy="307975"/>
            </a:xfrm>
            <a:custGeom>
              <a:avLst/>
              <a:gdLst>
                <a:gd name="T0" fmla="*/ 65 w 95"/>
                <a:gd name="T1" fmla="*/ 0 h 82"/>
                <a:gd name="T2" fmla="*/ 48 w 95"/>
                <a:gd name="T3" fmla="*/ 20 h 82"/>
                <a:gd name="T4" fmla="*/ 31 w 95"/>
                <a:gd name="T5" fmla="*/ 0 h 82"/>
                <a:gd name="T6" fmla="*/ 0 w 95"/>
                <a:gd name="T7" fmla="*/ 51 h 82"/>
                <a:gd name="T8" fmla="*/ 1 w 95"/>
                <a:gd name="T9" fmla="*/ 61 h 82"/>
                <a:gd name="T10" fmla="*/ 48 w 95"/>
                <a:gd name="T11" fmla="*/ 82 h 82"/>
                <a:gd name="T12" fmla="*/ 94 w 95"/>
                <a:gd name="T13" fmla="*/ 61 h 82"/>
                <a:gd name="T14" fmla="*/ 95 w 95"/>
                <a:gd name="T15" fmla="*/ 51 h 82"/>
                <a:gd name="T16" fmla="*/ 65 w 95"/>
                <a:gd name="T17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5" h="82">
                  <a:moveTo>
                    <a:pt x="65" y="0"/>
                  </a:moveTo>
                  <a:cubicBezTo>
                    <a:pt x="48" y="20"/>
                    <a:pt x="48" y="20"/>
                    <a:pt x="48" y="2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13" y="8"/>
                    <a:pt x="0" y="28"/>
                    <a:pt x="0" y="51"/>
                  </a:cubicBezTo>
                  <a:cubicBezTo>
                    <a:pt x="0" y="54"/>
                    <a:pt x="1" y="57"/>
                    <a:pt x="1" y="61"/>
                  </a:cubicBezTo>
                  <a:cubicBezTo>
                    <a:pt x="11" y="73"/>
                    <a:pt x="28" y="82"/>
                    <a:pt x="48" y="82"/>
                  </a:cubicBezTo>
                  <a:cubicBezTo>
                    <a:pt x="67" y="82"/>
                    <a:pt x="84" y="73"/>
                    <a:pt x="94" y="61"/>
                  </a:cubicBezTo>
                  <a:cubicBezTo>
                    <a:pt x="95" y="57"/>
                    <a:pt x="95" y="54"/>
                    <a:pt x="95" y="51"/>
                  </a:cubicBezTo>
                  <a:cubicBezTo>
                    <a:pt x="95" y="28"/>
                    <a:pt x="82" y="7"/>
                    <a:pt x="6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1" name="Freeform 190"/>
            <p:cNvSpPr/>
            <p:nvPr/>
          </p:nvSpPr>
          <p:spPr bwMode="auto">
            <a:xfrm>
              <a:off x="8958263" y="4900613"/>
              <a:ext cx="184150" cy="187325"/>
            </a:xfrm>
            <a:custGeom>
              <a:avLst/>
              <a:gdLst>
                <a:gd name="T0" fmla="*/ 24 w 49"/>
                <a:gd name="T1" fmla="*/ 0 h 50"/>
                <a:gd name="T2" fmla="*/ 0 w 49"/>
                <a:gd name="T3" fmla="*/ 18 h 50"/>
                <a:gd name="T4" fmla="*/ 11 w 49"/>
                <a:gd name="T5" fmla="*/ 45 h 50"/>
                <a:gd name="T6" fmla="*/ 11 w 49"/>
                <a:gd name="T7" fmla="*/ 46 h 50"/>
                <a:gd name="T8" fmla="*/ 24 w 49"/>
                <a:gd name="T9" fmla="*/ 50 h 50"/>
                <a:gd name="T10" fmla="*/ 49 w 49"/>
                <a:gd name="T11" fmla="*/ 25 h 50"/>
                <a:gd name="T12" fmla="*/ 24 w 49"/>
                <a:gd name="T13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50">
                  <a:moveTo>
                    <a:pt x="24" y="0"/>
                  </a:moveTo>
                  <a:cubicBezTo>
                    <a:pt x="12" y="0"/>
                    <a:pt x="2" y="8"/>
                    <a:pt x="0" y="18"/>
                  </a:cubicBezTo>
                  <a:cubicBezTo>
                    <a:pt x="6" y="25"/>
                    <a:pt x="11" y="34"/>
                    <a:pt x="11" y="45"/>
                  </a:cubicBezTo>
                  <a:cubicBezTo>
                    <a:pt x="11" y="45"/>
                    <a:pt x="11" y="46"/>
                    <a:pt x="11" y="46"/>
                  </a:cubicBezTo>
                  <a:cubicBezTo>
                    <a:pt x="14" y="49"/>
                    <a:pt x="19" y="50"/>
                    <a:pt x="24" y="50"/>
                  </a:cubicBezTo>
                  <a:cubicBezTo>
                    <a:pt x="37" y="50"/>
                    <a:pt x="49" y="39"/>
                    <a:pt x="49" y="25"/>
                  </a:cubicBezTo>
                  <a:cubicBezTo>
                    <a:pt x="49" y="11"/>
                    <a:pt x="37" y="0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2" name="Freeform 191"/>
            <p:cNvSpPr/>
            <p:nvPr/>
          </p:nvSpPr>
          <p:spPr bwMode="auto">
            <a:xfrm>
              <a:off x="8575676" y="4900613"/>
              <a:ext cx="187325" cy="187325"/>
            </a:xfrm>
            <a:custGeom>
              <a:avLst/>
              <a:gdLst>
                <a:gd name="T0" fmla="*/ 40 w 50"/>
                <a:gd name="T1" fmla="*/ 45 h 50"/>
                <a:gd name="T2" fmla="*/ 50 w 50"/>
                <a:gd name="T3" fmla="*/ 20 h 50"/>
                <a:gd name="T4" fmla="*/ 25 w 50"/>
                <a:gd name="T5" fmla="*/ 0 h 50"/>
                <a:gd name="T6" fmla="*/ 0 w 50"/>
                <a:gd name="T7" fmla="*/ 25 h 50"/>
                <a:gd name="T8" fmla="*/ 25 w 50"/>
                <a:gd name="T9" fmla="*/ 50 h 50"/>
                <a:gd name="T10" fmla="*/ 40 w 50"/>
                <a:gd name="T11" fmla="*/ 45 h 50"/>
                <a:gd name="T12" fmla="*/ 40 w 50"/>
                <a:gd name="T13" fmla="*/ 45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" h="50">
                  <a:moveTo>
                    <a:pt x="40" y="45"/>
                  </a:moveTo>
                  <a:cubicBezTo>
                    <a:pt x="40" y="35"/>
                    <a:pt x="44" y="26"/>
                    <a:pt x="50" y="20"/>
                  </a:cubicBezTo>
                  <a:cubicBezTo>
                    <a:pt x="48" y="8"/>
                    <a:pt x="37" y="0"/>
                    <a:pt x="25" y="0"/>
                  </a:cubicBezTo>
                  <a:cubicBezTo>
                    <a:pt x="12" y="0"/>
                    <a:pt x="0" y="11"/>
                    <a:pt x="0" y="25"/>
                  </a:cubicBezTo>
                  <a:cubicBezTo>
                    <a:pt x="0" y="39"/>
                    <a:pt x="12" y="50"/>
                    <a:pt x="25" y="50"/>
                  </a:cubicBezTo>
                  <a:cubicBezTo>
                    <a:pt x="31" y="50"/>
                    <a:pt x="36" y="48"/>
                    <a:pt x="40" y="45"/>
                  </a:cubicBezTo>
                  <a:cubicBezTo>
                    <a:pt x="40" y="45"/>
                    <a:pt x="40" y="45"/>
                    <a:pt x="40" y="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3" name="Freeform 192"/>
            <p:cNvSpPr/>
            <p:nvPr/>
          </p:nvSpPr>
          <p:spPr bwMode="auto">
            <a:xfrm>
              <a:off x="8958263" y="5103813"/>
              <a:ext cx="255588" cy="285750"/>
            </a:xfrm>
            <a:custGeom>
              <a:avLst/>
              <a:gdLst>
                <a:gd name="T0" fmla="*/ 40 w 68"/>
                <a:gd name="T1" fmla="*/ 0 h 76"/>
                <a:gd name="T2" fmla="*/ 24 w 68"/>
                <a:gd name="T3" fmla="*/ 19 h 76"/>
                <a:gd name="T4" fmla="*/ 9 w 68"/>
                <a:gd name="T5" fmla="*/ 2 h 76"/>
                <a:gd name="T6" fmla="*/ 0 w 68"/>
                <a:gd name="T7" fmla="*/ 16 h 76"/>
                <a:gd name="T8" fmla="*/ 32 w 68"/>
                <a:gd name="T9" fmla="*/ 74 h 76"/>
                <a:gd name="T10" fmla="*/ 31 w 68"/>
                <a:gd name="T11" fmla="*/ 76 h 76"/>
                <a:gd name="T12" fmla="*/ 67 w 68"/>
                <a:gd name="T13" fmla="*/ 57 h 76"/>
                <a:gd name="T14" fmla="*/ 68 w 68"/>
                <a:gd name="T15" fmla="*/ 48 h 76"/>
                <a:gd name="T16" fmla="*/ 40 w 68"/>
                <a:gd name="T17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8" h="76">
                  <a:moveTo>
                    <a:pt x="40" y="0"/>
                  </a:moveTo>
                  <a:cubicBezTo>
                    <a:pt x="24" y="19"/>
                    <a:pt x="24" y="19"/>
                    <a:pt x="24" y="19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7" y="7"/>
                    <a:pt x="4" y="12"/>
                    <a:pt x="0" y="16"/>
                  </a:cubicBezTo>
                  <a:cubicBezTo>
                    <a:pt x="19" y="27"/>
                    <a:pt x="32" y="49"/>
                    <a:pt x="32" y="74"/>
                  </a:cubicBezTo>
                  <a:cubicBezTo>
                    <a:pt x="32" y="75"/>
                    <a:pt x="31" y="75"/>
                    <a:pt x="31" y="76"/>
                  </a:cubicBezTo>
                  <a:cubicBezTo>
                    <a:pt x="46" y="74"/>
                    <a:pt x="59" y="67"/>
                    <a:pt x="67" y="57"/>
                  </a:cubicBezTo>
                  <a:cubicBezTo>
                    <a:pt x="68" y="54"/>
                    <a:pt x="68" y="51"/>
                    <a:pt x="68" y="48"/>
                  </a:cubicBezTo>
                  <a:cubicBezTo>
                    <a:pt x="68" y="26"/>
                    <a:pt x="56" y="8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4" name="Freeform 193"/>
            <p:cNvSpPr/>
            <p:nvPr/>
          </p:nvSpPr>
          <p:spPr bwMode="auto">
            <a:xfrm>
              <a:off x="8507413" y="5103813"/>
              <a:ext cx="258763" cy="285750"/>
            </a:xfrm>
            <a:custGeom>
              <a:avLst/>
              <a:gdLst>
                <a:gd name="T0" fmla="*/ 38 w 69"/>
                <a:gd name="T1" fmla="*/ 74 h 76"/>
                <a:gd name="T2" fmla="*/ 69 w 69"/>
                <a:gd name="T3" fmla="*/ 17 h 76"/>
                <a:gd name="T4" fmla="*/ 59 w 69"/>
                <a:gd name="T5" fmla="*/ 0 h 76"/>
                <a:gd name="T6" fmla="*/ 59 w 69"/>
                <a:gd name="T7" fmla="*/ 0 h 76"/>
                <a:gd name="T8" fmla="*/ 44 w 69"/>
                <a:gd name="T9" fmla="*/ 19 h 76"/>
                <a:gd name="T10" fmla="*/ 28 w 69"/>
                <a:gd name="T11" fmla="*/ 1 h 76"/>
                <a:gd name="T12" fmla="*/ 0 w 69"/>
                <a:gd name="T13" fmla="*/ 48 h 76"/>
                <a:gd name="T14" fmla="*/ 0 w 69"/>
                <a:gd name="T15" fmla="*/ 57 h 76"/>
                <a:gd name="T16" fmla="*/ 38 w 69"/>
                <a:gd name="T17" fmla="*/ 76 h 76"/>
                <a:gd name="T18" fmla="*/ 38 w 69"/>
                <a:gd name="T19" fmla="*/ 74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" h="76">
                  <a:moveTo>
                    <a:pt x="38" y="74"/>
                  </a:moveTo>
                  <a:cubicBezTo>
                    <a:pt x="38" y="49"/>
                    <a:pt x="50" y="28"/>
                    <a:pt x="69" y="17"/>
                  </a:cubicBezTo>
                  <a:cubicBezTo>
                    <a:pt x="65" y="12"/>
                    <a:pt x="61" y="7"/>
                    <a:pt x="59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12" y="8"/>
                    <a:pt x="0" y="26"/>
                    <a:pt x="0" y="48"/>
                  </a:cubicBezTo>
                  <a:cubicBezTo>
                    <a:pt x="0" y="51"/>
                    <a:pt x="0" y="54"/>
                    <a:pt x="0" y="57"/>
                  </a:cubicBezTo>
                  <a:cubicBezTo>
                    <a:pt x="9" y="67"/>
                    <a:pt x="22" y="75"/>
                    <a:pt x="38" y="76"/>
                  </a:cubicBezTo>
                  <a:cubicBezTo>
                    <a:pt x="38" y="75"/>
                    <a:pt x="38" y="75"/>
                    <a:pt x="38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</p:grpSp>
      <p:sp>
        <p:nvSpPr>
          <p:cNvPr id="42" name="TextBox 6"/>
          <p:cNvSpPr txBox="1">
            <a:spLocks noChangeArrowheads="1"/>
          </p:cNvSpPr>
          <p:nvPr/>
        </p:nvSpPr>
        <p:spPr bwMode="auto">
          <a:xfrm>
            <a:off x="3473783" y="233197"/>
            <a:ext cx="205105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0" lang="zh-CN" sz="18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+mn-ea"/>
              </a:rPr>
              <a:t>数据库设计</a:t>
            </a:r>
            <a:endParaRPr kumimoji="0" lang="zh-CN" sz="18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cs typeface="+mn-ea"/>
            </a:endParaRPr>
          </a:p>
        </p:txBody>
      </p:sp>
      <p:sp>
        <p:nvSpPr>
          <p:cNvPr id="43" name="TextBox 6"/>
          <p:cNvSpPr txBox="1">
            <a:spLocks noChangeArrowheads="1"/>
          </p:cNvSpPr>
          <p:nvPr/>
        </p:nvSpPr>
        <p:spPr bwMode="auto">
          <a:xfrm>
            <a:off x="3821045" y="752508"/>
            <a:ext cx="131597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sz="1100" i="0" u="none" strike="noStrike" cap="none" normalizeH="0" baseline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Arial Narrow" panose="020B0606020202030204" pitchFamily="34" charset="0"/>
              <a:cs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1365" y="752475"/>
            <a:ext cx="4502785" cy="312864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45" y="751840"/>
            <a:ext cx="4150995" cy="11938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445" y="2096770"/>
            <a:ext cx="4150995" cy="29102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2270693" y="3834122"/>
            <a:ext cx="933449" cy="390525"/>
            <a:chOff x="1150938" y="1535113"/>
            <a:chExt cx="933449" cy="390525"/>
          </a:xfrm>
          <a:solidFill>
            <a:schemeClr val="bg1">
              <a:lumMod val="95000"/>
            </a:schemeClr>
          </a:solidFill>
        </p:grpSpPr>
        <p:sp>
          <p:nvSpPr>
            <p:cNvPr id="16" name="Freeform 66"/>
            <p:cNvSpPr/>
            <p:nvPr/>
          </p:nvSpPr>
          <p:spPr bwMode="auto">
            <a:xfrm>
              <a:off x="1150938" y="1677988"/>
              <a:ext cx="293687" cy="247650"/>
            </a:xfrm>
            <a:custGeom>
              <a:avLst/>
              <a:gdLst>
                <a:gd name="T0" fmla="*/ 0 w 115"/>
                <a:gd name="T1" fmla="*/ 30 h 97"/>
                <a:gd name="T2" fmla="*/ 72 w 115"/>
                <a:gd name="T3" fmla="*/ 97 h 97"/>
                <a:gd name="T4" fmla="*/ 115 w 115"/>
                <a:gd name="T5" fmla="*/ 65 h 97"/>
                <a:gd name="T6" fmla="*/ 39 w 115"/>
                <a:gd name="T7" fmla="*/ 0 h 97"/>
                <a:gd name="T8" fmla="*/ 0 w 115"/>
                <a:gd name="T9" fmla="*/ 3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97">
                  <a:moveTo>
                    <a:pt x="0" y="30"/>
                  </a:moveTo>
                  <a:cubicBezTo>
                    <a:pt x="72" y="97"/>
                    <a:pt x="72" y="97"/>
                    <a:pt x="72" y="97"/>
                  </a:cubicBezTo>
                  <a:cubicBezTo>
                    <a:pt x="72" y="97"/>
                    <a:pt x="94" y="80"/>
                    <a:pt x="115" y="65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11" y="20"/>
                    <a:pt x="0" y="30"/>
                    <a:pt x="0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7" name="Freeform 67"/>
            <p:cNvSpPr/>
            <p:nvPr/>
          </p:nvSpPr>
          <p:spPr bwMode="auto">
            <a:xfrm>
              <a:off x="1295400" y="1535113"/>
              <a:ext cx="788987" cy="292100"/>
            </a:xfrm>
            <a:custGeom>
              <a:avLst/>
              <a:gdLst>
                <a:gd name="T0" fmla="*/ 261 w 309"/>
                <a:gd name="T1" fmla="*/ 33 h 114"/>
                <a:gd name="T2" fmla="*/ 205 w 309"/>
                <a:gd name="T3" fmla="*/ 64 h 114"/>
                <a:gd name="T4" fmla="*/ 125 w 309"/>
                <a:gd name="T5" fmla="*/ 55 h 114"/>
                <a:gd name="T6" fmla="*/ 176 w 309"/>
                <a:gd name="T7" fmla="*/ 48 h 114"/>
                <a:gd name="T8" fmla="*/ 217 w 309"/>
                <a:gd name="T9" fmla="*/ 19 h 114"/>
                <a:gd name="T10" fmla="*/ 140 w 309"/>
                <a:gd name="T11" fmla="*/ 14 h 114"/>
                <a:gd name="T12" fmla="*/ 66 w 309"/>
                <a:gd name="T13" fmla="*/ 14 h 114"/>
                <a:gd name="T14" fmla="*/ 0 w 309"/>
                <a:gd name="T15" fmla="*/ 54 h 114"/>
                <a:gd name="T16" fmla="*/ 68 w 309"/>
                <a:gd name="T17" fmla="*/ 114 h 114"/>
                <a:gd name="T18" fmla="*/ 91 w 309"/>
                <a:gd name="T19" fmla="*/ 102 h 114"/>
                <a:gd name="T20" fmla="*/ 205 w 309"/>
                <a:gd name="T21" fmla="*/ 102 h 114"/>
                <a:gd name="T22" fmla="*/ 309 w 309"/>
                <a:gd name="T23" fmla="*/ 19 h 114"/>
                <a:gd name="T24" fmla="*/ 261 w 309"/>
                <a:gd name="T25" fmla="*/ 33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9" h="114">
                  <a:moveTo>
                    <a:pt x="261" y="33"/>
                  </a:moveTo>
                  <a:cubicBezTo>
                    <a:pt x="243" y="49"/>
                    <a:pt x="227" y="60"/>
                    <a:pt x="205" y="64"/>
                  </a:cubicBezTo>
                  <a:cubicBezTo>
                    <a:pt x="170" y="70"/>
                    <a:pt x="135" y="62"/>
                    <a:pt x="125" y="55"/>
                  </a:cubicBezTo>
                  <a:cubicBezTo>
                    <a:pt x="108" y="44"/>
                    <a:pt x="126" y="51"/>
                    <a:pt x="176" y="48"/>
                  </a:cubicBezTo>
                  <a:cubicBezTo>
                    <a:pt x="227" y="45"/>
                    <a:pt x="217" y="19"/>
                    <a:pt x="217" y="19"/>
                  </a:cubicBezTo>
                  <a:cubicBezTo>
                    <a:pt x="206" y="17"/>
                    <a:pt x="193" y="16"/>
                    <a:pt x="140" y="14"/>
                  </a:cubicBezTo>
                  <a:cubicBezTo>
                    <a:pt x="121" y="14"/>
                    <a:pt x="84" y="10"/>
                    <a:pt x="66" y="14"/>
                  </a:cubicBezTo>
                  <a:cubicBezTo>
                    <a:pt x="46" y="18"/>
                    <a:pt x="28" y="35"/>
                    <a:pt x="0" y="54"/>
                  </a:cubicBezTo>
                  <a:cubicBezTo>
                    <a:pt x="68" y="114"/>
                    <a:pt x="68" y="114"/>
                    <a:pt x="68" y="114"/>
                  </a:cubicBezTo>
                  <a:cubicBezTo>
                    <a:pt x="79" y="107"/>
                    <a:pt x="87" y="102"/>
                    <a:pt x="91" y="102"/>
                  </a:cubicBezTo>
                  <a:cubicBezTo>
                    <a:pt x="112" y="102"/>
                    <a:pt x="166" y="107"/>
                    <a:pt x="205" y="102"/>
                  </a:cubicBezTo>
                  <a:cubicBezTo>
                    <a:pt x="282" y="64"/>
                    <a:pt x="309" y="19"/>
                    <a:pt x="309" y="19"/>
                  </a:cubicBezTo>
                  <a:cubicBezTo>
                    <a:pt x="309" y="19"/>
                    <a:pt x="288" y="0"/>
                    <a:pt x="261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821504" y="3746839"/>
            <a:ext cx="722312" cy="441325"/>
            <a:chOff x="979488" y="2314575"/>
            <a:chExt cx="722312" cy="441325"/>
          </a:xfrm>
          <a:solidFill>
            <a:schemeClr val="bg1">
              <a:lumMod val="95000"/>
            </a:schemeClr>
          </a:solidFill>
        </p:grpSpPr>
        <p:sp>
          <p:nvSpPr>
            <p:cNvPr id="19" name="Freeform 84"/>
            <p:cNvSpPr/>
            <p:nvPr/>
          </p:nvSpPr>
          <p:spPr bwMode="auto">
            <a:xfrm>
              <a:off x="1047750" y="2692400"/>
              <a:ext cx="87312" cy="63500"/>
            </a:xfrm>
            <a:custGeom>
              <a:avLst/>
              <a:gdLst>
                <a:gd name="T0" fmla="*/ 34 w 34"/>
                <a:gd name="T1" fmla="*/ 21 h 25"/>
                <a:gd name="T2" fmla="*/ 34 w 34"/>
                <a:gd name="T3" fmla="*/ 0 h 25"/>
                <a:gd name="T4" fmla="*/ 1 w 34"/>
                <a:gd name="T5" fmla="*/ 25 h 25"/>
                <a:gd name="T6" fmla="*/ 31 w 34"/>
                <a:gd name="T7" fmla="*/ 25 h 25"/>
                <a:gd name="T8" fmla="*/ 34 w 34"/>
                <a:gd name="T9" fmla="*/ 21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25">
                  <a:moveTo>
                    <a:pt x="34" y="21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4" y="0"/>
                    <a:pt x="0" y="25"/>
                    <a:pt x="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3" y="25"/>
                    <a:pt x="34" y="23"/>
                    <a:pt x="34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0" name="Freeform 85"/>
            <p:cNvSpPr/>
            <p:nvPr/>
          </p:nvSpPr>
          <p:spPr bwMode="auto">
            <a:xfrm>
              <a:off x="1163638" y="2600325"/>
              <a:ext cx="93662" cy="155575"/>
            </a:xfrm>
            <a:custGeom>
              <a:avLst/>
              <a:gdLst>
                <a:gd name="T0" fmla="*/ 33 w 37"/>
                <a:gd name="T1" fmla="*/ 61 h 61"/>
                <a:gd name="T2" fmla="*/ 37 w 37"/>
                <a:gd name="T3" fmla="*/ 57 h 61"/>
                <a:gd name="T4" fmla="*/ 37 w 37"/>
                <a:gd name="T5" fmla="*/ 0 h 61"/>
                <a:gd name="T6" fmla="*/ 1 w 37"/>
                <a:gd name="T7" fmla="*/ 27 h 61"/>
                <a:gd name="T8" fmla="*/ 0 w 37"/>
                <a:gd name="T9" fmla="*/ 28 h 61"/>
                <a:gd name="T10" fmla="*/ 0 w 37"/>
                <a:gd name="T11" fmla="*/ 57 h 61"/>
                <a:gd name="T12" fmla="*/ 3 w 37"/>
                <a:gd name="T13" fmla="*/ 61 h 61"/>
                <a:gd name="T14" fmla="*/ 33 w 37"/>
                <a:gd name="T15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61">
                  <a:moveTo>
                    <a:pt x="33" y="61"/>
                  </a:moveTo>
                  <a:cubicBezTo>
                    <a:pt x="35" y="61"/>
                    <a:pt x="37" y="59"/>
                    <a:pt x="37" y="57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9"/>
                    <a:pt x="1" y="61"/>
                    <a:pt x="3" y="61"/>
                  </a:cubicBezTo>
                  <a:lnTo>
                    <a:pt x="33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1" name="Freeform 86"/>
            <p:cNvSpPr/>
            <p:nvPr/>
          </p:nvSpPr>
          <p:spPr bwMode="auto">
            <a:xfrm>
              <a:off x="1282700" y="2525713"/>
              <a:ext cx="95250" cy="230187"/>
            </a:xfrm>
            <a:custGeom>
              <a:avLst/>
              <a:gdLst>
                <a:gd name="T0" fmla="*/ 34 w 37"/>
                <a:gd name="T1" fmla="*/ 90 h 90"/>
                <a:gd name="T2" fmla="*/ 37 w 37"/>
                <a:gd name="T3" fmla="*/ 86 h 90"/>
                <a:gd name="T4" fmla="*/ 37 w 37"/>
                <a:gd name="T5" fmla="*/ 11 h 90"/>
                <a:gd name="T6" fmla="*/ 27 w 37"/>
                <a:gd name="T7" fmla="*/ 0 h 90"/>
                <a:gd name="T8" fmla="*/ 12 w 37"/>
                <a:gd name="T9" fmla="*/ 12 h 90"/>
                <a:gd name="T10" fmla="*/ 0 w 37"/>
                <a:gd name="T11" fmla="*/ 21 h 90"/>
                <a:gd name="T12" fmla="*/ 0 w 37"/>
                <a:gd name="T13" fmla="*/ 86 h 90"/>
                <a:gd name="T14" fmla="*/ 4 w 37"/>
                <a:gd name="T15" fmla="*/ 90 h 90"/>
                <a:gd name="T16" fmla="*/ 34 w 37"/>
                <a:gd name="T17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" h="90">
                  <a:moveTo>
                    <a:pt x="34" y="90"/>
                  </a:moveTo>
                  <a:cubicBezTo>
                    <a:pt x="35" y="90"/>
                    <a:pt x="37" y="88"/>
                    <a:pt x="37" y="86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88"/>
                    <a:pt x="2" y="90"/>
                    <a:pt x="4" y="90"/>
                  </a:cubicBezTo>
                  <a:lnTo>
                    <a:pt x="34" y="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2" name="Freeform 87"/>
            <p:cNvSpPr/>
            <p:nvPr/>
          </p:nvSpPr>
          <p:spPr bwMode="auto">
            <a:xfrm>
              <a:off x="1404938" y="2562225"/>
              <a:ext cx="92075" cy="193675"/>
            </a:xfrm>
            <a:custGeom>
              <a:avLst/>
              <a:gdLst>
                <a:gd name="T0" fmla="*/ 33 w 36"/>
                <a:gd name="T1" fmla="*/ 76 h 76"/>
                <a:gd name="T2" fmla="*/ 36 w 36"/>
                <a:gd name="T3" fmla="*/ 72 h 76"/>
                <a:gd name="T4" fmla="*/ 36 w 36"/>
                <a:gd name="T5" fmla="*/ 0 h 76"/>
                <a:gd name="T6" fmla="*/ 22 w 36"/>
                <a:gd name="T7" fmla="*/ 11 h 76"/>
                <a:gd name="T8" fmla="*/ 18 w 36"/>
                <a:gd name="T9" fmla="*/ 14 h 76"/>
                <a:gd name="T10" fmla="*/ 5 w 36"/>
                <a:gd name="T11" fmla="*/ 13 h 76"/>
                <a:gd name="T12" fmla="*/ 4 w 36"/>
                <a:gd name="T13" fmla="*/ 12 h 76"/>
                <a:gd name="T14" fmla="*/ 0 w 36"/>
                <a:gd name="T15" fmla="*/ 8 h 76"/>
                <a:gd name="T16" fmla="*/ 0 w 36"/>
                <a:gd name="T17" fmla="*/ 72 h 76"/>
                <a:gd name="T18" fmla="*/ 3 w 36"/>
                <a:gd name="T19" fmla="*/ 76 h 76"/>
                <a:gd name="T20" fmla="*/ 33 w 36"/>
                <a:gd name="T21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76">
                  <a:moveTo>
                    <a:pt x="33" y="76"/>
                  </a:moveTo>
                  <a:cubicBezTo>
                    <a:pt x="35" y="76"/>
                    <a:pt x="36" y="74"/>
                    <a:pt x="36" y="72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4" y="17"/>
                    <a:pt x="9" y="17"/>
                    <a:pt x="5" y="13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4"/>
                    <a:pt x="1" y="76"/>
                    <a:pt x="3" y="76"/>
                  </a:cubicBezTo>
                  <a:lnTo>
                    <a:pt x="33" y="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3" name="Freeform 88"/>
            <p:cNvSpPr/>
            <p:nvPr/>
          </p:nvSpPr>
          <p:spPr bwMode="auto">
            <a:xfrm>
              <a:off x="1525588" y="2465388"/>
              <a:ext cx="95250" cy="290512"/>
            </a:xfrm>
            <a:custGeom>
              <a:avLst/>
              <a:gdLst>
                <a:gd name="T0" fmla="*/ 33 w 37"/>
                <a:gd name="T1" fmla="*/ 114 h 114"/>
                <a:gd name="T2" fmla="*/ 37 w 37"/>
                <a:gd name="T3" fmla="*/ 110 h 114"/>
                <a:gd name="T4" fmla="*/ 37 w 37"/>
                <a:gd name="T5" fmla="*/ 0 h 114"/>
                <a:gd name="T6" fmla="*/ 15 w 37"/>
                <a:gd name="T7" fmla="*/ 18 h 114"/>
                <a:gd name="T8" fmla="*/ 0 w 37"/>
                <a:gd name="T9" fmla="*/ 29 h 114"/>
                <a:gd name="T10" fmla="*/ 0 w 37"/>
                <a:gd name="T11" fmla="*/ 110 h 114"/>
                <a:gd name="T12" fmla="*/ 3 w 37"/>
                <a:gd name="T13" fmla="*/ 114 h 114"/>
                <a:gd name="T14" fmla="*/ 33 w 37"/>
                <a:gd name="T15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114">
                  <a:moveTo>
                    <a:pt x="33" y="114"/>
                  </a:moveTo>
                  <a:cubicBezTo>
                    <a:pt x="35" y="114"/>
                    <a:pt x="37" y="112"/>
                    <a:pt x="37" y="11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0" y="112"/>
                    <a:pt x="1" y="114"/>
                    <a:pt x="3" y="114"/>
                  </a:cubicBezTo>
                  <a:lnTo>
                    <a:pt x="33" y="1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4" name="Freeform 89"/>
            <p:cNvSpPr/>
            <p:nvPr/>
          </p:nvSpPr>
          <p:spPr bwMode="auto">
            <a:xfrm>
              <a:off x="979488" y="2314575"/>
              <a:ext cx="722312" cy="420687"/>
            </a:xfrm>
            <a:custGeom>
              <a:avLst/>
              <a:gdLst>
                <a:gd name="T0" fmla="*/ 283 w 283"/>
                <a:gd name="T1" fmla="*/ 10 h 165"/>
                <a:gd name="T2" fmla="*/ 280 w 283"/>
                <a:gd name="T3" fmla="*/ 3 h 165"/>
                <a:gd name="T4" fmla="*/ 273 w 283"/>
                <a:gd name="T5" fmla="*/ 0 h 165"/>
                <a:gd name="T6" fmla="*/ 263 w 283"/>
                <a:gd name="T7" fmla="*/ 0 h 165"/>
                <a:gd name="T8" fmla="*/ 229 w 283"/>
                <a:gd name="T9" fmla="*/ 0 h 165"/>
                <a:gd name="T10" fmla="*/ 225 w 283"/>
                <a:gd name="T11" fmla="*/ 1 h 165"/>
                <a:gd name="T12" fmla="*/ 225 w 283"/>
                <a:gd name="T13" fmla="*/ 1 h 165"/>
                <a:gd name="T14" fmla="*/ 219 w 283"/>
                <a:gd name="T15" fmla="*/ 10 h 165"/>
                <a:gd name="T16" fmla="*/ 225 w 283"/>
                <a:gd name="T17" fmla="*/ 19 h 165"/>
                <a:gd name="T18" fmla="*/ 229 w 283"/>
                <a:gd name="T19" fmla="*/ 20 h 165"/>
                <a:gd name="T20" fmla="*/ 240 w 283"/>
                <a:gd name="T21" fmla="*/ 20 h 165"/>
                <a:gd name="T22" fmla="*/ 246 w 283"/>
                <a:gd name="T23" fmla="*/ 20 h 165"/>
                <a:gd name="T24" fmla="*/ 235 w 283"/>
                <a:gd name="T25" fmla="*/ 28 h 165"/>
                <a:gd name="T26" fmla="*/ 216 w 283"/>
                <a:gd name="T27" fmla="*/ 45 h 165"/>
                <a:gd name="T28" fmla="*/ 205 w 283"/>
                <a:gd name="T29" fmla="*/ 54 h 165"/>
                <a:gd name="T30" fmla="*/ 190 w 283"/>
                <a:gd name="T31" fmla="*/ 66 h 165"/>
                <a:gd name="T32" fmla="*/ 181 w 283"/>
                <a:gd name="T33" fmla="*/ 73 h 165"/>
                <a:gd name="T34" fmla="*/ 171 w 283"/>
                <a:gd name="T35" fmla="*/ 63 h 165"/>
                <a:gd name="T36" fmla="*/ 167 w 283"/>
                <a:gd name="T37" fmla="*/ 59 h 165"/>
                <a:gd name="T38" fmla="*/ 156 w 283"/>
                <a:gd name="T39" fmla="*/ 48 h 165"/>
                <a:gd name="T40" fmla="*/ 154 w 283"/>
                <a:gd name="T41" fmla="*/ 46 h 165"/>
                <a:gd name="T42" fmla="*/ 141 w 283"/>
                <a:gd name="T43" fmla="*/ 45 h 165"/>
                <a:gd name="T44" fmla="*/ 131 w 283"/>
                <a:gd name="T45" fmla="*/ 53 h 165"/>
                <a:gd name="T46" fmla="*/ 119 w 283"/>
                <a:gd name="T47" fmla="*/ 62 h 165"/>
                <a:gd name="T48" fmla="*/ 112 w 283"/>
                <a:gd name="T49" fmla="*/ 67 h 165"/>
                <a:gd name="T50" fmla="*/ 108 w 283"/>
                <a:gd name="T51" fmla="*/ 70 h 165"/>
                <a:gd name="T52" fmla="*/ 71 w 283"/>
                <a:gd name="T53" fmla="*/ 98 h 165"/>
                <a:gd name="T54" fmla="*/ 70 w 283"/>
                <a:gd name="T55" fmla="*/ 98 h 165"/>
                <a:gd name="T56" fmla="*/ 59 w 283"/>
                <a:gd name="T57" fmla="*/ 107 h 165"/>
                <a:gd name="T58" fmla="*/ 11 w 283"/>
                <a:gd name="T59" fmla="*/ 142 h 165"/>
                <a:gd name="T60" fmla="*/ 6 w 283"/>
                <a:gd name="T61" fmla="*/ 147 h 165"/>
                <a:gd name="T62" fmla="*/ 4 w 283"/>
                <a:gd name="T63" fmla="*/ 160 h 165"/>
                <a:gd name="T64" fmla="*/ 13 w 283"/>
                <a:gd name="T65" fmla="*/ 164 h 165"/>
                <a:gd name="T66" fmla="*/ 17 w 283"/>
                <a:gd name="T67" fmla="*/ 162 h 165"/>
                <a:gd name="T68" fmla="*/ 59 w 283"/>
                <a:gd name="T69" fmla="*/ 131 h 165"/>
                <a:gd name="T70" fmla="*/ 70 w 283"/>
                <a:gd name="T71" fmla="*/ 123 h 165"/>
                <a:gd name="T72" fmla="*/ 71 w 283"/>
                <a:gd name="T73" fmla="*/ 122 h 165"/>
                <a:gd name="T74" fmla="*/ 108 w 283"/>
                <a:gd name="T75" fmla="*/ 94 h 165"/>
                <a:gd name="T76" fmla="*/ 112 w 283"/>
                <a:gd name="T77" fmla="*/ 91 h 165"/>
                <a:gd name="T78" fmla="*/ 119 w 283"/>
                <a:gd name="T79" fmla="*/ 86 h 165"/>
                <a:gd name="T80" fmla="*/ 131 w 283"/>
                <a:gd name="T81" fmla="*/ 77 h 165"/>
                <a:gd name="T82" fmla="*/ 146 w 283"/>
                <a:gd name="T83" fmla="*/ 65 h 165"/>
                <a:gd name="T84" fmla="*/ 156 w 283"/>
                <a:gd name="T85" fmla="*/ 76 h 165"/>
                <a:gd name="T86" fmla="*/ 167 w 283"/>
                <a:gd name="T87" fmla="*/ 87 h 165"/>
                <a:gd name="T88" fmla="*/ 171 w 283"/>
                <a:gd name="T89" fmla="*/ 91 h 165"/>
                <a:gd name="T90" fmla="*/ 173 w 283"/>
                <a:gd name="T91" fmla="*/ 93 h 165"/>
                <a:gd name="T92" fmla="*/ 186 w 283"/>
                <a:gd name="T93" fmla="*/ 94 h 165"/>
                <a:gd name="T94" fmla="*/ 190 w 283"/>
                <a:gd name="T95" fmla="*/ 90 h 165"/>
                <a:gd name="T96" fmla="*/ 205 w 283"/>
                <a:gd name="T97" fmla="*/ 79 h 165"/>
                <a:gd name="T98" fmla="*/ 216 w 283"/>
                <a:gd name="T99" fmla="*/ 70 h 165"/>
                <a:gd name="T100" fmla="*/ 231 w 283"/>
                <a:gd name="T101" fmla="*/ 58 h 165"/>
                <a:gd name="T102" fmla="*/ 263 w 283"/>
                <a:gd name="T103" fmla="*/ 31 h 165"/>
                <a:gd name="T104" fmla="*/ 264 w 283"/>
                <a:gd name="T105" fmla="*/ 31 h 165"/>
                <a:gd name="T106" fmla="*/ 264 w 283"/>
                <a:gd name="T107" fmla="*/ 53 h 165"/>
                <a:gd name="T108" fmla="*/ 274 w 283"/>
                <a:gd name="T109" fmla="*/ 62 h 165"/>
                <a:gd name="T110" fmla="*/ 283 w 283"/>
                <a:gd name="T111" fmla="*/ 53 h 165"/>
                <a:gd name="T112" fmla="*/ 283 w 283"/>
                <a:gd name="T113" fmla="*/ 1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83" h="165">
                  <a:moveTo>
                    <a:pt x="283" y="10"/>
                  </a:moveTo>
                  <a:cubicBezTo>
                    <a:pt x="283" y="7"/>
                    <a:pt x="282" y="5"/>
                    <a:pt x="280" y="3"/>
                  </a:cubicBezTo>
                  <a:cubicBezTo>
                    <a:pt x="278" y="1"/>
                    <a:pt x="276" y="0"/>
                    <a:pt x="273" y="0"/>
                  </a:cubicBezTo>
                  <a:cubicBezTo>
                    <a:pt x="263" y="0"/>
                    <a:pt x="263" y="0"/>
                    <a:pt x="263" y="0"/>
                  </a:cubicBezTo>
                  <a:cubicBezTo>
                    <a:pt x="229" y="0"/>
                    <a:pt x="229" y="0"/>
                    <a:pt x="229" y="0"/>
                  </a:cubicBezTo>
                  <a:cubicBezTo>
                    <a:pt x="227" y="0"/>
                    <a:pt x="226" y="1"/>
                    <a:pt x="225" y="1"/>
                  </a:cubicBezTo>
                  <a:cubicBezTo>
                    <a:pt x="225" y="1"/>
                    <a:pt x="225" y="1"/>
                    <a:pt x="225" y="1"/>
                  </a:cubicBezTo>
                  <a:cubicBezTo>
                    <a:pt x="221" y="3"/>
                    <a:pt x="219" y="6"/>
                    <a:pt x="219" y="10"/>
                  </a:cubicBezTo>
                  <a:cubicBezTo>
                    <a:pt x="219" y="14"/>
                    <a:pt x="222" y="18"/>
                    <a:pt x="225" y="19"/>
                  </a:cubicBezTo>
                  <a:cubicBezTo>
                    <a:pt x="226" y="20"/>
                    <a:pt x="227" y="20"/>
                    <a:pt x="229" y="20"/>
                  </a:cubicBezTo>
                  <a:cubicBezTo>
                    <a:pt x="240" y="20"/>
                    <a:pt x="240" y="20"/>
                    <a:pt x="240" y="20"/>
                  </a:cubicBezTo>
                  <a:cubicBezTo>
                    <a:pt x="246" y="20"/>
                    <a:pt x="246" y="20"/>
                    <a:pt x="246" y="20"/>
                  </a:cubicBezTo>
                  <a:cubicBezTo>
                    <a:pt x="235" y="28"/>
                    <a:pt x="235" y="28"/>
                    <a:pt x="235" y="28"/>
                  </a:cubicBezTo>
                  <a:cubicBezTo>
                    <a:pt x="216" y="45"/>
                    <a:pt x="216" y="45"/>
                    <a:pt x="216" y="45"/>
                  </a:cubicBezTo>
                  <a:cubicBezTo>
                    <a:pt x="205" y="54"/>
                    <a:pt x="205" y="54"/>
                    <a:pt x="205" y="54"/>
                  </a:cubicBezTo>
                  <a:cubicBezTo>
                    <a:pt x="190" y="66"/>
                    <a:pt x="190" y="66"/>
                    <a:pt x="190" y="66"/>
                  </a:cubicBezTo>
                  <a:cubicBezTo>
                    <a:pt x="181" y="73"/>
                    <a:pt x="181" y="73"/>
                    <a:pt x="181" y="73"/>
                  </a:cubicBezTo>
                  <a:cubicBezTo>
                    <a:pt x="171" y="63"/>
                    <a:pt x="171" y="63"/>
                    <a:pt x="171" y="63"/>
                  </a:cubicBezTo>
                  <a:cubicBezTo>
                    <a:pt x="167" y="59"/>
                    <a:pt x="167" y="59"/>
                    <a:pt x="167" y="59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1" y="42"/>
                    <a:pt x="145" y="42"/>
                    <a:pt x="141" y="45"/>
                  </a:cubicBezTo>
                  <a:cubicBezTo>
                    <a:pt x="131" y="53"/>
                    <a:pt x="131" y="53"/>
                    <a:pt x="131" y="53"/>
                  </a:cubicBezTo>
                  <a:cubicBezTo>
                    <a:pt x="119" y="62"/>
                    <a:pt x="119" y="62"/>
                    <a:pt x="119" y="62"/>
                  </a:cubicBezTo>
                  <a:cubicBezTo>
                    <a:pt x="112" y="67"/>
                    <a:pt x="112" y="67"/>
                    <a:pt x="112" y="67"/>
                  </a:cubicBezTo>
                  <a:cubicBezTo>
                    <a:pt x="108" y="70"/>
                    <a:pt x="108" y="70"/>
                    <a:pt x="108" y="70"/>
                  </a:cubicBezTo>
                  <a:cubicBezTo>
                    <a:pt x="71" y="98"/>
                    <a:pt x="71" y="98"/>
                    <a:pt x="71" y="98"/>
                  </a:cubicBezTo>
                  <a:cubicBezTo>
                    <a:pt x="70" y="98"/>
                    <a:pt x="70" y="98"/>
                    <a:pt x="70" y="98"/>
                  </a:cubicBezTo>
                  <a:cubicBezTo>
                    <a:pt x="59" y="107"/>
                    <a:pt x="59" y="107"/>
                    <a:pt x="59" y="107"/>
                  </a:cubicBezTo>
                  <a:cubicBezTo>
                    <a:pt x="11" y="142"/>
                    <a:pt x="11" y="142"/>
                    <a:pt x="11" y="142"/>
                  </a:cubicBezTo>
                  <a:cubicBezTo>
                    <a:pt x="6" y="147"/>
                    <a:pt x="6" y="147"/>
                    <a:pt x="6" y="147"/>
                  </a:cubicBezTo>
                  <a:cubicBezTo>
                    <a:pt x="1" y="150"/>
                    <a:pt x="0" y="156"/>
                    <a:pt x="4" y="160"/>
                  </a:cubicBezTo>
                  <a:cubicBezTo>
                    <a:pt x="6" y="163"/>
                    <a:pt x="10" y="165"/>
                    <a:pt x="13" y="164"/>
                  </a:cubicBezTo>
                  <a:cubicBezTo>
                    <a:pt x="15" y="164"/>
                    <a:pt x="16" y="163"/>
                    <a:pt x="17" y="162"/>
                  </a:cubicBezTo>
                  <a:cubicBezTo>
                    <a:pt x="59" y="131"/>
                    <a:pt x="59" y="131"/>
                    <a:pt x="59" y="131"/>
                  </a:cubicBezTo>
                  <a:cubicBezTo>
                    <a:pt x="70" y="123"/>
                    <a:pt x="70" y="123"/>
                    <a:pt x="70" y="123"/>
                  </a:cubicBezTo>
                  <a:cubicBezTo>
                    <a:pt x="71" y="122"/>
                    <a:pt x="71" y="122"/>
                    <a:pt x="71" y="122"/>
                  </a:cubicBezTo>
                  <a:cubicBezTo>
                    <a:pt x="108" y="94"/>
                    <a:pt x="108" y="94"/>
                    <a:pt x="108" y="94"/>
                  </a:cubicBezTo>
                  <a:cubicBezTo>
                    <a:pt x="112" y="91"/>
                    <a:pt x="112" y="91"/>
                    <a:pt x="112" y="91"/>
                  </a:cubicBezTo>
                  <a:cubicBezTo>
                    <a:pt x="119" y="86"/>
                    <a:pt x="119" y="86"/>
                    <a:pt x="119" y="86"/>
                  </a:cubicBezTo>
                  <a:cubicBezTo>
                    <a:pt x="131" y="77"/>
                    <a:pt x="131" y="77"/>
                    <a:pt x="131" y="77"/>
                  </a:cubicBezTo>
                  <a:cubicBezTo>
                    <a:pt x="146" y="65"/>
                    <a:pt x="146" y="65"/>
                    <a:pt x="146" y="65"/>
                  </a:cubicBezTo>
                  <a:cubicBezTo>
                    <a:pt x="156" y="76"/>
                    <a:pt x="156" y="76"/>
                    <a:pt x="156" y="76"/>
                  </a:cubicBezTo>
                  <a:cubicBezTo>
                    <a:pt x="167" y="87"/>
                    <a:pt x="167" y="87"/>
                    <a:pt x="167" y="87"/>
                  </a:cubicBezTo>
                  <a:cubicBezTo>
                    <a:pt x="171" y="91"/>
                    <a:pt x="171" y="91"/>
                    <a:pt x="171" y="91"/>
                  </a:cubicBezTo>
                  <a:cubicBezTo>
                    <a:pt x="173" y="93"/>
                    <a:pt x="173" y="93"/>
                    <a:pt x="173" y="93"/>
                  </a:cubicBezTo>
                  <a:cubicBezTo>
                    <a:pt x="177" y="96"/>
                    <a:pt x="182" y="97"/>
                    <a:pt x="186" y="9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205" y="79"/>
                    <a:pt x="205" y="79"/>
                    <a:pt x="205" y="79"/>
                  </a:cubicBezTo>
                  <a:cubicBezTo>
                    <a:pt x="216" y="70"/>
                    <a:pt x="216" y="70"/>
                    <a:pt x="216" y="70"/>
                  </a:cubicBezTo>
                  <a:cubicBezTo>
                    <a:pt x="231" y="58"/>
                    <a:pt x="231" y="58"/>
                    <a:pt x="231" y="58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4" y="31"/>
                    <a:pt x="264" y="31"/>
                    <a:pt x="264" y="31"/>
                  </a:cubicBezTo>
                  <a:cubicBezTo>
                    <a:pt x="264" y="53"/>
                    <a:pt x="264" y="53"/>
                    <a:pt x="264" y="53"/>
                  </a:cubicBezTo>
                  <a:cubicBezTo>
                    <a:pt x="264" y="58"/>
                    <a:pt x="268" y="62"/>
                    <a:pt x="274" y="62"/>
                  </a:cubicBezTo>
                  <a:cubicBezTo>
                    <a:pt x="279" y="62"/>
                    <a:pt x="283" y="58"/>
                    <a:pt x="283" y="53"/>
                  </a:cubicBezTo>
                  <a:lnTo>
                    <a:pt x="283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3013465" y="2668045"/>
            <a:ext cx="706438" cy="596900"/>
            <a:chOff x="8507413" y="4900613"/>
            <a:chExt cx="706438" cy="596900"/>
          </a:xfrm>
          <a:solidFill>
            <a:schemeClr val="bg1">
              <a:lumMod val="95000"/>
            </a:schemeClr>
          </a:solidFill>
        </p:grpSpPr>
        <p:sp>
          <p:nvSpPr>
            <p:cNvPr id="29" name="Oval 188"/>
            <p:cNvSpPr>
              <a:spLocks noChangeArrowheads="1"/>
            </p:cNvSpPr>
            <p:nvPr/>
          </p:nvSpPr>
          <p:spPr bwMode="auto">
            <a:xfrm>
              <a:off x="8759826" y="4967288"/>
              <a:ext cx="203200" cy="2032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0" name="Freeform 189"/>
            <p:cNvSpPr/>
            <p:nvPr/>
          </p:nvSpPr>
          <p:spPr bwMode="auto">
            <a:xfrm>
              <a:off x="8683626" y="5189538"/>
              <a:ext cx="357188" cy="307975"/>
            </a:xfrm>
            <a:custGeom>
              <a:avLst/>
              <a:gdLst>
                <a:gd name="T0" fmla="*/ 65 w 95"/>
                <a:gd name="T1" fmla="*/ 0 h 82"/>
                <a:gd name="T2" fmla="*/ 48 w 95"/>
                <a:gd name="T3" fmla="*/ 20 h 82"/>
                <a:gd name="T4" fmla="*/ 31 w 95"/>
                <a:gd name="T5" fmla="*/ 0 h 82"/>
                <a:gd name="T6" fmla="*/ 0 w 95"/>
                <a:gd name="T7" fmla="*/ 51 h 82"/>
                <a:gd name="T8" fmla="*/ 1 w 95"/>
                <a:gd name="T9" fmla="*/ 61 h 82"/>
                <a:gd name="T10" fmla="*/ 48 w 95"/>
                <a:gd name="T11" fmla="*/ 82 h 82"/>
                <a:gd name="T12" fmla="*/ 94 w 95"/>
                <a:gd name="T13" fmla="*/ 61 h 82"/>
                <a:gd name="T14" fmla="*/ 95 w 95"/>
                <a:gd name="T15" fmla="*/ 51 h 82"/>
                <a:gd name="T16" fmla="*/ 65 w 95"/>
                <a:gd name="T17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5" h="82">
                  <a:moveTo>
                    <a:pt x="65" y="0"/>
                  </a:moveTo>
                  <a:cubicBezTo>
                    <a:pt x="48" y="20"/>
                    <a:pt x="48" y="20"/>
                    <a:pt x="48" y="2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13" y="8"/>
                    <a:pt x="0" y="28"/>
                    <a:pt x="0" y="51"/>
                  </a:cubicBezTo>
                  <a:cubicBezTo>
                    <a:pt x="0" y="54"/>
                    <a:pt x="1" y="57"/>
                    <a:pt x="1" y="61"/>
                  </a:cubicBezTo>
                  <a:cubicBezTo>
                    <a:pt x="11" y="73"/>
                    <a:pt x="28" y="82"/>
                    <a:pt x="48" y="82"/>
                  </a:cubicBezTo>
                  <a:cubicBezTo>
                    <a:pt x="67" y="82"/>
                    <a:pt x="84" y="73"/>
                    <a:pt x="94" y="61"/>
                  </a:cubicBezTo>
                  <a:cubicBezTo>
                    <a:pt x="95" y="57"/>
                    <a:pt x="95" y="54"/>
                    <a:pt x="95" y="51"/>
                  </a:cubicBezTo>
                  <a:cubicBezTo>
                    <a:pt x="95" y="28"/>
                    <a:pt x="82" y="7"/>
                    <a:pt x="6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1" name="Freeform 190"/>
            <p:cNvSpPr/>
            <p:nvPr/>
          </p:nvSpPr>
          <p:spPr bwMode="auto">
            <a:xfrm>
              <a:off x="8958263" y="4900613"/>
              <a:ext cx="184150" cy="187325"/>
            </a:xfrm>
            <a:custGeom>
              <a:avLst/>
              <a:gdLst>
                <a:gd name="T0" fmla="*/ 24 w 49"/>
                <a:gd name="T1" fmla="*/ 0 h 50"/>
                <a:gd name="T2" fmla="*/ 0 w 49"/>
                <a:gd name="T3" fmla="*/ 18 h 50"/>
                <a:gd name="T4" fmla="*/ 11 w 49"/>
                <a:gd name="T5" fmla="*/ 45 h 50"/>
                <a:gd name="T6" fmla="*/ 11 w 49"/>
                <a:gd name="T7" fmla="*/ 46 h 50"/>
                <a:gd name="T8" fmla="*/ 24 w 49"/>
                <a:gd name="T9" fmla="*/ 50 h 50"/>
                <a:gd name="T10" fmla="*/ 49 w 49"/>
                <a:gd name="T11" fmla="*/ 25 h 50"/>
                <a:gd name="T12" fmla="*/ 24 w 49"/>
                <a:gd name="T13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50">
                  <a:moveTo>
                    <a:pt x="24" y="0"/>
                  </a:moveTo>
                  <a:cubicBezTo>
                    <a:pt x="12" y="0"/>
                    <a:pt x="2" y="8"/>
                    <a:pt x="0" y="18"/>
                  </a:cubicBezTo>
                  <a:cubicBezTo>
                    <a:pt x="6" y="25"/>
                    <a:pt x="11" y="34"/>
                    <a:pt x="11" y="45"/>
                  </a:cubicBezTo>
                  <a:cubicBezTo>
                    <a:pt x="11" y="45"/>
                    <a:pt x="11" y="46"/>
                    <a:pt x="11" y="46"/>
                  </a:cubicBezTo>
                  <a:cubicBezTo>
                    <a:pt x="14" y="49"/>
                    <a:pt x="19" y="50"/>
                    <a:pt x="24" y="50"/>
                  </a:cubicBezTo>
                  <a:cubicBezTo>
                    <a:pt x="37" y="50"/>
                    <a:pt x="49" y="39"/>
                    <a:pt x="49" y="25"/>
                  </a:cubicBezTo>
                  <a:cubicBezTo>
                    <a:pt x="49" y="11"/>
                    <a:pt x="37" y="0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2" name="Freeform 191"/>
            <p:cNvSpPr/>
            <p:nvPr/>
          </p:nvSpPr>
          <p:spPr bwMode="auto">
            <a:xfrm>
              <a:off x="8575676" y="4900613"/>
              <a:ext cx="187325" cy="187325"/>
            </a:xfrm>
            <a:custGeom>
              <a:avLst/>
              <a:gdLst>
                <a:gd name="T0" fmla="*/ 40 w 50"/>
                <a:gd name="T1" fmla="*/ 45 h 50"/>
                <a:gd name="T2" fmla="*/ 50 w 50"/>
                <a:gd name="T3" fmla="*/ 20 h 50"/>
                <a:gd name="T4" fmla="*/ 25 w 50"/>
                <a:gd name="T5" fmla="*/ 0 h 50"/>
                <a:gd name="T6" fmla="*/ 0 w 50"/>
                <a:gd name="T7" fmla="*/ 25 h 50"/>
                <a:gd name="T8" fmla="*/ 25 w 50"/>
                <a:gd name="T9" fmla="*/ 50 h 50"/>
                <a:gd name="T10" fmla="*/ 40 w 50"/>
                <a:gd name="T11" fmla="*/ 45 h 50"/>
                <a:gd name="T12" fmla="*/ 40 w 50"/>
                <a:gd name="T13" fmla="*/ 45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" h="50">
                  <a:moveTo>
                    <a:pt x="40" y="45"/>
                  </a:moveTo>
                  <a:cubicBezTo>
                    <a:pt x="40" y="35"/>
                    <a:pt x="44" y="26"/>
                    <a:pt x="50" y="20"/>
                  </a:cubicBezTo>
                  <a:cubicBezTo>
                    <a:pt x="48" y="8"/>
                    <a:pt x="37" y="0"/>
                    <a:pt x="25" y="0"/>
                  </a:cubicBezTo>
                  <a:cubicBezTo>
                    <a:pt x="12" y="0"/>
                    <a:pt x="0" y="11"/>
                    <a:pt x="0" y="25"/>
                  </a:cubicBezTo>
                  <a:cubicBezTo>
                    <a:pt x="0" y="39"/>
                    <a:pt x="12" y="50"/>
                    <a:pt x="25" y="50"/>
                  </a:cubicBezTo>
                  <a:cubicBezTo>
                    <a:pt x="31" y="50"/>
                    <a:pt x="36" y="48"/>
                    <a:pt x="40" y="45"/>
                  </a:cubicBezTo>
                  <a:cubicBezTo>
                    <a:pt x="40" y="45"/>
                    <a:pt x="40" y="45"/>
                    <a:pt x="40" y="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3" name="Freeform 192"/>
            <p:cNvSpPr/>
            <p:nvPr/>
          </p:nvSpPr>
          <p:spPr bwMode="auto">
            <a:xfrm>
              <a:off x="8958263" y="5103813"/>
              <a:ext cx="255588" cy="285750"/>
            </a:xfrm>
            <a:custGeom>
              <a:avLst/>
              <a:gdLst>
                <a:gd name="T0" fmla="*/ 40 w 68"/>
                <a:gd name="T1" fmla="*/ 0 h 76"/>
                <a:gd name="T2" fmla="*/ 24 w 68"/>
                <a:gd name="T3" fmla="*/ 19 h 76"/>
                <a:gd name="T4" fmla="*/ 9 w 68"/>
                <a:gd name="T5" fmla="*/ 2 h 76"/>
                <a:gd name="T6" fmla="*/ 0 w 68"/>
                <a:gd name="T7" fmla="*/ 16 h 76"/>
                <a:gd name="T8" fmla="*/ 32 w 68"/>
                <a:gd name="T9" fmla="*/ 74 h 76"/>
                <a:gd name="T10" fmla="*/ 31 w 68"/>
                <a:gd name="T11" fmla="*/ 76 h 76"/>
                <a:gd name="T12" fmla="*/ 67 w 68"/>
                <a:gd name="T13" fmla="*/ 57 h 76"/>
                <a:gd name="T14" fmla="*/ 68 w 68"/>
                <a:gd name="T15" fmla="*/ 48 h 76"/>
                <a:gd name="T16" fmla="*/ 40 w 68"/>
                <a:gd name="T17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8" h="76">
                  <a:moveTo>
                    <a:pt x="40" y="0"/>
                  </a:moveTo>
                  <a:cubicBezTo>
                    <a:pt x="24" y="19"/>
                    <a:pt x="24" y="19"/>
                    <a:pt x="24" y="19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7" y="7"/>
                    <a:pt x="4" y="12"/>
                    <a:pt x="0" y="16"/>
                  </a:cubicBezTo>
                  <a:cubicBezTo>
                    <a:pt x="19" y="27"/>
                    <a:pt x="32" y="49"/>
                    <a:pt x="32" y="74"/>
                  </a:cubicBezTo>
                  <a:cubicBezTo>
                    <a:pt x="32" y="75"/>
                    <a:pt x="31" y="75"/>
                    <a:pt x="31" y="76"/>
                  </a:cubicBezTo>
                  <a:cubicBezTo>
                    <a:pt x="46" y="74"/>
                    <a:pt x="59" y="67"/>
                    <a:pt x="67" y="57"/>
                  </a:cubicBezTo>
                  <a:cubicBezTo>
                    <a:pt x="68" y="54"/>
                    <a:pt x="68" y="51"/>
                    <a:pt x="68" y="48"/>
                  </a:cubicBezTo>
                  <a:cubicBezTo>
                    <a:pt x="68" y="26"/>
                    <a:pt x="56" y="8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4" name="Freeform 193"/>
            <p:cNvSpPr/>
            <p:nvPr/>
          </p:nvSpPr>
          <p:spPr bwMode="auto">
            <a:xfrm>
              <a:off x="8507413" y="5103813"/>
              <a:ext cx="258763" cy="285750"/>
            </a:xfrm>
            <a:custGeom>
              <a:avLst/>
              <a:gdLst>
                <a:gd name="T0" fmla="*/ 38 w 69"/>
                <a:gd name="T1" fmla="*/ 74 h 76"/>
                <a:gd name="T2" fmla="*/ 69 w 69"/>
                <a:gd name="T3" fmla="*/ 17 h 76"/>
                <a:gd name="T4" fmla="*/ 59 w 69"/>
                <a:gd name="T5" fmla="*/ 0 h 76"/>
                <a:gd name="T6" fmla="*/ 59 w 69"/>
                <a:gd name="T7" fmla="*/ 0 h 76"/>
                <a:gd name="T8" fmla="*/ 44 w 69"/>
                <a:gd name="T9" fmla="*/ 19 h 76"/>
                <a:gd name="T10" fmla="*/ 28 w 69"/>
                <a:gd name="T11" fmla="*/ 1 h 76"/>
                <a:gd name="T12" fmla="*/ 0 w 69"/>
                <a:gd name="T13" fmla="*/ 48 h 76"/>
                <a:gd name="T14" fmla="*/ 0 w 69"/>
                <a:gd name="T15" fmla="*/ 57 h 76"/>
                <a:gd name="T16" fmla="*/ 38 w 69"/>
                <a:gd name="T17" fmla="*/ 76 h 76"/>
                <a:gd name="T18" fmla="*/ 38 w 69"/>
                <a:gd name="T19" fmla="*/ 74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" h="76">
                  <a:moveTo>
                    <a:pt x="38" y="74"/>
                  </a:moveTo>
                  <a:cubicBezTo>
                    <a:pt x="38" y="49"/>
                    <a:pt x="50" y="28"/>
                    <a:pt x="69" y="17"/>
                  </a:cubicBezTo>
                  <a:cubicBezTo>
                    <a:pt x="65" y="12"/>
                    <a:pt x="61" y="7"/>
                    <a:pt x="59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12" y="8"/>
                    <a:pt x="0" y="26"/>
                    <a:pt x="0" y="48"/>
                  </a:cubicBezTo>
                  <a:cubicBezTo>
                    <a:pt x="0" y="51"/>
                    <a:pt x="0" y="54"/>
                    <a:pt x="0" y="57"/>
                  </a:cubicBezTo>
                  <a:cubicBezTo>
                    <a:pt x="9" y="67"/>
                    <a:pt x="22" y="75"/>
                    <a:pt x="38" y="76"/>
                  </a:cubicBezTo>
                  <a:cubicBezTo>
                    <a:pt x="38" y="75"/>
                    <a:pt x="38" y="75"/>
                    <a:pt x="38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</p:grpSp>
      <p:sp>
        <p:nvSpPr>
          <p:cNvPr id="42" name="TextBox 6"/>
          <p:cNvSpPr txBox="1">
            <a:spLocks noChangeArrowheads="1"/>
          </p:cNvSpPr>
          <p:nvPr/>
        </p:nvSpPr>
        <p:spPr bwMode="auto">
          <a:xfrm>
            <a:off x="3473783" y="233197"/>
            <a:ext cx="205105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0" lang="zh-CN" sz="18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+mn-ea"/>
              </a:rPr>
              <a:t>数据库设计</a:t>
            </a:r>
            <a:endParaRPr kumimoji="0" lang="zh-CN" sz="18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cs typeface="+mn-ea"/>
            </a:endParaRPr>
          </a:p>
        </p:txBody>
      </p:sp>
      <p:sp>
        <p:nvSpPr>
          <p:cNvPr id="43" name="TextBox 6"/>
          <p:cNvSpPr txBox="1">
            <a:spLocks noChangeArrowheads="1"/>
          </p:cNvSpPr>
          <p:nvPr/>
        </p:nvSpPr>
        <p:spPr bwMode="auto">
          <a:xfrm>
            <a:off x="3821045" y="752508"/>
            <a:ext cx="131597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sz="1100" i="0" u="none" strike="noStrike" cap="none" normalizeH="0" baseline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Arial Narrow" panose="020B0606020202030204" pitchFamily="34" charset="0"/>
              <a:cs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7800" y="601345"/>
            <a:ext cx="4320540" cy="151574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00" y="2454910"/>
            <a:ext cx="4321175" cy="25146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635" y="601345"/>
            <a:ext cx="4469765" cy="39503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2270693" y="3834122"/>
            <a:ext cx="933449" cy="390525"/>
            <a:chOff x="1150938" y="1535113"/>
            <a:chExt cx="933449" cy="390525"/>
          </a:xfrm>
          <a:solidFill>
            <a:schemeClr val="bg1">
              <a:lumMod val="95000"/>
            </a:schemeClr>
          </a:solidFill>
        </p:grpSpPr>
        <p:sp>
          <p:nvSpPr>
            <p:cNvPr id="16" name="Freeform 66"/>
            <p:cNvSpPr/>
            <p:nvPr/>
          </p:nvSpPr>
          <p:spPr bwMode="auto">
            <a:xfrm>
              <a:off x="1150938" y="1677988"/>
              <a:ext cx="293687" cy="247650"/>
            </a:xfrm>
            <a:custGeom>
              <a:avLst/>
              <a:gdLst>
                <a:gd name="T0" fmla="*/ 0 w 115"/>
                <a:gd name="T1" fmla="*/ 30 h 97"/>
                <a:gd name="T2" fmla="*/ 72 w 115"/>
                <a:gd name="T3" fmla="*/ 97 h 97"/>
                <a:gd name="T4" fmla="*/ 115 w 115"/>
                <a:gd name="T5" fmla="*/ 65 h 97"/>
                <a:gd name="T6" fmla="*/ 39 w 115"/>
                <a:gd name="T7" fmla="*/ 0 h 97"/>
                <a:gd name="T8" fmla="*/ 0 w 115"/>
                <a:gd name="T9" fmla="*/ 3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97">
                  <a:moveTo>
                    <a:pt x="0" y="30"/>
                  </a:moveTo>
                  <a:cubicBezTo>
                    <a:pt x="72" y="97"/>
                    <a:pt x="72" y="97"/>
                    <a:pt x="72" y="97"/>
                  </a:cubicBezTo>
                  <a:cubicBezTo>
                    <a:pt x="72" y="97"/>
                    <a:pt x="94" y="80"/>
                    <a:pt x="115" y="65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11" y="20"/>
                    <a:pt x="0" y="30"/>
                    <a:pt x="0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7" name="Freeform 67"/>
            <p:cNvSpPr/>
            <p:nvPr/>
          </p:nvSpPr>
          <p:spPr bwMode="auto">
            <a:xfrm>
              <a:off x="1295400" y="1535113"/>
              <a:ext cx="788987" cy="292100"/>
            </a:xfrm>
            <a:custGeom>
              <a:avLst/>
              <a:gdLst>
                <a:gd name="T0" fmla="*/ 261 w 309"/>
                <a:gd name="T1" fmla="*/ 33 h 114"/>
                <a:gd name="T2" fmla="*/ 205 w 309"/>
                <a:gd name="T3" fmla="*/ 64 h 114"/>
                <a:gd name="T4" fmla="*/ 125 w 309"/>
                <a:gd name="T5" fmla="*/ 55 h 114"/>
                <a:gd name="T6" fmla="*/ 176 w 309"/>
                <a:gd name="T7" fmla="*/ 48 h 114"/>
                <a:gd name="T8" fmla="*/ 217 w 309"/>
                <a:gd name="T9" fmla="*/ 19 h 114"/>
                <a:gd name="T10" fmla="*/ 140 w 309"/>
                <a:gd name="T11" fmla="*/ 14 h 114"/>
                <a:gd name="T12" fmla="*/ 66 w 309"/>
                <a:gd name="T13" fmla="*/ 14 h 114"/>
                <a:gd name="T14" fmla="*/ 0 w 309"/>
                <a:gd name="T15" fmla="*/ 54 h 114"/>
                <a:gd name="T16" fmla="*/ 68 w 309"/>
                <a:gd name="T17" fmla="*/ 114 h 114"/>
                <a:gd name="T18" fmla="*/ 91 w 309"/>
                <a:gd name="T19" fmla="*/ 102 h 114"/>
                <a:gd name="T20" fmla="*/ 205 w 309"/>
                <a:gd name="T21" fmla="*/ 102 h 114"/>
                <a:gd name="T22" fmla="*/ 309 w 309"/>
                <a:gd name="T23" fmla="*/ 19 h 114"/>
                <a:gd name="T24" fmla="*/ 261 w 309"/>
                <a:gd name="T25" fmla="*/ 33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9" h="114">
                  <a:moveTo>
                    <a:pt x="261" y="33"/>
                  </a:moveTo>
                  <a:cubicBezTo>
                    <a:pt x="243" y="49"/>
                    <a:pt x="227" y="60"/>
                    <a:pt x="205" y="64"/>
                  </a:cubicBezTo>
                  <a:cubicBezTo>
                    <a:pt x="170" y="70"/>
                    <a:pt x="135" y="62"/>
                    <a:pt x="125" y="55"/>
                  </a:cubicBezTo>
                  <a:cubicBezTo>
                    <a:pt x="108" y="44"/>
                    <a:pt x="126" y="51"/>
                    <a:pt x="176" y="48"/>
                  </a:cubicBezTo>
                  <a:cubicBezTo>
                    <a:pt x="227" y="45"/>
                    <a:pt x="217" y="19"/>
                    <a:pt x="217" y="19"/>
                  </a:cubicBezTo>
                  <a:cubicBezTo>
                    <a:pt x="206" y="17"/>
                    <a:pt x="193" y="16"/>
                    <a:pt x="140" y="14"/>
                  </a:cubicBezTo>
                  <a:cubicBezTo>
                    <a:pt x="121" y="14"/>
                    <a:pt x="84" y="10"/>
                    <a:pt x="66" y="14"/>
                  </a:cubicBezTo>
                  <a:cubicBezTo>
                    <a:pt x="46" y="18"/>
                    <a:pt x="28" y="35"/>
                    <a:pt x="0" y="54"/>
                  </a:cubicBezTo>
                  <a:cubicBezTo>
                    <a:pt x="68" y="114"/>
                    <a:pt x="68" y="114"/>
                    <a:pt x="68" y="114"/>
                  </a:cubicBezTo>
                  <a:cubicBezTo>
                    <a:pt x="79" y="107"/>
                    <a:pt x="87" y="102"/>
                    <a:pt x="91" y="102"/>
                  </a:cubicBezTo>
                  <a:cubicBezTo>
                    <a:pt x="112" y="102"/>
                    <a:pt x="166" y="107"/>
                    <a:pt x="205" y="102"/>
                  </a:cubicBezTo>
                  <a:cubicBezTo>
                    <a:pt x="282" y="64"/>
                    <a:pt x="309" y="19"/>
                    <a:pt x="309" y="19"/>
                  </a:cubicBezTo>
                  <a:cubicBezTo>
                    <a:pt x="309" y="19"/>
                    <a:pt x="288" y="0"/>
                    <a:pt x="261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821504" y="3746839"/>
            <a:ext cx="722312" cy="441325"/>
            <a:chOff x="979488" y="2314575"/>
            <a:chExt cx="722312" cy="441325"/>
          </a:xfrm>
          <a:solidFill>
            <a:schemeClr val="bg1">
              <a:lumMod val="95000"/>
            </a:schemeClr>
          </a:solidFill>
        </p:grpSpPr>
        <p:sp>
          <p:nvSpPr>
            <p:cNvPr id="19" name="Freeform 84"/>
            <p:cNvSpPr/>
            <p:nvPr/>
          </p:nvSpPr>
          <p:spPr bwMode="auto">
            <a:xfrm>
              <a:off x="1047750" y="2692400"/>
              <a:ext cx="87312" cy="63500"/>
            </a:xfrm>
            <a:custGeom>
              <a:avLst/>
              <a:gdLst>
                <a:gd name="T0" fmla="*/ 34 w 34"/>
                <a:gd name="T1" fmla="*/ 21 h 25"/>
                <a:gd name="T2" fmla="*/ 34 w 34"/>
                <a:gd name="T3" fmla="*/ 0 h 25"/>
                <a:gd name="T4" fmla="*/ 1 w 34"/>
                <a:gd name="T5" fmla="*/ 25 h 25"/>
                <a:gd name="T6" fmla="*/ 31 w 34"/>
                <a:gd name="T7" fmla="*/ 25 h 25"/>
                <a:gd name="T8" fmla="*/ 34 w 34"/>
                <a:gd name="T9" fmla="*/ 21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25">
                  <a:moveTo>
                    <a:pt x="34" y="21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4" y="0"/>
                    <a:pt x="0" y="25"/>
                    <a:pt x="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3" y="25"/>
                    <a:pt x="34" y="23"/>
                    <a:pt x="34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0" name="Freeform 85"/>
            <p:cNvSpPr/>
            <p:nvPr/>
          </p:nvSpPr>
          <p:spPr bwMode="auto">
            <a:xfrm>
              <a:off x="1163638" y="2600325"/>
              <a:ext cx="93662" cy="155575"/>
            </a:xfrm>
            <a:custGeom>
              <a:avLst/>
              <a:gdLst>
                <a:gd name="T0" fmla="*/ 33 w 37"/>
                <a:gd name="T1" fmla="*/ 61 h 61"/>
                <a:gd name="T2" fmla="*/ 37 w 37"/>
                <a:gd name="T3" fmla="*/ 57 h 61"/>
                <a:gd name="T4" fmla="*/ 37 w 37"/>
                <a:gd name="T5" fmla="*/ 0 h 61"/>
                <a:gd name="T6" fmla="*/ 1 w 37"/>
                <a:gd name="T7" fmla="*/ 27 h 61"/>
                <a:gd name="T8" fmla="*/ 0 w 37"/>
                <a:gd name="T9" fmla="*/ 28 h 61"/>
                <a:gd name="T10" fmla="*/ 0 w 37"/>
                <a:gd name="T11" fmla="*/ 57 h 61"/>
                <a:gd name="T12" fmla="*/ 3 w 37"/>
                <a:gd name="T13" fmla="*/ 61 h 61"/>
                <a:gd name="T14" fmla="*/ 33 w 37"/>
                <a:gd name="T15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61">
                  <a:moveTo>
                    <a:pt x="33" y="61"/>
                  </a:moveTo>
                  <a:cubicBezTo>
                    <a:pt x="35" y="61"/>
                    <a:pt x="37" y="59"/>
                    <a:pt x="37" y="57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9"/>
                    <a:pt x="1" y="61"/>
                    <a:pt x="3" y="61"/>
                  </a:cubicBezTo>
                  <a:lnTo>
                    <a:pt x="33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1" name="Freeform 86"/>
            <p:cNvSpPr/>
            <p:nvPr/>
          </p:nvSpPr>
          <p:spPr bwMode="auto">
            <a:xfrm>
              <a:off x="1282700" y="2525713"/>
              <a:ext cx="95250" cy="230187"/>
            </a:xfrm>
            <a:custGeom>
              <a:avLst/>
              <a:gdLst>
                <a:gd name="T0" fmla="*/ 34 w 37"/>
                <a:gd name="T1" fmla="*/ 90 h 90"/>
                <a:gd name="T2" fmla="*/ 37 w 37"/>
                <a:gd name="T3" fmla="*/ 86 h 90"/>
                <a:gd name="T4" fmla="*/ 37 w 37"/>
                <a:gd name="T5" fmla="*/ 11 h 90"/>
                <a:gd name="T6" fmla="*/ 27 w 37"/>
                <a:gd name="T7" fmla="*/ 0 h 90"/>
                <a:gd name="T8" fmla="*/ 12 w 37"/>
                <a:gd name="T9" fmla="*/ 12 h 90"/>
                <a:gd name="T10" fmla="*/ 0 w 37"/>
                <a:gd name="T11" fmla="*/ 21 h 90"/>
                <a:gd name="T12" fmla="*/ 0 w 37"/>
                <a:gd name="T13" fmla="*/ 86 h 90"/>
                <a:gd name="T14" fmla="*/ 4 w 37"/>
                <a:gd name="T15" fmla="*/ 90 h 90"/>
                <a:gd name="T16" fmla="*/ 34 w 37"/>
                <a:gd name="T17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" h="90">
                  <a:moveTo>
                    <a:pt x="34" y="90"/>
                  </a:moveTo>
                  <a:cubicBezTo>
                    <a:pt x="35" y="90"/>
                    <a:pt x="37" y="88"/>
                    <a:pt x="37" y="86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88"/>
                    <a:pt x="2" y="90"/>
                    <a:pt x="4" y="90"/>
                  </a:cubicBezTo>
                  <a:lnTo>
                    <a:pt x="34" y="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2" name="Freeform 87"/>
            <p:cNvSpPr/>
            <p:nvPr/>
          </p:nvSpPr>
          <p:spPr bwMode="auto">
            <a:xfrm>
              <a:off x="1404938" y="2562225"/>
              <a:ext cx="92075" cy="193675"/>
            </a:xfrm>
            <a:custGeom>
              <a:avLst/>
              <a:gdLst>
                <a:gd name="T0" fmla="*/ 33 w 36"/>
                <a:gd name="T1" fmla="*/ 76 h 76"/>
                <a:gd name="T2" fmla="*/ 36 w 36"/>
                <a:gd name="T3" fmla="*/ 72 h 76"/>
                <a:gd name="T4" fmla="*/ 36 w 36"/>
                <a:gd name="T5" fmla="*/ 0 h 76"/>
                <a:gd name="T6" fmla="*/ 22 w 36"/>
                <a:gd name="T7" fmla="*/ 11 h 76"/>
                <a:gd name="T8" fmla="*/ 18 w 36"/>
                <a:gd name="T9" fmla="*/ 14 h 76"/>
                <a:gd name="T10" fmla="*/ 5 w 36"/>
                <a:gd name="T11" fmla="*/ 13 h 76"/>
                <a:gd name="T12" fmla="*/ 4 w 36"/>
                <a:gd name="T13" fmla="*/ 12 h 76"/>
                <a:gd name="T14" fmla="*/ 0 w 36"/>
                <a:gd name="T15" fmla="*/ 8 h 76"/>
                <a:gd name="T16" fmla="*/ 0 w 36"/>
                <a:gd name="T17" fmla="*/ 72 h 76"/>
                <a:gd name="T18" fmla="*/ 3 w 36"/>
                <a:gd name="T19" fmla="*/ 76 h 76"/>
                <a:gd name="T20" fmla="*/ 33 w 36"/>
                <a:gd name="T21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76">
                  <a:moveTo>
                    <a:pt x="33" y="76"/>
                  </a:moveTo>
                  <a:cubicBezTo>
                    <a:pt x="35" y="76"/>
                    <a:pt x="36" y="74"/>
                    <a:pt x="36" y="72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4" y="17"/>
                    <a:pt x="9" y="17"/>
                    <a:pt x="5" y="13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4"/>
                    <a:pt x="1" y="76"/>
                    <a:pt x="3" y="76"/>
                  </a:cubicBezTo>
                  <a:lnTo>
                    <a:pt x="33" y="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3" name="Freeform 88"/>
            <p:cNvSpPr/>
            <p:nvPr/>
          </p:nvSpPr>
          <p:spPr bwMode="auto">
            <a:xfrm>
              <a:off x="1525588" y="2465388"/>
              <a:ext cx="95250" cy="290512"/>
            </a:xfrm>
            <a:custGeom>
              <a:avLst/>
              <a:gdLst>
                <a:gd name="T0" fmla="*/ 33 w 37"/>
                <a:gd name="T1" fmla="*/ 114 h 114"/>
                <a:gd name="T2" fmla="*/ 37 w 37"/>
                <a:gd name="T3" fmla="*/ 110 h 114"/>
                <a:gd name="T4" fmla="*/ 37 w 37"/>
                <a:gd name="T5" fmla="*/ 0 h 114"/>
                <a:gd name="T6" fmla="*/ 15 w 37"/>
                <a:gd name="T7" fmla="*/ 18 h 114"/>
                <a:gd name="T8" fmla="*/ 0 w 37"/>
                <a:gd name="T9" fmla="*/ 29 h 114"/>
                <a:gd name="T10" fmla="*/ 0 w 37"/>
                <a:gd name="T11" fmla="*/ 110 h 114"/>
                <a:gd name="T12" fmla="*/ 3 w 37"/>
                <a:gd name="T13" fmla="*/ 114 h 114"/>
                <a:gd name="T14" fmla="*/ 33 w 37"/>
                <a:gd name="T15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114">
                  <a:moveTo>
                    <a:pt x="33" y="114"/>
                  </a:moveTo>
                  <a:cubicBezTo>
                    <a:pt x="35" y="114"/>
                    <a:pt x="37" y="112"/>
                    <a:pt x="37" y="11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0" y="112"/>
                    <a:pt x="1" y="114"/>
                    <a:pt x="3" y="114"/>
                  </a:cubicBezTo>
                  <a:lnTo>
                    <a:pt x="33" y="1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4" name="Freeform 89"/>
            <p:cNvSpPr/>
            <p:nvPr/>
          </p:nvSpPr>
          <p:spPr bwMode="auto">
            <a:xfrm>
              <a:off x="979488" y="2314575"/>
              <a:ext cx="722312" cy="420687"/>
            </a:xfrm>
            <a:custGeom>
              <a:avLst/>
              <a:gdLst>
                <a:gd name="T0" fmla="*/ 283 w 283"/>
                <a:gd name="T1" fmla="*/ 10 h 165"/>
                <a:gd name="T2" fmla="*/ 280 w 283"/>
                <a:gd name="T3" fmla="*/ 3 h 165"/>
                <a:gd name="T4" fmla="*/ 273 w 283"/>
                <a:gd name="T5" fmla="*/ 0 h 165"/>
                <a:gd name="T6" fmla="*/ 263 w 283"/>
                <a:gd name="T7" fmla="*/ 0 h 165"/>
                <a:gd name="T8" fmla="*/ 229 w 283"/>
                <a:gd name="T9" fmla="*/ 0 h 165"/>
                <a:gd name="T10" fmla="*/ 225 w 283"/>
                <a:gd name="T11" fmla="*/ 1 h 165"/>
                <a:gd name="T12" fmla="*/ 225 w 283"/>
                <a:gd name="T13" fmla="*/ 1 h 165"/>
                <a:gd name="T14" fmla="*/ 219 w 283"/>
                <a:gd name="T15" fmla="*/ 10 h 165"/>
                <a:gd name="T16" fmla="*/ 225 w 283"/>
                <a:gd name="T17" fmla="*/ 19 h 165"/>
                <a:gd name="T18" fmla="*/ 229 w 283"/>
                <a:gd name="T19" fmla="*/ 20 h 165"/>
                <a:gd name="T20" fmla="*/ 240 w 283"/>
                <a:gd name="T21" fmla="*/ 20 h 165"/>
                <a:gd name="T22" fmla="*/ 246 w 283"/>
                <a:gd name="T23" fmla="*/ 20 h 165"/>
                <a:gd name="T24" fmla="*/ 235 w 283"/>
                <a:gd name="T25" fmla="*/ 28 h 165"/>
                <a:gd name="T26" fmla="*/ 216 w 283"/>
                <a:gd name="T27" fmla="*/ 45 h 165"/>
                <a:gd name="T28" fmla="*/ 205 w 283"/>
                <a:gd name="T29" fmla="*/ 54 h 165"/>
                <a:gd name="T30" fmla="*/ 190 w 283"/>
                <a:gd name="T31" fmla="*/ 66 h 165"/>
                <a:gd name="T32" fmla="*/ 181 w 283"/>
                <a:gd name="T33" fmla="*/ 73 h 165"/>
                <a:gd name="T34" fmla="*/ 171 w 283"/>
                <a:gd name="T35" fmla="*/ 63 h 165"/>
                <a:gd name="T36" fmla="*/ 167 w 283"/>
                <a:gd name="T37" fmla="*/ 59 h 165"/>
                <a:gd name="T38" fmla="*/ 156 w 283"/>
                <a:gd name="T39" fmla="*/ 48 h 165"/>
                <a:gd name="T40" fmla="*/ 154 w 283"/>
                <a:gd name="T41" fmla="*/ 46 h 165"/>
                <a:gd name="T42" fmla="*/ 141 w 283"/>
                <a:gd name="T43" fmla="*/ 45 h 165"/>
                <a:gd name="T44" fmla="*/ 131 w 283"/>
                <a:gd name="T45" fmla="*/ 53 h 165"/>
                <a:gd name="T46" fmla="*/ 119 w 283"/>
                <a:gd name="T47" fmla="*/ 62 h 165"/>
                <a:gd name="T48" fmla="*/ 112 w 283"/>
                <a:gd name="T49" fmla="*/ 67 h 165"/>
                <a:gd name="T50" fmla="*/ 108 w 283"/>
                <a:gd name="T51" fmla="*/ 70 h 165"/>
                <a:gd name="T52" fmla="*/ 71 w 283"/>
                <a:gd name="T53" fmla="*/ 98 h 165"/>
                <a:gd name="T54" fmla="*/ 70 w 283"/>
                <a:gd name="T55" fmla="*/ 98 h 165"/>
                <a:gd name="T56" fmla="*/ 59 w 283"/>
                <a:gd name="T57" fmla="*/ 107 h 165"/>
                <a:gd name="T58" fmla="*/ 11 w 283"/>
                <a:gd name="T59" fmla="*/ 142 h 165"/>
                <a:gd name="T60" fmla="*/ 6 w 283"/>
                <a:gd name="T61" fmla="*/ 147 h 165"/>
                <a:gd name="T62" fmla="*/ 4 w 283"/>
                <a:gd name="T63" fmla="*/ 160 h 165"/>
                <a:gd name="T64" fmla="*/ 13 w 283"/>
                <a:gd name="T65" fmla="*/ 164 h 165"/>
                <a:gd name="T66" fmla="*/ 17 w 283"/>
                <a:gd name="T67" fmla="*/ 162 h 165"/>
                <a:gd name="T68" fmla="*/ 59 w 283"/>
                <a:gd name="T69" fmla="*/ 131 h 165"/>
                <a:gd name="T70" fmla="*/ 70 w 283"/>
                <a:gd name="T71" fmla="*/ 123 h 165"/>
                <a:gd name="T72" fmla="*/ 71 w 283"/>
                <a:gd name="T73" fmla="*/ 122 h 165"/>
                <a:gd name="T74" fmla="*/ 108 w 283"/>
                <a:gd name="T75" fmla="*/ 94 h 165"/>
                <a:gd name="T76" fmla="*/ 112 w 283"/>
                <a:gd name="T77" fmla="*/ 91 h 165"/>
                <a:gd name="T78" fmla="*/ 119 w 283"/>
                <a:gd name="T79" fmla="*/ 86 h 165"/>
                <a:gd name="T80" fmla="*/ 131 w 283"/>
                <a:gd name="T81" fmla="*/ 77 h 165"/>
                <a:gd name="T82" fmla="*/ 146 w 283"/>
                <a:gd name="T83" fmla="*/ 65 h 165"/>
                <a:gd name="T84" fmla="*/ 156 w 283"/>
                <a:gd name="T85" fmla="*/ 76 h 165"/>
                <a:gd name="T86" fmla="*/ 167 w 283"/>
                <a:gd name="T87" fmla="*/ 87 h 165"/>
                <a:gd name="T88" fmla="*/ 171 w 283"/>
                <a:gd name="T89" fmla="*/ 91 h 165"/>
                <a:gd name="T90" fmla="*/ 173 w 283"/>
                <a:gd name="T91" fmla="*/ 93 h 165"/>
                <a:gd name="T92" fmla="*/ 186 w 283"/>
                <a:gd name="T93" fmla="*/ 94 h 165"/>
                <a:gd name="T94" fmla="*/ 190 w 283"/>
                <a:gd name="T95" fmla="*/ 90 h 165"/>
                <a:gd name="T96" fmla="*/ 205 w 283"/>
                <a:gd name="T97" fmla="*/ 79 h 165"/>
                <a:gd name="T98" fmla="*/ 216 w 283"/>
                <a:gd name="T99" fmla="*/ 70 h 165"/>
                <a:gd name="T100" fmla="*/ 231 w 283"/>
                <a:gd name="T101" fmla="*/ 58 h 165"/>
                <a:gd name="T102" fmla="*/ 263 w 283"/>
                <a:gd name="T103" fmla="*/ 31 h 165"/>
                <a:gd name="T104" fmla="*/ 264 w 283"/>
                <a:gd name="T105" fmla="*/ 31 h 165"/>
                <a:gd name="T106" fmla="*/ 264 w 283"/>
                <a:gd name="T107" fmla="*/ 53 h 165"/>
                <a:gd name="T108" fmla="*/ 274 w 283"/>
                <a:gd name="T109" fmla="*/ 62 h 165"/>
                <a:gd name="T110" fmla="*/ 283 w 283"/>
                <a:gd name="T111" fmla="*/ 53 h 165"/>
                <a:gd name="T112" fmla="*/ 283 w 283"/>
                <a:gd name="T113" fmla="*/ 1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83" h="165">
                  <a:moveTo>
                    <a:pt x="283" y="10"/>
                  </a:moveTo>
                  <a:cubicBezTo>
                    <a:pt x="283" y="7"/>
                    <a:pt x="282" y="5"/>
                    <a:pt x="280" y="3"/>
                  </a:cubicBezTo>
                  <a:cubicBezTo>
                    <a:pt x="278" y="1"/>
                    <a:pt x="276" y="0"/>
                    <a:pt x="273" y="0"/>
                  </a:cubicBezTo>
                  <a:cubicBezTo>
                    <a:pt x="263" y="0"/>
                    <a:pt x="263" y="0"/>
                    <a:pt x="263" y="0"/>
                  </a:cubicBezTo>
                  <a:cubicBezTo>
                    <a:pt x="229" y="0"/>
                    <a:pt x="229" y="0"/>
                    <a:pt x="229" y="0"/>
                  </a:cubicBezTo>
                  <a:cubicBezTo>
                    <a:pt x="227" y="0"/>
                    <a:pt x="226" y="1"/>
                    <a:pt x="225" y="1"/>
                  </a:cubicBezTo>
                  <a:cubicBezTo>
                    <a:pt x="225" y="1"/>
                    <a:pt x="225" y="1"/>
                    <a:pt x="225" y="1"/>
                  </a:cubicBezTo>
                  <a:cubicBezTo>
                    <a:pt x="221" y="3"/>
                    <a:pt x="219" y="6"/>
                    <a:pt x="219" y="10"/>
                  </a:cubicBezTo>
                  <a:cubicBezTo>
                    <a:pt x="219" y="14"/>
                    <a:pt x="222" y="18"/>
                    <a:pt x="225" y="19"/>
                  </a:cubicBezTo>
                  <a:cubicBezTo>
                    <a:pt x="226" y="20"/>
                    <a:pt x="227" y="20"/>
                    <a:pt x="229" y="20"/>
                  </a:cubicBezTo>
                  <a:cubicBezTo>
                    <a:pt x="240" y="20"/>
                    <a:pt x="240" y="20"/>
                    <a:pt x="240" y="20"/>
                  </a:cubicBezTo>
                  <a:cubicBezTo>
                    <a:pt x="246" y="20"/>
                    <a:pt x="246" y="20"/>
                    <a:pt x="246" y="20"/>
                  </a:cubicBezTo>
                  <a:cubicBezTo>
                    <a:pt x="235" y="28"/>
                    <a:pt x="235" y="28"/>
                    <a:pt x="235" y="28"/>
                  </a:cubicBezTo>
                  <a:cubicBezTo>
                    <a:pt x="216" y="45"/>
                    <a:pt x="216" y="45"/>
                    <a:pt x="216" y="45"/>
                  </a:cubicBezTo>
                  <a:cubicBezTo>
                    <a:pt x="205" y="54"/>
                    <a:pt x="205" y="54"/>
                    <a:pt x="205" y="54"/>
                  </a:cubicBezTo>
                  <a:cubicBezTo>
                    <a:pt x="190" y="66"/>
                    <a:pt x="190" y="66"/>
                    <a:pt x="190" y="66"/>
                  </a:cubicBezTo>
                  <a:cubicBezTo>
                    <a:pt x="181" y="73"/>
                    <a:pt x="181" y="73"/>
                    <a:pt x="181" y="73"/>
                  </a:cubicBezTo>
                  <a:cubicBezTo>
                    <a:pt x="171" y="63"/>
                    <a:pt x="171" y="63"/>
                    <a:pt x="171" y="63"/>
                  </a:cubicBezTo>
                  <a:cubicBezTo>
                    <a:pt x="167" y="59"/>
                    <a:pt x="167" y="59"/>
                    <a:pt x="167" y="59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1" y="42"/>
                    <a:pt x="145" y="42"/>
                    <a:pt x="141" y="45"/>
                  </a:cubicBezTo>
                  <a:cubicBezTo>
                    <a:pt x="131" y="53"/>
                    <a:pt x="131" y="53"/>
                    <a:pt x="131" y="53"/>
                  </a:cubicBezTo>
                  <a:cubicBezTo>
                    <a:pt x="119" y="62"/>
                    <a:pt x="119" y="62"/>
                    <a:pt x="119" y="62"/>
                  </a:cubicBezTo>
                  <a:cubicBezTo>
                    <a:pt x="112" y="67"/>
                    <a:pt x="112" y="67"/>
                    <a:pt x="112" y="67"/>
                  </a:cubicBezTo>
                  <a:cubicBezTo>
                    <a:pt x="108" y="70"/>
                    <a:pt x="108" y="70"/>
                    <a:pt x="108" y="70"/>
                  </a:cubicBezTo>
                  <a:cubicBezTo>
                    <a:pt x="71" y="98"/>
                    <a:pt x="71" y="98"/>
                    <a:pt x="71" y="98"/>
                  </a:cubicBezTo>
                  <a:cubicBezTo>
                    <a:pt x="70" y="98"/>
                    <a:pt x="70" y="98"/>
                    <a:pt x="70" y="98"/>
                  </a:cubicBezTo>
                  <a:cubicBezTo>
                    <a:pt x="59" y="107"/>
                    <a:pt x="59" y="107"/>
                    <a:pt x="59" y="107"/>
                  </a:cubicBezTo>
                  <a:cubicBezTo>
                    <a:pt x="11" y="142"/>
                    <a:pt x="11" y="142"/>
                    <a:pt x="11" y="142"/>
                  </a:cubicBezTo>
                  <a:cubicBezTo>
                    <a:pt x="6" y="147"/>
                    <a:pt x="6" y="147"/>
                    <a:pt x="6" y="147"/>
                  </a:cubicBezTo>
                  <a:cubicBezTo>
                    <a:pt x="1" y="150"/>
                    <a:pt x="0" y="156"/>
                    <a:pt x="4" y="160"/>
                  </a:cubicBezTo>
                  <a:cubicBezTo>
                    <a:pt x="6" y="163"/>
                    <a:pt x="10" y="165"/>
                    <a:pt x="13" y="164"/>
                  </a:cubicBezTo>
                  <a:cubicBezTo>
                    <a:pt x="15" y="164"/>
                    <a:pt x="16" y="163"/>
                    <a:pt x="17" y="162"/>
                  </a:cubicBezTo>
                  <a:cubicBezTo>
                    <a:pt x="59" y="131"/>
                    <a:pt x="59" y="131"/>
                    <a:pt x="59" y="131"/>
                  </a:cubicBezTo>
                  <a:cubicBezTo>
                    <a:pt x="70" y="123"/>
                    <a:pt x="70" y="123"/>
                    <a:pt x="70" y="123"/>
                  </a:cubicBezTo>
                  <a:cubicBezTo>
                    <a:pt x="71" y="122"/>
                    <a:pt x="71" y="122"/>
                    <a:pt x="71" y="122"/>
                  </a:cubicBezTo>
                  <a:cubicBezTo>
                    <a:pt x="108" y="94"/>
                    <a:pt x="108" y="94"/>
                    <a:pt x="108" y="94"/>
                  </a:cubicBezTo>
                  <a:cubicBezTo>
                    <a:pt x="112" y="91"/>
                    <a:pt x="112" y="91"/>
                    <a:pt x="112" y="91"/>
                  </a:cubicBezTo>
                  <a:cubicBezTo>
                    <a:pt x="119" y="86"/>
                    <a:pt x="119" y="86"/>
                    <a:pt x="119" y="86"/>
                  </a:cubicBezTo>
                  <a:cubicBezTo>
                    <a:pt x="131" y="77"/>
                    <a:pt x="131" y="77"/>
                    <a:pt x="131" y="77"/>
                  </a:cubicBezTo>
                  <a:cubicBezTo>
                    <a:pt x="146" y="65"/>
                    <a:pt x="146" y="65"/>
                    <a:pt x="146" y="65"/>
                  </a:cubicBezTo>
                  <a:cubicBezTo>
                    <a:pt x="156" y="76"/>
                    <a:pt x="156" y="76"/>
                    <a:pt x="156" y="76"/>
                  </a:cubicBezTo>
                  <a:cubicBezTo>
                    <a:pt x="167" y="87"/>
                    <a:pt x="167" y="87"/>
                    <a:pt x="167" y="87"/>
                  </a:cubicBezTo>
                  <a:cubicBezTo>
                    <a:pt x="171" y="91"/>
                    <a:pt x="171" y="91"/>
                    <a:pt x="171" y="91"/>
                  </a:cubicBezTo>
                  <a:cubicBezTo>
                    <a:pt x="173" y="93"/>
                    <a:pt x="173" y="93"/>
                    <a:pt x="173" y="93"/>
                  </a:cubicBezTo>
                  <a:cubicBezTo>
                    <a:pt x="177" y="96"/>
                    <a:pt x="182" y="97"/>
                    <a:pt x="186" y="9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205" y="79"/>
                    <a:pt x="205" y="79"/>
                    <a:pt x="205" y="79"/>
                  </a:cubicBezTo>
                  <a:cubicBezTo>
                    <a:pt x="216" y="70"/>
                    <a:pt x="216" y="70"/>
                    <a:pt x="216" y="70"/>
                  </a:cubicBezTo>
                  <a:cubicBezTo>
                    <a:pt x="231" y="58"/>
                    <a:pt x="231" y="58"/>
                    <a:pt x="231" y="58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4" y="31"/>
                    <a:pt x="264" y="31"/>
                    <a:pt x="264" y="31"/>
                  </a:cubicBezTo>
                  <a:cubicBezTo>
                    <a:pt x="264" y="53"/>
                    <a:pt x="264" y="53"/>
                    <a:pt x="264" y="53"/>
                  </a:cubicBezTo>
                  <a:cubicBezTo>
                    <a:pt x="264" y="58"/>
                    <a:pt x="268" y="62"/>
                    <a:pt x="274" y="62"/>
                  </a:cubicBezTo>
                  <a:cubicBezTo>
                    <a:pt x="279" y="62"/>
                    <a:pt x="283" y="58"/>
                    <a:pt x="283" y="53"/>
                  </a:cubicBezTo>
                  <a:lnTo>
                    <a:pt x="283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3013465" y="2668045"/>
            <a:ext cx="706438" cy="596900"/>
            <a:chOff x="8507413" y="4900613"/>
            <a:chExt cx="706438" cy="596900"/>
          </a:xfrm>
          <a:solidFill>
            <a:schemeClr val="bg1">
              <a:lumMod val="95000"/>
            </a:schemeClr>
          </a:solidFill>
        </p:grpSpPr>
        <p:sp>
          <p:nvSpPr>
            <p:cNvPr id="29" name="Oval 188"/>
            <p:cNvSpPr>
              <a:spLocks noChangeArrowheads="1"/>
            </p:cNvSpPr>
            <p:nvPr/>
          </p:nvSpPr>
          <p:spPr bwMode="auto">
            <a:xfrm>
              <a:off x="8759826" y="4967288"/>
              <a:ext cx="203200" cy="2032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0" name="Freeform 189"/>
            <p:cNvSpPr/>
            <p:nvPr/>
          </p:nvSpPr>
          <p:spPr bwMode="auto">
            <a:xfrm>
              <a:off x="8683626" y="5189538"/>
              <a:ext cx="357188" cy="307975"/>
            </a:xfrm>
            <a:custGeom>
              <a:avLst/>
              <a:gdLst>
                <a:gd name="T0" fmla="*/ 65 w 95"/>
                <a:gd name="T1" fmla="*/ 0 h 82"/>
                <a:gd name="T2" fmla="*/ 48 w 95"/>
                <a:gd name="T3" fmla="*/ 20 h 82"/>
                <a:gd name="T4" fmla="*/ 31 w 95"/>
                <a:gd name="T5" fmla="*/ 0 h 82"/>
                <a:gd name="T6" fmla="*/ 0 w 95"/>
                <a:gd name="T7" fmla="*/ 51 h 82"/>
                <a:gd name="T8" fmla="*/ 1 w 95"/>
                <a:gd name="T9" fmla="*/ 61 h 82"/>
                <a:gd name="T10" fmla="*/ 48 w 95"/>
                <a:gd name="T11" fmla="*/ 82 h 82"/>
                <a:gd name="T12" fmla="*/ 94 w 95"/>
                <a:gd name="T13" fmla="*/ 61 h 82"/>
                <a:gd name="T14" fmla="*/ 95 w 95"/>
                <a:gd name="T15" fmla="*/ 51 h 82"/>
                <a:gd name="T16" fmla="*/ 65 w 95"/>
                <a:gd name="T17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5" h="82">
                  <a:moveTo>
                    <a:pt x="65" y="0"/>
                  </a:moveTo>
                  <a:cubicBezTo>
                    <a:pt x="48" y="20"/>
                    <a:pt x="48" y="20"/>
                    <a:pt x="48" y="2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13" y="8"/>
                    <a:pt x="0" y="28"/>
                    <a:pt x="0" y="51"/>
                  </a:cubicBezTo>
                  <a:cubicBezTo>
                    <a:pt x="0" y="54"/>
                    <a:pt x="1" y="57"/>
                    <a:pt x="1" y="61"/>
                  </a:cubicBezTo>
                  <a:cubicBezTo>
                    <a:pt x="11" y="73"/>
                    <a:pt x="28" y="82"/>
                    <a:pt x="48" y="82"/>
                  </a:cubicBezTo>
                  <a:cubicBezTo>
                    <a:pt x="67" y="82"/>
                    <a:pt x="84" y="73"/>
                    <a:pt x="94" y="61"/>
                  </a:cubicBezTo>
                  <a:cubicBezTo>
                    <a:pt x="95" y="57"/>
                    <a:pt x="95" y="54"/>
                    <a:pt x="95" y="51"/>
                  </a:cubicBezTo>
                  <a:cubicBezTo>
                    <a:pt x="95" y="28"/>
                    <a:pt x="82" y="7"/>
                    <a:pt x="6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1" name="Freeform 190"/>
            <p:cNvSpPr/>
            <p:nvPr/>
          </p:nvSpPr>
          <p:spPr bwMode="auto">
            <a:xfrm>
              <a:off x="8958263" y="4900613"/>
              <a:ext cx="184150" cy="187325"/>
            </a:xfrm>
            <a:custGeom>
              <a:avLst/>
              <a:gdLst>
                <a:gd name="T0" fmla="*/ 24 w 49"/>
                <a:gd name="T1" fmla="*/ 0 h 50"/>
                <a:gd name="T2" fmla="*/ 0 w 49"/>
                <a:gd name="T3" fmla="*/ 18 h 50"/>
                <a:gd name="T4" fmla="*/ 11 w 49"/>
                <a:gd name="T5" fmla="*/ 45 h 50"/>
                <a:gd name="T6" fmla="*/ 11 w 49"/>
                <a:gd name="T7" fmla="*/ 46 h 50"/>
                <a:gd name="T8" fmla="*/ 24 w 49"/>
                <a:gd name="T9" fmla="*/ 50 h 50"/>
                <a:gd name="T10" fmla="*/ 49 w 49"/>
                <a:gd name="T11" fmla="*/ 25 h 50"/>
                <a:gd name="T12" fmla="*/ 24 w 49"/>
                <a:gd name="T13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50">
                  <a:moveTo>
                    <a:pt x="24" y="0"/>
                  </a:moveTo>
                  <a:cubicBezTo>
                    <a:pt x="12" y="0"/>
                    <a:pt x="2" y="8"/>
                    <a:pt x="0" y="18"/>
                  </a:cubicBezTo>
                  <a:cubicBezTo>
                    <a:pt x="6" y="25"/>
                    <a:pt x="11" y="34"/>
                    <a:pt x="11" y="45"/>
                  </a:cubicBezTo>
                  <a:cubicBezTo>
                    <a:pt x="11" y="45"/>
                    <a:pt x="11" y="46"/>
                    <a:pt x="11" y="46"/>
                  </a:cubicBezTo>
                  <a:cubicBezTo>
                    <a:pt x="14" y="49"/>
                    <a:pt x="19" y="50"/>
                    <a:pt x="24" y="50"/>
                  </a:cubicBezTo>
                  <a:cubicBezTo>
                    <a:pt x="37" y="50"/>
                    <a:pt x="49" y="39"/>
                    <a:pt x="49" y="25"/>
                  </a:cubicBezTo>
                  <a:cubicBezTo>
                    <a:pt x="49" y="11"/>
                    <a:pt x="37" y="0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2" name="Freeform 191"/>
            <p:cNvSpPr/>
            <p:nvPr/>
          </p:nvSpPr>
          <p:spPr bwMode="auto">
            <a:xfrm>
              <a:off x="8575676" y="4900613"/>
              <a:ext cx="187325" cy="187325"/>
            </a:xfrm>
            <a:custGeom>
              <a:avLst/>
              <a:gdLst>
                <a:gd name="T0" fmla="*/ 40 w 50"/>
                <a:gd name="T1" fmla="*/ 45 h 50"/>
                <a:gd name="T2" fmla="*/ 50 w 50"/>
                <a:gd name="T3" fmla="*/ 20 h 50"/>
                <a:gd name="T4" fmla="*/ 25 w 50"/>
                <a:gd name="T5" fmla="*/ 0 h 50"/>
                <a:gd name="T6" fmla="*/ 0 w 50"/>
                <a:gd name="T7" fmla="*/ 25 h 50"/>
                <a:gd name="T8" fmla="*/ 25 w 50"/>
                <a:gd name="T9" fmla="*/ 50 h 50"/>
                <a:gd name="T10" fmla="*/ 40 w 50"/>
                <a:gd name="T11" fmla="*/ 45 h 50"/>
                <a:gd name="T12" fmla="*/ 40 w 50"/>
                <a:gd name="T13" fmla="*/ 45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" h="50">
                  <a:moveTo>
                    <a:pt x="40" y="45"/>
                  </a:moveTo>
                  <a:cubicBezTo>
                    <a:pt x="40" y="35"/>
                    <a:pt x="44" y="26"/>
                    <a:pt x="50" y="20"/>
                  </a:cubicBezTo>
                  <a:cubicBezTo>
                    <a:pt x="48" y="8"/>
                    <a:pt x="37" y="0"/>
                    <a:pt x="25" y="0"/>
                  </a:cubicBezTo>
                  <a:cubicBezTo>
                    <a:pt x="12" y="0"/>
                    <a:pt x="0" y="11"/>
                    <a:pt x="0" y="25"/>
                  </a:cubicBezTo>
                  <a:cubicBezTo>
                    <a:pt x="0" y="39"/>
                    <a:pt x="12" y="50"/>
                    <a:pt x="25" y="50"/>
                  </a:cubicBezTo>
                  <a:cubicBezTo>
                    <a:pt x="31" y="50"/>
                    <a:pt x="36" y="48"/>
                    <a:pt x="40" y="45"/>
                  </a:cubicBezTo>
                  <a:cubicBezTo>
                    <a:pt x="40" y="45"/>
                    <a:pt x="40" y="45"/>
                    <a:pt x="40" y="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3" name="Freeform 192"/>
            <p:cNvSpPr/>
            <p:nvPr/>
          </p:nvSpPr>
          <p:spPr bwMode="auto">
            <a:xfrm>
              <a:off x="8958263" y="5103813"/>
              <a:ext cx="255588" cy="285750"/>
            </a:xfrm>
            <a:custGeom>
              <a:avLst/>
              <a:gdLst>
                <a:gd name="T0" fmla="*/ 40 w 68"/>
                <a:gd name="T1" fmla="*/ 0 h 76"/>
                <a:gd name="T2" fmla="*/ 24 w 68"/>
                <a:gd name="T3" fmla="*/ 19 h 76"/>
                <a:gd name="T4" fmla="*/ 9 w 68"/>
                <a:gd name="T5" fmla="*/ 2 h 76"/>
                <a:gd name="T6" fmla="*/ 0 w 68"/>
                <a:gd name="T7" fmla="*/ 16 h 76"/>
                <a:gd name="T8" fmla="*/ 32 w 68"/>
                <a:gd name="T9" fmla="*/ 74 h 76"/>
                <a:gd name="T10" fmla="*/ 31 w 68"/>
                <a:gd name="T11" fmla="*/ 76 h 76"/>
                <a:gd name="T12" fmla="*/ 67 w 68"/>
                <a:gd name="T13" fmla="*/ 57 h 76"/>
                <a:gd name="T14" fmla="*/ 68 w 68"/>
                <a:gd name="T15" fmla="*/ 48 h 76"/>
                <a:gd name="T16" fmla="*/ 40 w 68"/>
                <a:gd name="T17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8" h="76">
                  <a:moveTo>
                    <a:pt x="40" y="0"/>
                  </a:moveTo>
                  <a:cubicBezTo>
                    <a:pt x="24" y="19"/>
                    <a:pt x="24" y="19"/>
                    <a:pt x="24" y="19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7" y="7"/>
                    <a:pt x="4" y="12"/>
                    <a:pt x="0" y="16"/>
                  </a:cubicBezTo>
                  <a:cubicBezTo>
                    <a:pt x="19" y="27"/>
                    <a:pt x="32" y="49"/>
                    <a:pt x="32" y="74"/>
                  </a:cubicBezTo>
                  <a:cubicBezTo>
                    <a:pt x="32" y="75"/>
                    <a:pt x="31" y="75"/>
                    <a:pt x="31" y="76"/>
                  </a:cubicBezTo>
                  <a:cubicBezTo>
                    <a:pt x="46" y="74"/>
                    <a:pt x="59" y="67"/>
                    <a:pt x="67" y="57"/>
                  </a:cubicBezTo>
                  <a:cubicBezTo>
                    <a:pt x="68" y="54"/>
                    <a:pt x="68" y="51"/>
                    <a:pt x="68" y="48"/>
                  </a:cubicBezTo>
                  <a:cubicBezTo>
                    <a:pt x="68" y="26"/>
                    <a:pt x="56" y="8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4" name="Freeform 193"/>
            <p:cNvSpPr/>
            <p:nvPr/>
          </p:nvSpPr>
          <p:spPr bwMode="auto">
            <a:xfrm>
              <a:off x="8507413" y="5103813"/>
              <a:ext cx="258763" cy="285750"/>
            </a:xfrm>
            <a:custGeom>
              <a:avLst/>
              <a:gdLst>
                <a:gd name="T0" fmla="*/ 38 w 69"/>
                <a:gd name="T1" fmla="*/ 74 h 76"/>
                <a:gd name="T2" fmla="*/ 69 w 69"/>
                <a:gd name="T3" fmla="*/ 17 h 76"/>
                <a:gd name="T4" fmla="*/ 59 w 69"/>
                <a:gd name="T5" fmla="*/ 0 h 76"/>
                <a:gd name="T6" fmla="*/ 59 w 69"/>
                <a:gd name="T7" fmla="*/ 0 h 76"/>
                <a:gd name="T8" fmla="*/ 44 w 69"/>
                <a:gd name="T9" fmla="*/ 19 h 76"/>
                <a:gd name="T10" fmla="*/ 28 w 69"/>
                <a:gd name="T11" fmla="*/ 1 h 76"/>
                <a:gd name="T12" fmla="*/ 0 w 69"/>
                <a:gd name="T13" fmla="*/ 48 h 76"/>
                <a:gd name="T14" fmla="*/ 0 w 69"/>
                <a:gd name="T15" fmla="*/ 57 h 76"/>
                <a:gd name="T16" fmla="*/ 38 w 69"/>
                <a:gd name="T17" fmla="*/ 76 h 76"/>
                <a:gd name="T18" fmla="*/ 38 w 69"/>
                <a:gd name="T19" fmla="*/ 74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" h="76">
                  <a:moveTo>
                    <a:pt x="38" y="74"/>
                  </a:moveTo>
                  <a:cubicBezTo>
                    <a:pt x="38" y="49"/>
                    <a:pt x="50" y="28"/>
                    <a:pt x="69" y="17"/>
                  </a:cubicBezTo>
                  <a:cubicBezTo>
                    <a:pt x="65" y="12"/>
                    <a:pt x="61" y="7"/>
                    <a:pt x="59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12" y="8"/>
                    <a:pt x="0" y="26"/>
                    <a:pt x="0" y="48"/>
                  </a:cubicBezTo>
                  <a:cubicBezTo>
                    <a:pt x="0" y="51"/>
                    <a:pt x="0" y="54"/>
                    <a:pt x="0" y="57"/>
                  </a:cubicBezTo>
                  <a:cubicBezTo>
                    <a:pt x="9" y="67"/>
                    <a:pt x="22" y="75"/>
                    <a:pt x="38" y="76"/>
                  </a:cubicBezTo>
                  <a:cubicBezTo>
                    <a:pt x="38" y="75"/>
                    <a:pt x="38" y="75"/>
                    <a:pt x="38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</p:grpSp>
      <p:sp>
        <p:nvSpPr>
          <p:cNvPr id="42" name="TextBox 6"/>
          <p:cNvSpPr txBox="1">
            <a:spLocks noChangeArrowheads="1"/>
          </p:cNvSpPr>
          <p:nvPr/>
        </p:nvSpPr>
        <p:spPr bwMode="auto">
          <a:xfrm>
            <a:off x="3473783" y="233197"/>
            <a:ext cx="205105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0" lang="zh-CN" sz="18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+mn-ea"/>
              </a:rPr>
              <a:t>数据库设计</a:t>
            </a:r>
            <a:endParaRPr kumimoji="0" lang="zh-CN" sz="18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cs typeface="+mn-ea"/>
            </a:endParaRPr>
          </a:p>
        </p:txBody>
      </p:sp>
      <p:sp>
        <p:nvSpPr>
          <p:cNvPr id="43" name="TextBox 6"/>
          <p:cNvSpPr txBox="1">
            <a:spLocks noChangeArrowheads="1"/>
          </p:cNvSpPr>
          <p:nvPr/>
        </p:nvSpPr>
        <p:spPr bwMode="auto">
          <a:xfrm>
            <a:off x="3821045" y="752508"/>
            <a:ext cx="131597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sz="1100" i="0" u="none" strike="noStrike" cap="none" normalizeH="0" baseline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Arial Narrow" panose="020B0606020202030204" pitchFamily="34" charset="0"/>
              <a:cs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530" y="688975"/>
            <a:ext cx="4251325" cy="144272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530" y="2321560"/>
            <a:ext cx="4192905" cy="197231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4370" y="615315"/>
            <a:ext cx="4547235" cy="205295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4370" y="2806065"/>
            <a:ext cx="4547870" cy="2141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/>
        </p:nvCxnSpPr>
        <p:spPr>
          <a:xfrm flipH="1">
            <a:off x="1509485" y="2285158"/>
            <a:ext cx="3043153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 rot="10800000" flipH="1" flipV="1">
            <a:off x="1509485" y="1593805"/>
            <a:ext cx="5311" cy="691353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H="1" flipV="1">
            <a:off x="3070950" y="3776273"/>
            <a:ext cx="846406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 rot="10800000" flipH="1">
            <a:off x="3070950" y="3776273"/>
            <a:ext cx="1477" cy="628249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rot="16200000" flipV="1">
            <a:off x="5570200" y="2297400"/>
            <a:ext cx="594289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 rot="5400000">
            <a:off x="7069724" y="797875"/>
            <a:ext cx="1037" cy="2405797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/>
        </p:nvGrpSpPr>
        <p:grpSpPr>
          <a:xfrm>
            <a:off x="3690181" y="3298581"/>
            <a:ext cx="924440" cy="1072351"/>
            <a:chOff x="3733724" y="3153438"/>
            <a:chExt cx="924440" cy="1072351"/>
          </a:xfrm>
        </p:grpSpPr>
        <p:sp>
          <p:nvSpPr>
            <p:cNvPr id="9" name="六边形 8"/>
            <p:cNvSpPr/>
            <p:nvPr/>
          </p:nvSpPr>
          <p:spPr>
            <a:xfrm rot="5400000">
              <a:off x="3659768" y="3227394"/>
              <a:ext cx="1072351" cy="924440"/>
            </a:xfrm>
            <a:prstGeom prst="hexagon">
              <a:avLst/>
            </a:prstGeom>
            <a:solidFill>
              <a:srgbClr val="5771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4004992" y="3461460"/>
              <a:ext cx="482945" cy="456307"/>
              <a:chOff x="4039090" y="2031016"/>
              <a:chExt cx="846738" cy="800034"/>
            </a:xfrm>
          </p:grpSpPr>
          <p:sp>
            <p:nvSpPr>
              <p:cNvPr id="11" name="Freeform 18"/>
              <p:cNvSpPr>
                <a:spLocks noEditPoints="1"/>
              </p:cNvSpPr>
              <p:nvPr/>
            </p:nvSpPr>
            <p:spPr bwMode="auto">
              <a:xfrm>
                <a:off x="4039090" y="2031016"/>
                <a:ext cx="551959" cy="552502"/>
              </a:xfrm>
              <a:custGeom>
                <a:avLst/>
                <a:gdLst>
                  <a:gd name="T0" fmla="*/ 428 w 428"/>
                  <a:gd name="T1" fmla="*/ 231 h 428"/>
                  <a:gd name="T2" fmla="*/ 428 w 428"/>
                  <a:gd name="T3" fmla="*/ 197 h 428"/>
                  <a:gd name="T4" fmla="*/ 381 w 428"/>
                  <a:gd name="T5" fmla="*/ 180 h 428"/>
                  <a:gd name="T6" fmla="*/ 375 w 428"/>
                  <a:gd name="T7" fmla="*/ 160 h 428"/>
                  <a:gd name="T8" fmla="*/ 408 w 428"/>
                  <a:gd name="T9" fmla="*/ 121 h 428"/>
                  <a:gd name="T10" fmla="*/ 391 w 428"/>
                  <a:gd name="T11" fmla="*/ 92 h 428"/>
                  <a:gd name="T12" fmla="*/ 341 w 428"/>
                  <a:gd name="T13" fmla="*/ 102 h 428"/>
                  <a:gd name="T14" fmla="*/ 341 w 428"/>
                  <a:gd name="T15" fmla="*/ 102 h 428"/>
                  <a:gd name="T16" fmla="*/ 326 w 428"/>
                  <a:gd name="T17" fmla="*/ 87 h 428"/>
                  <a:gd name="T18" fmla="*/ 327 w 428"/>
                  <a:gd name="T19" fmla="*/ 87 h 428"/>
                  <a:gd name="T20" fmla="*/ 336 w 428"/>
                  <a:gd name="T21" fmla="*/ 37 h 428"/>
                  <a:gd name="T22" fmla="*/ 307 w 428"/>
                  <a:gd name="T23" fmla="*/ 20 h 428"/>
                  <a:gd name="T24" fmla="*/ 268 w 428"/>
                  <a:gd name="T25" fmla="*/ 53 h 428"/>
                  <a:gd name="T26" fmla="*/ 268 w 428"/>
                  <a:gd name="T27" fmla="*/ 54 h 428"/>
                  <a:gd name="T28" fmla="*/ 248 w 428"/>
                  <a:gd name="T29" fmla="*/ 48 h 428"/>
                  <a:gd name="T30" fmla="*/ 248 w 428"/>
                  <a:gd name="T31" fmla="*/ 48 h 428"/>
                  <a:gd name="T32" fmla="*/ 231 w 428"/>
                  <a:gd name="T33" fmla="*/ 0 h 428"/>
                  <a:gd name="T34" fmla="*/ 198 w 428"/>
                  <a:gd name="T35" fmla="*/ 0 h 428"/>
                  <a:gd name="T36" fmla="*/ 181 w 428"/>
                  <a:gd name="T37" fmla="*/ 48 h 428"/>
                  <a:gd name="T38" fmla="*/ 181 w 428"/>
                  <a:gd name="T39" fmla="*/ 48 h 428"/>
                  <a:gd name="T40" fmla="*/ 161 w 428"/>
                  <a:gd name="T41" fmla="*/ 54 h 428"/>
                  <a:gd name="T42" fmla="*/ 161 w 428"/>
                  <a:gd name="T43" fmla="*/ 53 h 428"/>
                  <a:gd name="T44" fmla="*/ 122 w 428"/>
                  <a:gd name="T45" fmla="*/ 20 h 428"/>
                  <a:gd name="T46" fmla="*/ 93 w 428"/>
                  <a:gd name="T47" fmla="*/ 37 h 428"/>
                  <a:gd name="T48" fmla="*/ 102 w 428"/>
                  <a:gd name="T49" fmla="*/ 87 h 428"/>
                  <a:gd name="T50" fmla="*/ 102 w 428"/>
                  <a:gd name="T51" fmla="*/ 87 h 428"/>
                  <a:gd name="T52" fmla="*/ 88 w 428"/>
                  <a:gd name="T53" fmla="*/ 102 h 428"/>
                  <a:gd name="T54" fmla="*/ 88 w 428"/>
                  <a:gd name="T55" fmla="*/ 102 h 428"/>
                  <a:gd name="T56" fmla="*/ 37 w 428"/>
                  <a:gd name="T57" fmla="*/ 92 h 428"/>
                  <a:gd name="T58" fmla="*/ 21 w 428"/>
                  <a:gd name="T59" fmla="*/ 121 h 428"/>
                  <a:gd name="T60" fmla="*/ 54 w 428"/>
                  <a:gd name="T61" fmla="*/ 160 h 428"/>
                  <a:gd name="T62" fmla="*/ 48 w 428"/>
                  <a:gd name="T63" fmla="*/ 180 h 428"/>
                  <a:gd name="T64" fmla="*/ 0 w 428"/>
                  <a:gd name="T65" fmla="*/ 197 h 428"/>
                  <a:gd name="T66" fmla="*/ 0 w 428"/>
                  <a:gd name="T67" fmla="*/ 231 h 428"/>
                  <a:gd name="T68" fmla="*/ 48 w 428"/>
                  <a:gd name="T69" fmla="*/ 247 h 428"/>
                  <a:gd name="T70" fmla="*/ 53 w 428"/>
                  <a:gd name="T71" fmla="*/ 268 h 428"/>
                  <a:gd name="T72" fmla="*/ 21 w 428"/>
                  <a:gd name="T73" fmla="*/ 306 h 428"/>
                  <a:gd name="T74" fmla="*/ 37 w 428"/>
                  <a:gd name="T75" fmla="*/ 336 h 428"/>
                  <a:gd name="T76" fmla="*/ 87 w 428"/>
                  <a:gd name="T77" fmla="*/ 326 h 428"/>
                  <a:gd name="T78" fmla="*/ 102 w 428"/>
                  <a:gd name="T79" fmla="*/ 342 h 428"/>
                  <a:gd name="T80" fmla="*/ 93 w 428"/>
                  <a:gd name="T81" fmla="*/ 391 h 428"/>
                  <a:gd name="T82" fmla="*/ 122 w 428"/>
                  <a:gd name="T83" fmla="*/ 408 h 428"/>
                  <a:gd name="T84" fmla="*/ 160 w 428"/>
                  <a:gd name="T85" fmla="*/ 375 h 428"/>
                  <a:gd name="T86" fmla="*/ 181 w 428"/>
                  <a:gd name="T87" fmla="*/ 381 h 428"/>
                  <a:gd name="T88" fmla="*/ 198 w 428"/>
                  <a:gd name="T89" fmla="*/ 428 h 428"/>
                  <a:gd name="T90" fmla="*/ 231 w 428"/>
                  <a:gd name="T91" fmla="*/ 428 h 428"/>
                  <a:gd name="T92" fmla="*/ 248 w 428"/>
                  <a:gd name="T93" fmla="*/ 381 h 428"/>
                  <a:gd name="T94" fmla="*/ 269 w 428"/>
                  <a:gd name="T95" fmla="*/ 375 h 428"/>
                  <a:gd name="T96" fmla="*/ 307 w 428"/>
                  <a:gd name="T97" fmla="*/ 408 h 428"/>
                  <a:gd name="T98" fmla="*/ 336 w 428"/>
                  <a:gd name="T99" fmla="*/ 391 h 428"/>
                  <a:gd name="T100" fmla="*/ 327 w 428"/>
                  <a:gd name="T101" fmla="*/ 342 h 428"/>
                  <a:gd name="T102" fmla="*/ 342 w 428"/>
                  <a:gd name="T103" fmla="*/ 326 h 428"/>
                  <a:gd name="T104" fmla="*/ 391 w 428"/>
                  <a:gd name="T105" fmla="*/ 336 h 428"/>
                  <a:gd name="T106" fmla="*/ 408 w 428"/>
                  <a:gd name="T107" fmla="*/ 306 h 428"/>
                  <a:gd name="T108" fmla="*/ 375 w 428"/>
                  <a:gd name="T109" fmla="*/ 268 h 428"/>
                  <a:gd name="T110" fmla="*/ 381 w 428"/>
                  <a:gd name="T111" fmla="*/ 247 h 428"/>
                  <a:gd name="T112" fmla="*/ 428 w 428"/>
                  <a:gd name="T113" fmla="*/ 231 h 428"/>
                  <a:gd name="T114" fmla="*/ 214 w 428"/>
                  <a:gd name="T115" fmla="*/ 300 h 428"/>
                  <a:gd name="T116" fmla="*/ 129 w 428"/>
                  <a:gd name="T117" fmla="*/ 214 h 428"/>
                  <a:gd name="T118" fmla="*/ 214 w 428"/>
                  <a:gd name="T119" fmla="*/ 129 h 428"/>
                  <a:gd name="T120" fmla="*/ 300 w 428"/>
                  <a:gd name="T121" fmla="*/ 214 h 428"/>
                  <a:gd name="T122" fmla="*/ 214 w 428"/>
                  <a:gd name="T123" fmla="*/ 300 h 4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428" h="428">
                    <a:moveTo>
                      <a:pt x="428" y="231"/>
                    </a:moveTo>
                    <a:cubicBezTo>
                      <a:pt x="428" y="197"/>
                      <a:pt x="428" y="197"/>
                      <a:pt x="428" y="197"/>
                    </a:cubicBezTo>
                    <a:cubicBezTo>
                      <a:pt x="381" y="180"/>
                      <a:pt x="381" y="180"/>
                      <a:pt x="381" y="180"/>
                    </a:cubicBezTo>
                    <a:cubicBezTo>
                      <a:pt x="379" y="173"/>
                      <a:pt x="377" y="167"/>
                      <a:pt x="375" y="160"/>
                    </a:cubicBezTo>
                    <a:cubicBezTo>
                      <a:pt x="408" y="121"/>
                      <a:pt x="408" y="121"/>
                      <a:pt x="408" y="121"/>
                    </a:cubicBezTo>
                    <a:cubicBezTo>
                      <a:pt x="391" y="92"/>
                      <a:pt x="391" y="92"/>
                      <a:pt x="391" y="92"/>
                    </a:cubicBezTo>
                    <a:cubicBezTo>
                      <a:pt x="341" y="102"/>
                      <a:pt x="341" y="102"/>
                      <a:pt x="341" y="102"/>
                    </a:cubicBezTo>
                    <a:cubicBezTo>
                      <a:pt x="341" y="102"/>
                      <a:pt x="341" y="102"/>
                      <a:pt x="341" y="102"/>
                    </a:cubicBezTo>
                    <a:cubicBezTo>
                      <a:pt x="337" y="97"/>
                      <a:pt x="332" y="92"/>
                      <a:pt x="326" y="87"/>
                    </a:cubicBezTo>
                    <a:cubicBezTo>
                      <a:pt x="327" y="87"/>
                      <a:pt x="327" y="87"/>
                      <a:pt x="327" y="87"/>
                    </a:cubicBezTo>
                    <a:cubicBezTo>
                      <a:pt x="336" y="37"/>
                      <a:pt x="336" y="37"/>
                      <a:pt x="336" y="37"/>
                    </a:cubicBezTo>
                    <a:cubicBezTo>
                      <a:pt x="307" y="20"/>
                      <a:pt x="307" y="20"/>
                      <a:pt x="307" y="20"/>
                    </a:cubicBezTo>
                    <a:cubicBezTo>
                      <a:pt x="268" y="53"/>
                      <a:pt x="268" y="53"/>
                      <a:pt x="268" y="53"/>
                    </a:cubicBezTo>
                    <a:cubicBezTo>
                      <a:pt x="268" y="54"/>
                      <a:pt x="268" y="54"/>
                      <a:pt x="268" y="54"/>
                    </a:cubicBezTo>
                    <a:cubicBezTo>
                      <a:pt x="262" y="51"/>
                      <a:pt x="255" y="49"/>
                      <a:pt x="248" y="48"/>
                    </a:cubicBezTo>
                    <a:cubicBezTo>
                      <a:pt x="248" y="48"/>
                      <a:pt x="248" y="48"/>
                      <a:pt x="248" y="48"/>
                    </a:cubicBezTo>
                    <a:cubicBezTo>
                      <a:pt x="231" y="0"/>
                      <a:pt x="231" y="0"/>
                      <a:pt x="231" y="0"/>
                    </a:cubicBezTo>
                    <a:cubicBezTo>
                      <a:pt x="198" y="0"/>
                      <a:pt x="198" y="0"/>
                      <a:pt x="198" y="0"/>
                    </a:cubicBezTo>
                    <a:cubicBezTo>
                      <a:pt x="181" y="48"/>
                      <a:pt x="181" y="48"/>
                      <a:pt x="181" y="48"/>
                    </a:cubicBezTo>
                    <a:cubicBezTo>
                      <a:pt x="181" y="48"/>
                      <a:pt x="181" y="48"/>
                      <a:pt x="181" y="48"/>
                    </a:cubicBezTo>
                    <a:cubicBezTo>
                      <a:pt x="174" y="49"/>
                      <a:pt x="167" y="51"/>
                      <a:pt x="161" y="54"/>
                    </a:cubicBezTo>
                    <a:cubicBezTo>
                      <a:pt x="161" y="53"/>
                      <a:pt x="161" y="53"/>
                      <a:pt x="161" y="53"/>
                    </a:cubicBezTo>
                    <a:cubicBezTo>
                      <a:pt x="122" y="20"/>
                      <a:pt x="122" y="20"/>
                      <a:pt x="122" y="20"/>
                    </a:cubicBezTo>
                    <a:cubicBezTo>
                      <a:pt x="93" y="37"/>
                      <a:pt x="93" y="37"/>
                      <a:pt x="93" y="37"/>
                    </a:cubicBezTo>
                    <a:cubicBezTo>
                      <a:pt x="102" y="87"/>
                      <a:pt x="102" y="87"/>
                      <a:pt x="102" y="87"/>
                    </a:cubicBezTo>
                    <a:cubicBezTo>
                      <a:pt x="102" y="87"/>
                      <a:pt x="102" y="87"/>
                      <a:pt x="102" y="87"/>
                    </a:cubicBezTo>
                    <a:cubicBezTo>
                      <a:pt x="97" y="92"/>
                      <a:pt x="92" y="97"/>
                      <a:pt x="88" y="102"/>
                    </a:cubicBezTo>
                    <a:cubicBezTo>
                      <a:pt x="88" y="102"/>
                      <a:pt x="88" y="102"/>
                      <a:pt x="88" y="102"/>
                    </a:cubicBezTo>
                    <a:cubicBezTo>
                      <a:pt x="37" y="92"/>
                      <a:pt x="37" y="92"/>
                      <a:pt x="37" y="92"/>
                    </a:cubicBezTo>
                    <a:cubicBezTo>
                      <a:pt x="21" y="121"/>
                      <a:pt x="21" y="121"/>
                      <a:pt x="21" y="121"/>
                    </a:cubicBezTo>
                    <a:cubicBezTo>
                      <a:pt x="54" y="160"/>
                      <a:pt x="54" y="160"/>
                      <a:pt x="54" y="160"/>
                    </a:cubicBezTo>
                    <a:cubicBezTo>
                      <a:pt x="52" y="167"/>
                      <a:pt x="50" y="173"/>
                      <a:pt x="48" y="180"/>
                    </a:cubicBezTo>
                    <a:cubicBezTo>
                      <a:pt x="0" y="197"/>
                      <a:pt x="0" y="197"/>
                      <a:pt x="0" y="197"/>
                    </a:cubicBezTo>
                    <a:cubicBezTo>
                      <a:pt x="0" y="231"/>
                      <a:pt x="0" y="231"/>
                      <a:pt x="0" y="231"/>
                    </a:cubicBezTo>
                    <a:cubicBezTo>
                      <a:pt x="48" y="247"/>
                      <a:pt x="48" y="247"/>
                      <a:pt x="48" y="247"/>
                    </a:cubicBezTo>
                    <a:cubicBezTo>
                      <a:pt x="49" y="254"/>
                      <a:pt x="51" y="261"/>
                      <a:pt x="53" y="268"/>
                    </a:cubicBezTo>
                    <a:cubicBezTo>
                      <a:pt x="21" y="306"/>
                      <a:pt x="21" y="306"/>
                      <a:pt x="21" y="306"/>
                    </a:cubicBezTo>
                    <a:cubicBezTo>
                      <a:pt x="37" y="336"/>
                      <a:pt x="37" y="336"/>
                      <a:pt x="37" y="336"/>
                    </a:cubicBezTo>
                    <a:cubicBezTo>
                      <a:pt x="87" y="326"/>
                      <a:pt x="87" y="326"/>
                      <a:pt x="87" y="326"/>
                    </a:cubicBezTo>
                    <a:cubicBezTo>
                      <a:pt x="92" y="332"/>
                      <a:pt x="97" y="337"/>
                      <a:pt x="102" y="342"/>
                    </a:cubicBezTo>
                    <a:cubicBezTo>
                      <a:pt x="93" y="391"/>
                      <a:pt x="93" y="391"/>
                      <a:pt x="93" y="391"/>
                    </a:cubicBezTo>
                    <a:cubicBezTo>
                      <a:pt x="122" y="408"/>
                      <a:pt x="122" y="408"/>
                      <a:pt x="122" y="408"/>
                    </a:cubicBezTo>
                    <a:cubicBezTo>
                      <a:pt x="160" y="375"/>
                      <a:pt x="160" y="375"/>
                      <a:pt x="160" y="375"/>
                    </a:cubicBezTo>
                    <a:cubicBezTo>
                      <a:pt x="167" y="377"/>
                      <a:pt x="174" y="379"/>
                      <a:pt x="181" y="381"/>
                    </a:cubicBezTo>
                    <a:cubicBezTo>
                      <a:pt x="198" y="428"/>
                      <a:pt x="198" y="428"/>
                      <a:pt x="198" y="428"/>
                    </a:cubicBezTo>
                    <a:cubicBezTo>
                      <a:pt x="231" y="428"/>
                      <a:pt x="231" y="428"/>
                      <a:pt x="231" y="428"/>
                    </a:cubicBezTo>
                    <a:cubicBezTo>
                      <a:pt x="248" y="381"/>
                      <a:pt x="248" y="381"/>
                      <a:pt x="248" y="381"/>
                    </a:cubicBezTo>
                    <a:cubicBezTo>
                      <a:pt x="255" y="379"/>
                      <a:pt x="262" y="377"/>
                      <a:pt x="269" y="375"/>
                    </a:cubicBezTo>
                    <a:cubicBezTo>
                      <a:pt x="307" y="408"/>
                      <a:pt x="307" y="408"/>
                      <a:pt x="307" y="408"/>
                    </a:cubicBezTo>
                    <a:cubicBezTo>
                      <a:pt x="336" y="391"/>
                      <a:pt x="336" y="391"/>
                      <a:pt x="336" y="391"/>
                    </a:cubicBezTo>
                    <a:cubicBezTo>
                      <a:pt x="327" y="342"/>
                      <a:pt x="327" y="342"/>
                      <a:pt x="327" y="342"/>
                    </a:cubicBezTo>
                    <a:cubicBezTo>
                      <a:pt x="332" y="337"/>
                      <a:pt x="337" y="332"/>
                      <a:pt x="342" y="326"/>
                    </a:cubicBezTo>
                    <a:cubicBezTo>
                      <a:pt x="391" y="336"/>
                      <a:pt x="391" y="336"/>
                      <a:pt x="391" y="336"/>
                    </a:cubicBezTo>
                    <a:cubicBezTo>
                      <a:pt x="408" y="306"/>
                      <a:pt x="408" y="306"/>
                      <a:pt x="408" y="306"/>
                    </a:cubicBezTo>
                    <a:cubicBezTo>
                      <a:pt x="375" y="268"/>
                      <a:pt x="375" y="268"/>
                      <a:pt x="375" y="268"/>
                    </a:cubicBezTo>
                    <a:cubicBezTo>
                      <a:pt x="378" y="261"/>
                      <a:pt x="379" y="254"/>
                      <a:pt x="381" y="247"/>
                    </a:cubicBezTo>
                    <a:lnTo>
                      <a:pt x="428" y="231"/>
                    </a:lnTo>
                    <a:close/>
                    <a:moveTo>
                      <a:pt x="214" y="300"/>
                    </a:moveTo>
                    <a:cubicBezTo>
                      <a:pt x="167" y="300"/>
                      <a:pt x="129" y="261"/>
                      <a:pt x="129" y="214"/>
                    </a:cubicBezTo>
                    <a:cubicBezTo>
                      <a:pt x="129" y="167"/>
                      <a:pt x="167" y="129"/>
                      <a:pt x="214" y="129"/>
                    </a:cubicBezTo>
                    <a:cubicBezTo>
                      <a:pt x="261" y="129"/>
                      <a:pt x="300" y="167"/>
                      <a:pt x="300" y="214"/>
                    </a:cubicBezTo>
                    <a:cubicBezTo>
                      <a:pt x="300" y="261"/>
                      <a:pt x="261" y="300"/>
                      <a:pt x="214" y="30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25400" dist="25400" dir="2700000" algn="tl" rotWithShape="0">
                  <a:schemeClr val="tx1">
                    <a:lumMod val="65000"/>
                    <a:lumOff val="35000"/>
                    <a:alpha val="52000"/>
                  </a:schemeClr>
                </a:outerShdw>
              </a:effec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" name="Freeform 18"/>
              <p:cNvSpPr>
                <a:spLocks noEditPoints="1"/>
              </p:cNvSpPr>
              <p:nvPr/>
            </p:nvSpPr>
            <p:spPr bwMode="auto">
              <a:xfrm>
                <a:off x="4523708" y="2392412"/>
                <a:ext cx="362120" cy="362476"/>
              </a:xfrm>
              <a:custGeom>
                <a:avLst/>
                <a:gdLst>
                  <a:gd name="T0" fmla="*/ 428 w 428"/>
                  <a:gd name="T1" fmla="*/ 231 h 428"/>
                  <a:gd name="T2" fmla="*/ 428 w 428"/>
                  <a:gd name="T3" fmla="*/ 197 h 428"/>
                  <a:gd name="T4" fmla="*/ 381 w 428"/>
                  <a:gd name="T5" fmla="*/ 180 h 428"/>
                  <a:gd name="T6" fmla="*/ 375 w 428"/>
                  <a:gd name="T7" fmla="*/ 160 h 428"/>
                  <a:gd name="T8" fmla="*/ 408 w 428"/>
                  <a:gd name="T9" fmla="*/ 121 h 428"/>
                  <a:gd name="T10" fmla="*/ 391 w 428"/>
                  <a:gd name="T11" fmla="*/ 92 h 428"/>
                  <a:gd name="T12" fmla="*/ 341 w 428"/>
                  <a:gd name="T13" fmla="*/ 102 h 428"/>
                  <a:gd name="T14" fmla="*/ 341 w 428"/>
                  <a:gd name="T15" fmla="*/ 102 h 428"/>
                  <a:gd name="T16" fmla="*/ 326 w 428"/>
                  <a:gd name="T17" fmla="*/ 87 h 428"/>
                  <a:gd name="T18" fmla="*/ 327 w 428"/>
                  <a:gd name="T19" fmla="*/ 87 h 428"/>
                  <a:gd name="T20" fmla="*/ 336 w 428"/>
                  <a:gd name="T21" fmla="*/ 37 h 428"/>
                  <a:gd name="T22" fmla="*/ 307 w 428"/>
                  <a:gd name="T23" fmla="*/ 20 h 428"/>
                  <a:gd name="T24" fmla="*/ 268 w 428"/>
                  <a:gd name="T25" fmla="*/ 53 h 428"/>
                  <a:gd name="T26" fmla="*/ 268 w 428"/>
                  <a:gd name="T27" fmla="*/ 54 h 428"/>
                  <a:gd name="T28" fmla="*/ 248 w 428"/>
                  <a:gd name="T29" fmla="*/ 48 h 428"/>
                  <a:gd name="T30" fmla="*/ 248 w 428"/>
                  <a:gd name="T31" fmla="*/ 48 h 428"/>
                  <a:gd name="T32" fmla="*/ 231 w 428"/>
                  <a:gd name="T33" fmla="*/ 0 h 428"/>
                  <a:gd name="T34" fmla="*/ 198 w 428"/>
                  <a:gd name="T35" fmla="*/ 0 h 428"/>
                  <a:gd name="T36" fmla="*/ 181 w 428"/>
                  <a:gd name="T37" fmla="*/ 48 h 428"/>
                  <a:gd name="T38" fmla="*/ 181 w 428"/>
                  <a:gd name="T39" fmla="*/ 48 h 428"/>
                  <a:gd name="T40" fmla="*/ 161 w 428"/>
                  <a:gd name="T41" fmla="*/ 54 h 428"/>
                  <a:gd name="T42" fmla="*/ 161 w 428"/>
                  <a:gd name="T43" fmla="*/ 53 h 428"/>
                  <a:gd name="T44" fmla="*/ 122 w 428"/>
                  <a:gd name="T45" fmla="*/ 20 h 428"/>
                  <a:gd name="T46" fmla="*/ 93 w 428"/>
                  <a:gd name="T47" fmla="*/ 37 h 428"/>
                  <a:gd name="T48" fmla="*/ 102 w 428"/>
                  <a:gd name="T49" fmla="*/ 87 h 428"/>
                  <a:gd name="T50" fmla="*/ 102 w 428"/>
                  <a:gd name="T51" fmla="*/ 87 h 428"/>
                  <a:gd name="T52" fmla="*/ 88 w 428"/>
                  <a:gd name="T53" fmla="*/ 102 h 428"/>
                  <a:gd name="T54" fmla="*/ 88 w 428"/>
                  <a:gd name="T55" fmla="*/ 102 h 428"/>
                  <a:gd name="T56" fmla="*/ 37 w 428"/>
                  <a:gd name="T57" fmla="*/ 92 h 428"/>
                  <a:gd name="T58" fmla="*/ 21 w 428"/>
                  <a:gd name="T59" fmla="*/ 121 h 428"/>
                  <a:gd name="T60" fmla="*/ 54 w 428"/>
                  <a:gd name="T61" fmla="*/ 160 h 428"/>
                  <a:gd name="T62" fmla="*/ 48 w 428"/>
                  <a:gd name="T63" fmla="*/ 180 h 428"/>
                  <a:gd name="T64" fmla="*/ 0 w 428"/>
                  <a:gd name="T65" fmla="*/ 197 h 428"/>
                  <a:gd name="T66" fmla="*/ 0 w 428"/>
                  <a:gd name="T67" fmla="*/ 231 h 428"/>
                  <a:gd name="T68" fmla="*/ 48 w 428"/>
                  <a:gd name="T69" fmla="*/ 247 h 428"/>
                  <a:gd name="T70" fmla="*/ 53 w 428"/>
                  <a:gd name="T71" fmla="*/ 268 h 428"/>
                  <a:gd name="T72" fmla="*/ 21 w 428"/>
                  <a:gd name="T73" fmla="*/ 306 h 428"/>
                  <a:gd name="T74" fmla="*/ 37 w 428"/>
                  <a:gd name="T75" fmla="*/ 336 h 428"/>
                  <a:gd name="T76" fmla="*/ 87 w 428"/>
                  <a:gd name="T77" fmla="*/ 326 h 428"/>
                  <a:gd name="T78" fmla="*/ 102 w 428"/>
                  <a:gd name="T79" fmla="*/ 342 h 428"/>
                  <a:gd name="T80" fmla="*/ 93 w 428"/>
                  <a:gd name="T81" fmla="*/ 391 h 428"/>
                  <a:gd name="T82" fmla="*/ 122 w 428"/>
                  <a:gd name="T83" fmla="*/ 408 h 428"/>
                  <a:gd name="T84" fmla="*/ 160 w 428"/>
                  <a:gd name="T85" fmla="*/ 375 h 428"/>
                  <a:gd name="T86" fmla="*/ 181 w 428"/>
                  <a:gd name="T87" fmla="*/ 381 h 428"/>
                  <a:gd name="T88" fmla="*/ 198 w 428"/>
                  <a:gd name="T89" fmla="*/ 428 h 428"/>
                  <a:gd name="T90" fmla="*/ 231 w 428"/>
                  <a:gd name="T91" fmla="*/ 428 h 428"/>
                  <a:gd name="T92" fmla="*/ 248 w 428"/>
                  <a:gd name="T93" fmla="*/ 381 h 428"/>
                  <a:gd name="T94" fmla="*/ 269 w 428"/>
                  <a:gd name="T95" fmla="*/ 375 h 428"/>
                  <a:gd name="T96" fmla="*/ 307 w 428"/>
                  <a:gd name="T97" fmla="*/ 408 h 428"/>
                  <a:gd name="T98" fmla="*/ 336 w 428"/>
                  <a:gd name="T99" fmla="*/ 391 h 428"/>
                  <a:gd name="T100" fmla="*/ 327 w 428"/>
                  <a:gd name="T101" fmla="*/ 342 h 428"/>
                  <a:gd name="T102" fmla="*/ 342 w 428"/>
                  <a:gd name="T103" fmla="*/ 326 h 428"/>
                  <a:gd name="T104" fmla="*/ 391 w 428"/>
                  <a:gd name="T105" fmla="*/ 336 h 428"/>
                  <a:gd name="T106" fmla="*/ 408 w 428"/>
                  <a:gd name="T107" fmla="*/ 306 h 428"/>
                  <a:gd name="T108" fmla="*/ 375 w 428"/>
                  <a:gd name="T109" fmla="*/ 268 h 428"/>
                  <a:gd name="T110" fmla="*/ 381 w 428"/>
                  <a:gd name="T111" fmla="*/ 247 h 428"/>
                  <a:gd name="T112" fmla="*/ 428 w 428"/>
                  <a:gd name="T113" fmla="*/ 231 h 428"/>
                  <a:gd name="T114" fmla="*/ 214 w 428"/>
                  <a:gd name="T115" fmla="*/ 300 h 428"/>
                  <a:gd name="T116" fmla="*/ 129 w 428"/>
                  <a:gd name="T117" fmla="*/ 214 h 428"/>
                  <a:gd name="T118" fmla="*/ 214 w 428"/>
                  <a:gd name="T119" fmla="*/ 129 h 428"/>
                  <a:gd name="T120" fmla="*/ 300 w 428"/>
                  <a:gd name="T121" fmla="*/ 214 h 428"/>
                  <a:gd name="T122" fmla="*/ 214 w 428"/>
                  <a:gd name="T123" fmla="*/ 300 h 4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428" h="428">
                    <a:moveTo>
                      <a:pt x="428" y="231"/>
                    </a:moveTo>
                    <a:cubicBezTo>
                      <a:pt x="428" y="197"/>
                      <a:pt x="428" y="197"/>
                      <a:pt x="428" y="197"/>
                    </a:cubicBezTo>
                    <a:cubicBezTo>
                      <a:pt x="381" y="180"/>
                      <a:pt x="381" y="180"/>
                      <a:pt x="381" y="180"/>
                    </a:cubicBezTo>
                    <a:cubicBezTo>
                      <a:pt x="379" y="173"/>
                      <a:pt x="377" y="167"/>
                      <a:pt x="375" y="160"/>
                    </a:cubicBezTo>
                    <a:cubicBezTo>
                      <a:pt x="408" y="121"/>
                      <a:pt x="408" y="121"/>
                      <a:pt x="408" y="121"/>
                    </a:cubicBezTo>
                    <a:cubicBezTo>
                      <a:pt x="391" y="92"/>
                      <a:pt x="391" y="92"/>
                      <a:pt x="391" y="92"/>
                    </a:cubicBezTo>
                    <a:cubicBezTo>
                      <a:pt x="341" y="102"/>
                      <a:pt x="341" y="102"/>
                      <a:pt x="341" y="102"/>
                    </a:cubicBezTo>
                    <a:cubicBezTo>
                      <a:pt x="341" y="102"/>
                      <a:pt x="341" y="102"/>
                      <a:pt x="341" y="102"/>
                    </a:cubicBezTo>
                    <a:cubicBezTo>
                      <a:pt x="337" y="97"/>
                      <a:pt x="332" y="92"/>
                      <a:pt x="326" y="87"/>
                    </a:cubicBezTo>
                    <a:cubicBezTo>
                      <a:pt x="327" y="87"/>
                      <a:pt x="327" y="87"/>
                      <a:pt x="327" y="87"/>
                    </a:cubicBezTo>
                    <a:cubicBezTo>
                      <a:pt x="336" y="37"/>
                      <a:pt x="336" y="37"/>
                      <a:pt x="336" y="37"/>
                    </a:cubicBezTo>
                    <a:cubicBezTo>
                      <a:pt x="307" y="20"/>
                      <a:pt x="307" y="20"/>
                      <a:pt x="307" y="20"/>
                    </a:cubicBezTo>
                    <a:cubicBezTo>
                      <a:pt x="268" y="53"/>
                      <a:pt x="268" y="53"/>
                      <a:pt x="268" y="53"/>
                    </a:cubicBezTo>
                    <a:cubicBezTo>
                      <a:pt x="268" y="54"/>
                      <a:pt x="268" y="54"/>
                      <a:pt x="268" y="54"/>
                    </a:cubicBezTo>
                    <a:cubicBezTo>
                      <a:pt x="262" y="51"/>
                      <a:pt x="255" y="49"/>
                      <a:pt x="248" y="48"/>
                    </a:cubicBezTo>
                    <a:cubicBezTo>
                      <a:pt x="248" y="48"/>
                      <a:pt x="248" y="48"/>
                      <a:pt x="248" y="48"/>
                    </a:cubicBezTo>
                    <a:cubicBezTo>
                      <a:pt x="231" y="0"/>
                      <a:pt x="231" y="0"/>
                      <a:pt x="231" y="0"/>
                    </a:cubicBezTo>
                    <a:cubicBezTo>
                      <a:pt x="198" y="0"/>
                      <a:pt x="198" y="0"/>
                      <a:pt x="198" y="0"/>
                    </a:cubicBezTo>
                    <a:cubicBezTo>
                      <a:pt x="181" y="48"/>
                      <a:pt x="181" y="48"/>
                      <a:pt x="181" y="48"/>
                    </a:cubicBezTo>
                    <a:cubicBezTo>
                      <a:pt x="181" y="48"/>
                      <a:pt x="181" y="48"/>
                      <a:pt x="181" y="48"/>
                    </a:cubicBezTo>
                    <a:cubicBezTo>
                      <a:pt x="174" y="49"/>
                      <a:pt x="167" y="51"/>
                      <a:pt x="161" y="54"/>
                    </a:cubicBezTo>
                    <a:cubicBezTo>
                      <a:pt x="161" y="53"/>
                      <a:pt x="161" y="53"/>
                      <a:pt x="161" y="53"/>
                    </a:cubicBezTo>
                    <a:cubicBezTo>
                      <a:pt x="122" y="20"/>
                      <a:pt x="122" y="20"/>
                      <a:pt x="122" y="20"/>
                    </a:cubicBezTo>
                    <a:cubicBezTo>
                      <a:pt x="93" y="37"/>
                      <a:pt x="93" y="37"/>
                      <a:pt x="93" y="37"/>
                    </a:cubicBezTo>
                    <a:cubicBezTo>
                      <a:pt x="102" y="87"/>
                      <a:pt x="102" y="87"/>
                      <a:pt x="102" y="87"/>
                    </a:cubicBezTo>
                    <a:cubicBezTo>
                      <a:pt x="102" y="87"/>
                      <a:pt x="102" y="87"/>
                      <a:pt x="102" y="87"/>
                    </a:cubicBezTo>
                    <a:cubicBezTo>
                      <a:pt x="97" y="92"/>
                      <a:pt x="92" y="97"/>
                      <a:pt x="88" y="102"/>
                    </a:cubicBezTo>
                    <a:cubicBezTo>
                      <a:pt x="88" y="102"/>
                      <a:pt x="88" y="102"/>
                      <a:pt x="88" y="102"/>
                    </a:cubicBezTo>
                    <a:cubicBezTo>
                      <a:pt x="37" y="92"/>
                      <a:pt x="37" y="92"/>
                      <a:pt x="37" y="92"/>
                    </a:cubicBezTo>
                    <a:cubicBezTo>
                      <a:pt x="21" y="121"/>
                      <a:pt x="21" y="121"/>
                      <a:pt x="21" y="121"/>
                    </a:cubicBezTo>
                    <a:cubicBezTo>
                      <a:pt x="54" y="160"/>
                      <a:pt x="54" y="160"/>
                      <a:pt x="54" y="160"/>
                    </a:cubicBezTo>
                    <a:cubicBezTo>
                      <a:pt x="52" y="167"/>
                      <a:pt x="50" y="173"/>
                      <a:pt x="48" y="180"/>
                    </a:cubicBezTo>
                    <a:cubicBezTo>
                      <a:pt x="0" y="197"/>
                      <a:pt x="0" y="197"/>
                      <a:pt x="0" y="197"/>
                    </a:cubicBezTo>
                    <a:cubicBezTo>
                      <a:pt x="0" y="231"/>
                      <a:pt x="0" y="231"/>
                      <a:pt x="0" y="231"/>
                    </a:cubicBezTo>
                    <a:cubicBezTo>
                      <a:pt x="48" y="247"/>
                      <a:pt x="48" y="247"/>
                      <a:pt x="48" y="247"/>
                    </a:cubicBezTo>
                    <a:cubicBezTo>
                      <a:pt x="49" y="254"/>
                      <a:pt x="51" y="261"/>
                      <a:pt x="53" y="268"/>
                    </a:cubicBezTo>
                    <a:cubicBezTo>
                      <a:pt x="21" y="306"/>
                      <a:pt x="21" y="306"/>
                      <a:pt x="21" y="306"/>
                    </a:cubicBezTo>
                    <a:cubicBezTo>
                      <a:pt x="37" y="336"/>
                      <a:pt x="37" y="336"/>
                      <a:pt x="37" y="336"/>
                    </a:cubicBezTo>
                    <a:cubicBezTo>
                      <a:pt x="87" y="326"/>
                      <a:pt x="87" y="326"/>
                      <a:pt x="87" y="326"/>
                    </a:cubicBezTo>
                    <a:cubicBezTo>
                      <a:pt x="92" y="332"/>
                      <a:pt x="97" y="337"/>
                      <a:pt x="102" y="342"/>
                    </a:cubicBezTo>
                    <a:cubicBezTo>
                      <a:pt x="93" y="391"/>
                      <a:pt x="93" y="391"/>
                      <a:pt x="93" y="391"/>
                    </a:cubicBezTo>
                    <a:cubicBezTo>
                      <a:pt x="122" y="408"/>
                      <a:pt x="122" y="408"/>
                      <a:pt x="122" y="408"/>
                    </a:cubicBezTo>
                    <a:cubicBezTo>
                      <a:pt x="160" y="375"/>
                      <a:pt x="160" y="375"/>
                      <a:pt x="160" y="375"/>
                    </a:cubicBezTo>
                    <a:cubicBezTo>
                      <a:pt x="167" y="377"/>
                      <a:pt x="174" y="379"/>
                      <a:pt x="181" y="381"/>
                    </a:cubicBezTo>
                    <a:cubicBezTo>
                      <a:pt x="198" y="428"/>
                      <a:pt x="198" y="428"/>
                      <a:pt x="198" y="428"/>
                    </a:cubicBezTo>
                    <a:cubicBezTo>
                      <a:pt x="231" y="428"/>
                      <a:pt x="231" y="428"/>
                      <a:pt x="231" y="428"/>
                    </a:cubicBezTo>
                    <a:cubicBezTo>
                      <a:pt x="248" y="381"/>
                      <a:pt x="248" y="381"/>
                      <a:pt x="248" y="381"/>
                    </a:cubicBezTo>
                    <a:cubicBezTo>
                      <a:pt x="255" y="379"/>
                      <a:pt x="262" y="377"/>
                      <a:pt x="269" y="375"/>
                    </a:cubicBezTo>
                    <a:cubicBezTo>
                      <a:pt x="307" y="408"/>
                      <a:pt x="307" y="408"/>
                      <a:pt x="307" y="408"/>
                    </a:cubicBezTo>
                    <a:cubicBezTo>
                      <a:pt x="336" y="391"/>
                      <a:pt x="336" y="391"/>
                      <a:pt x="336" y="391"/>
                    </a:cubicBezTo>
                    <a:cubicBezTo>
                      <a:pt x="327" y="342"/>
                      <a:pt x="327" y="342"/>
                      <a:pt x="327" y="342"/>
                    </a:cubicBezTo>
                    <a:cubicBezTo>
                      <a:pt x="332" y="337"/>
                      <a:pt x="337" y="332"/>
                      <a:pt x="342" y="326"/>
                    </a:cubicBezTo>
                    <a:cubicBezTo>
                      <a:pt x="391" y="336"/>
                      <a:pt x="391" y="336"/>
                      <a:pt x="391" y="336"/>
                    </a:cubicBezTo>
                    <a:cubicBezTo>
                      <a:pt x="408" y="306"/>
                      <a:pt x="408" y="306"/>
                      <a:pt x="408" y="306"/>
                    </a:cubicBezTo>
                    <a:cubicBezTo>
                      <a:pt x="375" y="268"/>
                      <a:pt x="375" y="268"/>
                      <a:pt x="375" y="268"/>
                    </a:cubicBezTo>
                    <a:cubicBezTo>
                      <a:pt x="378" y="261"/>
                      <a:pt x="379" y="254"/>
                      <a:pt x="381" y="247"/>
                    </a:cubicBezTo>
                    <a:lnTo>
                      <a:pt x="428" y="231"/>
                    </a:lnTo>
                    <a:close/>
                    <a:moveTo>
                      <a:pt x="214" y="300"/>
                    </a:moveTo>
                    <a:cubicBezTo>
                      <a:pt x="167" y="300"/>
                      <a:pt x="129" y="261"/>
                      <a:pt x="129" y="214"/>
                    </a:cubicBezTo>
                    <a:cubicBezTo>
                      <a:pt x="129" y="167"/>
                      <a:pt x="167" y="129"/>
                      <a:pt x="214" y="129"/>
                    </a:cubicBezTo>
                    <a:cubicBezTo>
                      <a:pt x="261" y="129"/>
                      <a:pt x="300" y="167"/>
                      <a:pt x="300" y="214"/>
                    </a:cubicBezTo>
                    <a:cubicBezTo>
                      <a:pt x="300" y="261"/>
                      <a:pt x="261" y="300"/>
                      <a:pt x="214" y="30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25400" dist="25400" dir="2700000" algn="tl" rotWithShape="0">
                  <a:schemeClr val="tx1">
                    <a:lumMod val="65000"/>
                    <a:lumOff val="35000"/>
                    <a:alpha val="52000"/>
                  </a:schemeClr>
                </a:outerShdw>
              </a:effec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3" name="Freeform 18"/>
              <p:cNvSpPr>
                <a:spLocks noEditPoints="1"/>
              </p:cNvSpPr>
              <p:nvPr/>
            </p:nvSpPr>
            <p:spPr bwMode="auto">
              <a:xfrm>
                <a:off x="4285981" y="2593090"/>
                <a:ext cx="237727" cy="237960"/>
              </a:xfrm>
              <a:custGeom>
                <a:avLst/>
                <a:gdLst>
                  <a:gd name="T0" fmla="*/ 428 w 428"/>
                  <a:gd name="T1" fmla="*/ 231 h 428"/>
                  <a:gd name="T2" fmla="*/ 428 w 428"/>
                  <a:gd name="T3" fmla="*/ 197 h 428"/>
                  <a:gd name="T4" fmla="*/ 381 w 428"/>
                  <a:gd name="T5" fmla="*/ 180 h 428"/>
                  <a:gd name="T6" fmla="*/ 375 w 428"/>
                  <a:gd name="T7" fmla="*/ 160 h 428"/>
                  <a:gd name="T8" fmla="*/ 408 w 428"/>
                  <a:gd name="T9" fmla="*/ 121 h 428"/>
                  <a:gd name="T10" fmla="*/ 391 w 428"/>
                  <a:gd name="T11" fmla="*/ 92 h 428"/>
                  <a:gd name="T12" fmla="*/ 341 w 428"/>
                  <a:gd name="T13" fmla="*/ 102 h 428"/>
                  <a:gd name="T14" fmla="*/ 341 w 428"/>
                  <a:gd name="T15" fmla="*/ 102 h 428"/>
                  <a:gd name="T16" fmla="*/ 326 w 428"/>
                  <a:gd name="T17" fmla="*/ 87 h 428"/>
                  <a:gd name="T18" fmla="*/ 327 w 428"/>
                  <a:gd name="T19" fmla="*/ 87 h 428"/>
                  <a:gd name="T20" fmla="*/ 336 w 428"/>
                  <a:gd name="T21" fmla="*/ 37 h 428"/>
                  <a:gd name="T22" fmla="*/ 307 w 428"/>
                  <a:gd name="T23" fmla="*/ 20 h 428"/>
                  <a:gd name="T24" fmla="*/ 268 w 428"/>
                  <a:gd name="T25" fmla="*/ 53 h 428"/>
                  <a:gd name="T26" fmla="*/ 268 w 428"/>
                  <a:gd name="T27" fmla="*/ 54 h 428"/>
                  <a:gd name="T28" fmla="*/ 248 w 428"/>
                  <a:gd name="T29" fmla="*/ 48 h 428"/>
                  <a:gd name="T30" fmla="*/ 248 w 428"/>
                  <a:gd name="T31" fmla="*/ 48 h 428"/>
                  <a:gd name="T32" fmla="*/ 231 w 428"/>
                  <a:gd name="T33" fmla="*/ 0 h 428"/>
                  <a:gd name="T34" fmla="*/ 198 w 428"/>
                  <a:gd name="T35" fmla="*/ 0 h 428"/>
                  <a:gd name="T36" fmla="*/ 181 w 428"/>
                  <a:gd name="T37" fmla="*/ 48 h 428"/>
                  <a:gd name="T38" fmla="*/ 181 w 428"/>
                  <a:gd name="T39" fmla="*/ 48 h 428"/>
                  <a:gd name="T40" fmla="*/ 161 w 428"/>
                  <a:gd name="T41" fmla="*/ 54 h 428"/>
                  <a:gd name="T42" fmla="*/ 161 w 428"/>
                  <a:gd name="T43" fmla="*/ 53 h 428"/>
                  <a:gd name="T44" fmla="*/ 122 w 428"/>
                  <a:gd name="T45" fmla="*/ 20 h 428"/>
                  <a:gd name="T46" fmla="*/ 93 w 428"/>
                  <a:gd name="T47" fmla="*/ 37 h 428"/>
                  <a:gd name="T48" fmla="*/ 102 w 428"/>
                  <a:gd name="T49" fmla="*/ 87 h 428"/>
                  <a:gd name="T50" fmla="*/ 102 w 428"/>
                  <a:gd name="T51" fmla="*/ 87 h 428"/>
                  <a:gd name="T52" fmla="*/ 88 w 428"/>
                  <a:gd name="T53" fmla="*/ 102 h 428"/>
                  <a:gd name="T54" fmla="*/ 88 w 428"/>
                  <a:gd name="T55" fmla="*/ 102 h 428"/>
                  <a:gd name="T56" fmla="*/ 37 w 428"/>
                  <a:gd name="T57" fmla="*/ 92 h 428"/>
                  <a:gd name="T58" fmla="*/ 21 w 428"/>
                  <a:gd name="T59" fmla="*/ 121 h 428"/>
                  <a:gd name="T60" fmla="*/ 54 w 428"/>
                  <a:gd name="T61" fmla="*/ 160 h 428"/>
                  <a:gd name="T62" fmla="*/ 48 w 428"/>
                  <a:gd name="T63" fmla="*/ 180 h 428"/>
                  <a:gd name="T64" fmla="*/ 0 w 428"/>
                  <a:gd name="T65" fmla="*/ 197 h 428"/>
                  <a:gd name="T66" fmla="*/ 0 w 428"/>
                  <a:gd name="T67" fmla="*/ 231 h 428"/>
                  <a:gd name="T68" fmla="*/ 48 w 428"/>
                  <a:gd name="T69" fmla="*/ 247 h 428"/>
                  <a:gd name="T70" fmla="*/ 53 w 428"/>
                  <a:gd name="T71" fmla="*/ 268 h 428"/>
                  <a:gd name="T72" fmla="*/ 21 w 428"/>
                  <a:gd name="T73" fmla="*/ 306 h 428"/>
                  <a:gd name="T74" fmla="*/ 37 w 428"/>
                  <a:gd name="T75" fmla="*/ 336 h 428"/>
                  <a:gd name="T76" fmla="*/ 87 w 428"/>
                  <a:gd name="T77" fmla="*/ 326 h 428"/>
                  <a:gd name="T78" fmla="*/ 102 w 428"/>
                  <a:gd name="T79" fmla="*/ 342 h 428"/>
                  <a:gd name="T80" fmla="*/ 93 w 428"/>
                  <a:gd name="T81" fmla="*/ 391 h 428"/>
                  <a:gd name="T82" fmla="*/ 122 w 428"/>
                  <a:gd name="T83" fmla="*/ 408 h 428"/>
                  <a:gd name="T84" fmla="*/ 160 w 428"/>
                  <a:gd name="T85" fmla="*/ 375 h 428"/>
                  <a:gd name="T86" fmla="*/ 181 w 428"/>
                  <a:gd name="T87" fmla="*/ 381 h 428"/>
                  <a:gd name="T88" fmla="*/ 198 w 428"/>
                  <a:gd name="T89" fmla="*/ 428 h 428"/>
                  <a:gd name="T90" fmla="*/ 231 w 428"/>
                  <a:gd name="T91" fmla="*/ 428 h 428"/>
                  <a:gd name="T92" fmla="*/ 248 w 428"/>
                  <a:gd name="T93" fmla="*/ 381 h 428"/>
                  <a:gd name="T94" fmla="*/ 269 w 428"/>
                  <a:gd name="T95" fmla="*/ 375 h 428"/>
                  <a:gd name="T96" fmla="*/ 307 w 428"/>
                  <a:gd name="T97" fmla="*/ 408 h 428"/>
                  <a:gd name="T98" fmla="*/ 336 w 428"/>
                  <a:gd name="T99" fmla="*/ 391 h 428"/>
                  <a:gd name="T100" fmla="*/ 327 w 428"/>
                  <a:gd name="T101" fmla="*/ 342 h 428"/>
                  <a:gd name="T102" fmla="*/ 342 w 428"/>
                  <a:gd name="T103" fmla="*/ 326 h 428"/>
                  <a:gd name="T104" fmla="*/ 391 w 428"/>
                  <a:gd name="T105" fmla="*/ 336 h 428"/>
                  <a:gd name="T106" fmla="*/ 408 w 428"/>
                  <a:gd name="T107" fmla="*/ 306 h 428"/>
                  <a:gd name="T108" fmla="*/ 375 w 428"/>
                  <a:gd name="T109" fmla="*/ 268 h 428"/>
                  <a:gd name="T110" fmla="*/ 381 w 428"/>
                  <a:gd name="T111" fmla="*/ 247 h 428"/>
                  <a:gd name="T112" fmla="*/ 428 w 428"/>
                  <a:gd name="T113" fmla="*/ 231 h 428"/>
                  <a:gd name="T114" fmla="*/ 214 w 428"/>
                  <a:gd name="T115" fmla="*/ 300 h 428"/>
                  <a:gd name="T116" fmla="*/ 129 w 428"/>
                  <a:gd name="T117" fmla="*/ 214 h 428"/>
                  <a:gd name="T118" fmla="*/ 214 w 428"/>
                  <a:gd name="T119" fmla="*/ 129 h 428"/>
                  <a:gd name="T120" fmla="*/ 300 w 428"/>
                  <a:gd name="T121" fmla="*/ 214 h 428"/>
                  <a:gd name="T122" fmla="*/ 214 w 428"/>
                  <a:gd name="T123" fmla="*/ 300 h 4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428" h="428">
                    <a:moveTo>
                      <a:pt x="428" y="231"/>
                    </a:moveTo>
                    <a:cubicBezTo>
                      <a:pt x="428" y="197"/>
                      <a:pt x="428" y="197"/>
                      <a:pt x="428" y="197"/>
                    </a:cubicBezTo>
                    <a:cubicBezTo>
                      <a:pt x="381" y="180"/>
                      <a:pt x="381" y="180"/>
                      <a:pt x="381" y="180"/>
                    </a:cubicBezTo>
                    <a:cubicBezTo>
                      <a:pt x="379" y="173"/>
                      <a:pt x="377" y="167"/>
                      <a:pt x="375" y="160"/>
                    </a:cubicBezTo>
                    <a:cubicBezTo>
                      <a:pt x="408" y="121"/>
                      <a:pt x="408" y="121"/>
                      <a:pt x="408" y="121"/>
                    </a:cubicBezTo>
                    <a:cubicBezTo>
                      <a:pt x="391" y="92"/>
                      <a:pt x="391" y="92"/>
                      <a:pt x="391" y="92"/>
                    </a:cubicBezTo>
                    <a:cubicBezTo>
                      <a:pt x="341" y="102"/>
                      <a:pt x="341" y="102"/>
                      <a:pt x="341" y="102"/>
                    </a:cubicBezTo>
                    <a:cubicBezTo>
                      <a:pt x="341" y="102"/>
                      <a:pt x="341" y="102"/>
                      <a:pt x="341" y="102"/>
                    </a:cubicBezTo>
                    <a:cubicBezTo>
                      <a:pt x="337" y="97"/>
                      <a:pt x="332" y="92"/>
                      <a:pt x="326" y="87"/>
                    </a:cubicBezTo>
                    <a:cubicBezTo>
                      <a:pt x="327" y="87"/>
                      <a:pt x="327" y="87"/>
                      <a:pt x="327" y="87"/>
                    </a:cubicBezTo>
                    <a:cubicBezTo>
                      <a:pt x="336" y="37"/>
                      <a:pt x="336" y="37"/>
                      <a:pt x="336" y="37"/>
                    </a:cubicBezTo>
                    <a:cubicBezTo>
                      <a:pt x="307" y="20"/>
                      <a:pt x="307" y="20"/>
                      <a:pt x="307" y="20"/>
                    </a:cubicBezTo>
                    <a:cubicBezTo>
                      <a:pt x="268" y="53"/>
                      <a:pt x="268" y="53"/>
                      <a:pt x="268" y="53"/>
                    </a:cubicBezTo>
                    <a:cubicBezTo>
                      <a:pt x="268" y="54"/>
                      <a:pt x="268" y="54"/>
                      <a:pt x="268" y="54"/>
                    </a:cubicBezTo>
                    <a:cubicBezTo>
                      <a:pt x="262" y="51"/>
                      <a:pt x="255" y="49"/>
                      <a:pt x="248" y="48"/>
                    </a:cubicBezTo>
                    <a:cubicBezTo>
                      <a:pt x="248" y="48"/>
                      <a:pt x="248" y="48"/>
                      <a:pt x="248" y="48"/>
                    </a:cubicBezTo>
                    <a:cubicBezTo>
                      <a:pt x="231" y="0"/>
                      <a:pt x="231" y="0"/>
                      <a:pt x="231" y="0"/>
                    </a:cubicBezTo>
                    <a:cubicBezTo>
                      <a:pt x="198" y="0"/>
                      <a:pt x="198" y="0"/>
                      <a:pt x="198" y="0"/>
                    </a:cubicBezTo>
                    <a:cubicBezTo>
                      <a:pt x="181" y="48"/>
                      <a:pt x="181" y="48"/>
                      <a:pt x="181" y="48"/>
                    </a:cubicBezTo>
                    <a:cubicBezTo>
                      <a:pt x="181" y="48"/>
                      <a:pt x="181" y="48"/>
                      <a:pt x="181" y="48"/>
                    </a:cubicBezTo>
                    <a:cubicBezTo>
                      <a:pt x="174" y="49"/>
                      <a:pt x="167" y="51"/>
                      <a:pt x="161" y="54"/>
                    </a:cubicBezTo>
                    <a:cubicBezTo>
                      <a:pt x="161" y="53"/>
                      <a:pt x="161" y="53"/>
                      <a:pt x="161" y="53"/>
                    </a:cubicBezTo>
                    <a:cubicBezTo>
                      <a:pt x="122" y="20"/>
                      <a:pt x="122" y="20"/>
                      <a:pt x="122" y="20"/>
                    </a:cubicBezTo>
                    <a:cubicBezTo>
                      <a:pt x="93" y="37"/>
                      <a:pt x="93" y="37"/>
                      <a:pt x="93" y="37"/>
                    </a:cubicBezTo>
                    <a:cubicBezTo>
                      <a:pt x="102" y="87"/>
                      <a:pt x="102" y="87"/>
                      <a:pt x="102" y="87"/>
                    </a:cubicBezTo>
                    <a:cubicBezTo>
                      <a:pt x="102" y="87"/>
                      <a:pt x="102" y="87"/>
                      <a:pt x="102" y="87"/>
                    </a:cubicBezTo>
                    <a:cubicBezTo>
                      <a:pt x="97" y="92"/>
                      <a:pt x="92" y="97"/>
                      <a:pt x="88" y="102"/>
                    </a:cubicBezTo>
                    <a:cubicBezTo>
                      <a:pt x="88" y="102"/>
                      <a:pt x="88" y="102"/>
                      <a:pt x="88" y="102"/>
                    </a:cubicBezTo>
                    <a:cubicBezTo>
                      <a:pt x="37" y="92"/>
                      <a:pt x="37" y="92"/>
                      <a:pt x="37" y="92"/>
                    </a:cubicBezTo>
                    <a:cubicBezTo>
                      <a:pt x="21" y="121"/>
                      <a:pt x="21" y="121"/>
                      <a:pt x="21" y="121"/>
                    </a:cubicBezTo>
                    <a:cubicBezTo>
                      <a:pt x="54" y="160"/>
                      <a:pt x="54" y="160"/>
                      <a:pt x="54" y="160"/>
                    </a:cubicBezTo>
                    <a:cubicBezTo>
                      <a:pt x="52" y="167"/>
                      <a:pt x="50" y="173"/>
                      <a:pt x="48" y="180"/>
                    </a:cubicBezTo>
                    <a:cubicBezTo>
                      <a:pt x="0" y="197"/>
                      <a:pt x="0" y="197"/>
                      <a:pt x="0" y="197"/>
                    </a:cubicBezTo>
                    <a:cubicBezTo>
                      <a:pt x="0" y="231"/>
                      <a:pt x="0" y="231"/>
                      <a:pt x="0" y="231"/>
                    </a:cubicBezTo>
                    <a:cubicBezTo>
                      <a:pt x="48" y="247"/>
                      <a:pt x="48" y="247"/>
                      <a:pt x="48" y="247"/>
                    </a:cubicBezTo>
                    <a:cubicBezTo>
                      <a:pt x="49" y="254"/>
                      <a:pt x="51" y="261"/>
                      <a:pt x="53" y="268"/>
                    </a:cubicBezTo>
                    <a:cubicBezTo>
                      <a:pt x="21" y="306"/>
                      <a:pt x="21" y="306"/>
                      <a:pt x="21" y="306"/>
                    </a:cubicBezTo>
                    <a:cubicBezTo>
                      <a:pt x="37" y="336"/>
                      <a:pt x="37" y="336"/>
                      <a:pt x="37" y="336"/>
                    </a:cubicBezTo>
                    <a:cubicBezTo>
                      <a:pt x="87" y="326"/>
                      <a:pt x="87" y="326"/>
                      <a:pt x="87" y="326"/>
                    </a:cubicBezTo>
                    <a:cubicBezTo>
                      <a:pt x="92" y="332"/>
                      <a:pt x="97" y="337"/>
                      <a:pt x="102" y="342"/>
                    </a:cubicBezTo>
                    <a:cubicBezTo>
                      <a:pt x="93" y="391"/>
                      <a:pt x="93" y="391"/>
                      <a:pt x="93" y="391"/>
                    </a:cubicBezTo>
                    <a:cubicBezTo>
                      <a:pt x="122" y="408"/>
                      <a:pt x="122" y="408"/>
                      <a:pt x="122" y="408"/>
                    </a:cubicBezTo>
                    <a:cubicBezTo>
                      <a:pt x="160" y="375"/>
                      <a:pt x="160" y="375"/>
                      <a:pt x="160" y="375"/>
                    </a:cubicBezTo>
                    <a:cubicBezTo>
                      <a:pt x="167" y="377"/>
                      <a:pt x="174" y="379"/>
                      <a:pt x="181" y="381"/>
                    </a:cubicBezTo>
                    <a:cubicBezTo>
                      <a:pt x="198" y="428"/>
                      <a:pt x="198" y="428"/>
                      <a:pt x="198" y="428"/>
                    </a:cubicBezTo>
                    <a:cubicBezTo>
                      <a:pt x="231" y="428"/>
                      <a:pt x="231" y="428"/>
                      <a:pt x="231" y="428"/>
                    </a:cubicBezTo>
                    <a:cubicBezTo>
                      <a:pt x="248" y="381"/>
                      <a:pt x="248" y="381"/>
                      <a:pt x="248" y="381"/>
                    </a:cubicBezTo>
                    <a:cubicBezTo>
                      <a:pt x="255" y="379"/>
                      <a:pt x="262" y="377"/>
                      <a:pt x="269" y="375"/>
                    </a:cubicBezTo>
                    <a:cubicBezTo>
                      <a:pt x="307" y="408"/>
                      <a:pt x="307" y="408"/>
                      <a:pt x="307" y="408"/>
                    </a:cubicBezTo>
                    <a:cubicBezTo>
                      <a:pt x="336" y="391"/>
                      <a:pt x="336" y="391"/>
                      <a:pt x="336" y="391"/>
                    </a:cubicBezTo>
                    <a:cubicBezTo>
                      <a:pt x="327" y="342"/>
                      <a:pt x="327" y="342"/>
                      <a:pt x="327" y="342"/>
                    </a:cubicBezTo>
                    <a:cubicBezTo>
                      <a:pt x="332" y="337"/>
                      <a:pt x="337" y="332"/>
                      <a:pt x="342" y="326"/>
                    </a:cubicBezTo>
                    <a:cubicBezTo>
                      <a:pt x="391" y="336"/>
                      <a:pt x="391" y="336"/>
                      <a:pt x="391" y="336"/>
                    </a:cubicBezTo>
                    <a:cubicBezTo>
                      <a:pt x="408" y="306"/>
                      <a:pt x="408" y="306"/>
                      <a:pt x="408" y="306"/>
                    </a:cubicBezTo>
                    <a:cubicBezTo>
                      <a:pt x="375" y="268"/>
                      <a:pt x="375" y="268"/>
                      <a:pt x="375" y="268"/>
                    </a:cubicBezTo>
                    <a:cubicBezTo>
                      <a:pt x="378" y="261"/>
                      <a:pt x="379" y="254"/>
                      <a:pt x="381" y="247"/>
                    </a:cubicBezTo>
                    <a:lnTo>
                      <a:pt x="428" y="231"/>
                    </a:lnTo>
                    <a:close/>
                    <a:moveTo>
                      <a:pt x="214" y="300"/>
                    </a:moveTo>
                    <a:cubicBezTo>
                      <a:pt x="167" y="300"/>
                      <a:pt x="129" y="261"/>
                      <a:pt x="129" y="214"/>
                    </a:cubicBezTo>
                    <a:cubicBezTo>
                      <a:pt x="129" y="167"/>
                      <a:pt x="167" y="129"/>
                      <a:pt x="214" y="129"/>
                    </a:cubicBezTo>
                    <a:cubicBezTo>
                      <a:pt x="261" y="129"/>
                      <a:pt x="300" y="167"/>
                      <a:pt x="300" y="214"/>
                    </a:cubicBezTo>
                    <a:cubicBezTo>
                      <a:pt x="300" y="261"/>
                      <a:pt x="261" y="300"/>
                      <a:pt x="214" y="30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25400" dist="25400" dir="2700000" algn="tl" rotWithShape="0">
                  <a:schemeClr val="tx1">
                    <a:lumMod val="65000"/>
                    <a:lumOff val="35000"/>
                    <a:alpha val="52000"/>
                  </a:schemeClr>
                </a:outerShdw>
              </a:effec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4" name="组合 13"/>
          <p:cNvGrpSpPr/>
          <p:nvPr/>
        </p:nvGrpSpPr>
        <p:grpSpPr>
          <a:xfrm>
            <a:off x="5301321" y="2285158"/>
            <a:ext cx="949097" cy="1100953"/>
            <a:chOff x="5344864" y="2140015"/>
            <a:chExt cx="949097" cy="1100953"/>
          </a:xfrm>
        </p:grpSpPr>
        <p:sp>
          <p:nvSpPr>
            <p:cNvPr id="15" name="六边形 14"/>
            <p:cNvSpPr/>
            <p:nvPr/>
          </p:nvSpPr>
          <p:spPr>
            <a:xfrm rot="5400000">
              <a:off x="5268936" y="2215943"/>
              <a:ext cx="1100953" cy="949097"/>
            </a:xfrm>
            <a:prstGeom prst="hexagon">
              <a:avLst/>
            </a:prstGeom>
            <a:solidFill>
              <a:srgbClr val="5771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16" name="Group 23"/>
            <p:cNvGrpSpPr>
              <a:grpSpLocks noChangeAspect="1"/>
            </p:cNvGrpSpPr>
            <p:nvPr/>
          </p:nvGrpSpPr>
          <p:grpSpPr bwMode="auto">
            <a:xfrm>
              <a:off x="5616867" y="2516088"/>
              <a:ext cx="434438" cy="434438"/>
              <a:chOff x="3706" y="2026"/>
              <a:chExt cx="460" cy="460"/>
            </a:xfrm>
          </p:grpSpPr>
          <p:sp>
            <p:nvSpPr>
              <p:cNvPr id="17" name="AutoShape 22"/>
              <p:cNvSpPr>
                <a:spLocks noChangeAspect="1" noChangeArrowheads="1" noTextEdit="1"/>
              </p:cNvSpPr>
              <p:nvPr/>
            </p:nvSpPr>
            <p:spPr bwMode="auto">
              <a:xfrm>
                <a:off x="3706" y="2026"/>
                <a:ext cx="460" cy="4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8" name="Freeform 24"/>
              <p:cNvSpPr/>
              <p:nvPr/>
            </p:nvSpPr>
            <p:spPr bwMode="auto">
              <a:xfrm>
                <a:off x="3706" y="2316"/>
                <a:ext cx="460" cy="57"/>
              </a:xfrm>
              <a:custGeom>
                <a:avLst/>
                <a:gdLst>
                  <a:gd name="T0" fmla="*/ 0 w 192"/>
                  <a:gd name="T1" fmla="*/ 12 h 24"/>
                  <a:gd name="T2" fmla="*/ 13 w 192"/>
                  <a:gd name="T3" fmla="*/ 24 h 24"/>
                  <a:gd name="T4" fmla="*/ 80 w 192"/>
                  <a:gd name="T5" fmla="*/ 24 h 24"/>
                  <a:gd name="T6" fmla="*/ 88 w 192"/>
                  <a:gd name="T7" fmla="*/ 24 h 24"/>
                  <a:gd name="T8" fmla="*/ 104 w 192"/>
                  <a:gd name="T9" fmla="*/ 24 h 24"/>
                  <a:gd name="T10" fmla="*/ 112 w 192"/>
                  <a:gd name="T11" fmla="*/ 24 h 24"/>
                  <a:gd name="T12" fmla="*/ 181 w 192"/>
                  <a:gd name="T13" fmla="*/ 24 h 24"/>
                  <a:gd name="T14" fmla="*/ 192 w 192"/>
                  <a:gd name="T15" fmla="*/ 12 h 24"/>
                  <a:gd name="T16" fmla="*/ 192 w 192"/>
                  <a:gd name="T17" fmla="*/ 0 h 24"/>
                  <a:gd name="T18" fmla="*/ 0 w 192"/>
                  <a:gd name="T19" fmla="*/ 0 h 24"/>
                  <a:gd name="T20" fmla="*/ 0 w 192"/>
                  <a:gd name="T21" fmla="*/ 12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92" h="24">
                    <a:moveTo>
                      <a:pt x="0" y="12"/>
                    </a:moveTo>
                    <a:cubicBezTo>
                      <a:pt x="0" y="19"/>
                      <a:pt x="6" y="24"/>
                      <a:pt x="13" y="24"/>
                    </a:cubicBezTo>
                    <a:cubicBezTo>
                      <a:pt x="80" y="24"/>
                      <a:pt x="80" y="24"/>
                      <a:pt x="80" y="24"/>
                    </a:cubicBezTo>
                    <a:cubicBezTo>
                      <a:pt x="88" y="24"/>
                      <a:pt x="88" y="24"/>
                      <a:pt x="88" y="24"/>
                    </a:cubicBezTo>
                    <a:cubicBezTo>
                      <a:pt x="104" y="24"/>
                      <a:pt x="104" y="24"/>
                      <a:pt x="104" y="24"/>
                    </a:cubicBezTo>
                    <a:cubicBezTo>
                      <a:pt x="112" y="24"/>
                      <a:pt x="112" y="24"/>
                      <a:pt x="112" y="24"/>
                    </a:cubicBezTo>
                    <a:cubicBezTo>
                      <a:pt x="181" y="24"/>
                      <a:pt x="181" y="24"/>
                      <a:pt x="181" y="24"/>
                    </a:cubicBezTo>
                    <a:cubicBezTo>
                      <a:pt x="187" y="24"/>
                      <a:pt x="192" y="18"/>
                      <a:pt x="192" y="12"/>
                    </a:cubicBezTo>
                    <a:cubicBezTo>
                      <a:pt x="192" y="0"/>
                      <a:pt x="192" y="0"/>
                      <a:pt x="192" y="0"/>
                    </a:cubicBezTo>
                    <a:cubicBezTo>
                      <a:pt x="0" y="0"/>
                      <a:pt x="0" y="0"/>
                      <a:pt x="0" y="0"/>
                    </a:cubicBezTo>
                    <a:lnTo>
                      <a:pt x="0" y="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9" name="Freeform 25"/>
              <p:cNvSpPr/>
              <p:nvPr/>
            </p:nvSpPr>
            <p:spPr bwMode="auto">
              <a:xfrm>
                <a:off x="3706" y="2028"/>
                <a:ext cx="460" cy="269"/>
              </a:xfrm>
              <a:custGeom>
                <a:avLst/>
                <a:gdLst>
                  <a:gd name="T0" fmla="*/ 180 w 192"/>
                  <a:gd name="T1" fmla="*/ 0 h 112"/>
                  <a:gd name="T2" fmla="*/ 12 w 192"/>
                  <a:gd name="T3" fmla="*/ 0 h 112"/>
                  <a:gd name="T4" fmla="*/ 0 w 192"/>
                  <a:gd name="T5" fmla="*/ 12 h 112"/>
                  <a:gd name="T6" fmla="*/ 0 w 192"/>
                  <a:gd name="T7" fmla="*/ 112 h 112"/>
                  <a:gd name="T8" fmla="*/ 192 w 192"/>
                  <a:gd name="T9" fmla="*/ 112 h 112"/>
                  <a:gd name="T10" fmla="*/ 192 w 192"/>
                  <a:gd name="T11" fmla="*/ 12 h 112"/>
                  <a:gd name="T12" fmla="*/ 180 w 192"/>
                  <a:gd name="T13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92" h="112">
                    <a:moveTo>
                      <a:pt x="180" y="0"/>
                    </a:move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112"/>
                      <a:pt x="0" y="112"/>
                      <a:pt x="0" y="112"/>
                    </a:cubicBezTo>
                    <a:cubicBezTo>
                      <a:pt x="192" y="112"/>
                      <a:pt x="192" y="112"/>
                      <a:pt x="192" y="112"/>
                    </a:cubicBezTo>
                    <a:cubicBezTo>
                      <a:pt x="192" y="12"/>
                      <a:pt x="192" y="12"/>
                      <a:pt x="192" y="12"/>
                    </a:cubicBezTo>
                    <a:cubicBezTo>
                      <a:pt x="192" y="5"/>
                      <a:pt x="187" y="0"/>
                      <a:pt x="18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0" name="Freeform 26"/>
              <p:cNvSpPr/>
              <p:nvPr/>
            </p:nvSpPr>
            <p:spPr bwMode="auto">
              <a:xfrm>
                <a:off x="3840" y="2393"/>
                <a:ext cx="192" cy="95"/>
              </a:xfrm>
              <a:custGeom>
                <a:avLst/>
                <a:gdLst>
                  <a:gd name="T0" fmla="*/ 56 w 80"/>
                  <a:gd name="T1" fmla="*/ 2 h 40"/>
                  <a:gd name="T2" fmla="*/ 56 w 80"/>
                  <a:gd name="T3" fmla="*/ 2 h 40"/>
                  <a:gd name="T4" fmla="*/ 56 w 80"/>
                  <a:gd name="T5" fmla="*/ 0 h 40"/>
                  <a:gd name="T6" fmla="*/ 48 w 80"/>
                  <a:gd name="T7" fmla="*/ 0 h 40"/>
                  <a:gd name="T8" fmla="*/ 32 w 80"/>
                  <a:gd name="T9" fmla="*/ 0 h 40"/>
                  <a:gd name="T10" fmla="*/ 24 w 80"/>
                  <a:gd name="T11" fmla="*/ 0 h 40"/>
                  <a:gd name="T12" fmla="*/ 24 w 80"/>
                  <a:gd name="T13" fmla="*/ 2 h 40"/>
                  <a:gd name="T14" fmla="*/ 24 w 80"/>
                  <a:gd name="T15" fmla="*/ 2 h 40"/>
                  <a:gd name="T16" fmla="*/ 0 w 80"/>
                  <a:gd name="T17" fmla="*/ 20 h 40"/>
                  <a:gd name="T18" fmla="*/ 13 w 80"/>
                  <a:gd name="T19" fmla="*/ 35 h 40"/>
                  <a:gd name="T20" fmla="*/ 40 w 80"/>
                  <a:gd name="T21" fmla="*/ 40 h 40"/>
                  <a:gd name="T22" fmla="*/ 80 w 80"/>
                  <a:gd name="T23" fmla="*/ 20 h 40"/>
                  <a:gd name="T24" fmla="*/ 80 w 80"/>
                  <a:gd name="T25" fmla="*/ 20 h 40"/>
                  <a:gd name="T26" fmla="*/ 80 w 80"/>
                  <a:gd name="T27" fmla="*/ 20 h 40"/>
                  <a:gd name="T28" fmla="*/ 80 w 80"/>
                  <a:gd name="T29" fmla="*/ 20 h 40"/>
                  <a:gd name="T30" fmla="*/ 80 w 80"/>
                  <a:gd name="T31" fmla="*/ 20 h 40"/>
                  <a:gd name="T32" fmla="*/ 56 w 80"/>
                  <a:gd name="T33" fmla="*/ 2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80" h="40">
                    <a:moveTo>
                      <a:pt x="56" y="2"/>
                    </a:moveTo>
                    <a:cubicBezTo>
                      <a:pt x="56" y="2"/>
                      <a:pt x="56" y="2"/>
                      <a:pt x="56" y="2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48" y="0"/>
                      <a:pt x="48" y="0"/>
                      <a:pt x="48" y="0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24" y="2"/>
                      <a:pt x="24" y="2"/>
                      <a:pt x="24" y="2"/>
                    </a:cubicBezTo>
                    <a:cubicBezTo>
                      <a:pt x="24" y="2"/>
                      <a:pt x="24" y="2"/>
                      <a:pt x="24" y="2"/>
                    </a:cubicBezTo>
                    <a:cubicBezTo>
                      <a:pt x="9" y="5"/>
                      <a:pt x="0" y="12"/>
                      <a:pt x="0" y="20"/>
                    </a:cubicBezTo>
                    <a:cubicBezTo>
                      <a:pt x="0" y="26"/>
                      <a:pt x="5" y="31"/>
                      <a:pt x="13" y="35"/>
                    </a:cubicBezTo>
                    <a:cubicBezTo>
                      <a:pt x="20" y="38"/>
                      <a:pt x="30" y="40"/>
                      <a:pt x="40" y="40"/>
                    </a:cubicBezTo>
                    <a:cubicBezTo>
                      <a:pt x="63" y="40"/>
                      <a:pt x="80" y="32"/>
                      <a:pt x="80" y="20"/>
                    </a:cubicBezTo>
                    <a:cubicBezTo>
                      <a:pt x="80" y="20"/>
                      <a:pt x="80" y="20"/>
                      <a:pt x="80" y="20"/>
                    </a:cubicBezTo>
                    <a:cubicBezTo>
                      <a:pt x="80" y="20"/>
                      <a:pt x="80" y="20"/>
                      <a:pt x="80" y="20"/>
                    </a:cubicBezTo>
                    <a:cubicBezTo>
                      <a:pt x="80" y="20"/>
                      <a:pt x="80" y="20"/>
                      <a:pt x="80" y="20"/>
                    </a:cubicBezTo>
                    <a:cubicBezTo>
                      <a:pt x="80" y="20"/>
                      <a:pt x="80" y="20"/>
                      <a:pt x="80" y="20"/>
                    </a:cubicBezTo>
                    <a:cubicBezTo>
                      <a:pt x="80" y="12"/>
                      <a:pt x="71" y="5"/>
                      <a:pt x="56" y="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1" name="组合 20"/>
          <p:cNvGrpSpPr/>
          <p:nvPr/>
        </p:nvGrpSpPr>
        <p:grpSpPr>
          <a:xfrm>
            <a:off x="2887886" y="2349306"/>
            <a:ext cx="925656" cy="1073762"/>
            <a:chOff x="2931429" y="2204163"/>
            <a:chExt cx="925656" cy="1073762"/>
          </a:xfrm>
        </p:grpSpPr>
        <p:sp>
          <p:nvSpPr>
            <p:cNvPr id="22" name="六边形 21"/>
            <p:cNvSpPr/>
            <p:nvPr/>
          </p:nvSpPr>
          <p:spPr>
            <a:xfrm rot="5400000">
              <a:off x="2857376" y="2278216"/>
              <a:ext cx="1073762" cy="925656"/>
            </a:xfrm>
            <a:prstGeom prst="hexagon">
              <a:avLst/>
            </a:prstGeom>
            <a:solidFill>
              <a:srgbClr val="5771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23" name="组合 22"/>
            <p:cNvGrpSpPr/>
            <p:nvPr/>
          </p:nvGrpSpPr>
          <p:grpSpPr>
            <a:xfrm>
              <a:off x="3257988" y="2543684"/>
              <a:ext cx="300873" cy="418126"/>
              <a:chOff x="4462463" y="3771897"/>
              <a:chExt cx="215900" cy="300038"/>
            </a:xfrm>
          </p:grpSpPr>
          <p:sp>
            <p:nvSpPr>
              <p:cNvPr id="24" name="Freeform 139"/>
              <p:cNvSpPr/>
              <p:nvPr/>
            </p:nvSpPr>
            <p:spPr bwMode="auto">
              <a:xfrm>
                <a:off x="4478338" y="3805235"/>
                <a:ext cx="182563" cy="233363"/>
              </a:xfrm>
              <a:custGeom>
                <a:avLst/>
                <a:gdLst>
                  <a:gd name="T0" fmla="*/ 132 w 132"/>
                  <a:gd name="T1" fmla="*/ 27 h 168"/>
                  <a:gd name="T2" fmla="*/ 132 w 132"/>
                  <a:gd name="T3" fmla="*/ 0 h 168"/>
                  <a:gd name="T4" fmla="*/ 0 w 132"/>
                  <a:gd name="T5" fmla="*/ 0 h 168"/>
                  <a:gd name="T6" fmla="*/ 0 w 132"/>
                  <a:gd name="T7" fmla="*/ 27 h 168"/>
                  <a:gd name="T8" fmla="*/ 44 w 132"/>
                  <a:gd name="T9" fmla="*/ 84 h 168"/>
                  <a:gd name="T10" fmla="*/ 0 w 132"/>
                  <a:gd name="T11" fmla="*/ 141 h 168"/>
                  <a:gd name="T12" fmla="*/ 0 w 132"/>
                  <a:gd name="T13" fmla="*/ 168 h 168"/>
                  <a:gd name="T14" fmla="*/ 132 w 132"/>
                  <a:gd name="T15" fmla="*/ 168 h 168"/>
                  <a:gd name="T16" fmla="*/ 132 w 132"/>
                  <a:gd name="T17" fmla="*/ 141 h 168"/>
                  <a:gd name="T18" fmla="*/ 88 w 132"/>
                  <a:gd name="T19" fmla="*/ 84 h 168"/>
                  <a:gd name="T20" fmla="*/ 132 w 132"/>
                  <a:gd name="T21" fmla="*/ 27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32" h="168">
                    <a:moveTo>
                      <a:pt x="132" y="27"/>
                    </a:moveTo>
                    <a:cubicBezTo>
                      <a:pt x="132" y="0"/>
                      <a:pt x="132" y="0"/>
                      <a:pt x="132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7"/>
                      <a:pt x="0" y="27"/>
                      <a:pt x="0" y="27"/>
                    </a:cubicBezTo>
                    <a:cubicBezTo>
                      <a:pt x="0" y="53"/>
                      <a:pt x="44" y="84"/>
                      <a:pt x="44" y="84"/>
                    </a:cubicBezTo>
                    <a:cubicBezTo>
                      <a:pt x="44" y="84"/>
                      <a:pt x="0" y="115"/>
                      <a:pt x="0" y="141"/>
                    </a:cubicBezTo>
                    <a:cubicBezTo>
                      <a:pt x="0" y="168"/>
                      <a:pt x="0" y="168"/>
                      <a:pt x="0" y="168"/>
                    </a:cubicBezTo>
                    <a:cubicBezTo>
                      <a:pt x="132" y="168"/>
                      <a:pt x="132" y="168"/>
                      <a:pt x="132" y="168"/>
                    </a:cubicBezTo>
                    <a:cubicBezTo>
                      <a:pt x="132" y="141"/>
                      <a:pt x="132" y="141"/>
                      <a:pt x="132" y="141"/>
                    </a:cubicBezTo>
                    <a:cubicBezTo>
                      <a:pt x="132" y="114"/>
                      <a:pt x="88" y="84"/>
                      <a:pt x="88" y="84"/>
                    </a:cubicBezTo>
                    <a:cubicBezTo>
                      <a:pt x="88" y="84"/>
                      <a:pt x="132" y="53"/>
                      <a:pt x="132" y="2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5" name="Freeform 140"/>
              <p:cNvSpPr/>
              <p:nvPr/>
            </p:nvSpPr>
            <p:spPr bwMode="auto">
              <a:xfrm>
                <a:off x="4500563" y="3860797"/>
                <a:ext cx="138113" cy="177800"/>
              </a:xfrm>
              <a:custGeom>
                <a:avLst/>
                <a:gdLst>
                  <a:gd name="T0" fmla="*/ 63 w 100"/>
                  <a:gd name="T1" fmla="*/ 99 h 128"/>
                  <a:gd name="T2" fmla="*/ 56 w 100"/>
                  <a:gd name="T3" fmla="*/ 91 h 128"/>
                  <a:gd name="T4" fmla="*/ 56 w 100"/>
                  <a:gd name="T5" fmla="*/ 91 h 128"/>
                  <a:gd name="T6" fmla="*/ 56 w 100"/>
                  <a:gd name="T7" fmla="*/ 44 h 128"/>
                  <a:gd name="T8" fmla="*/ 56 w 100"/>
                  <a:gd name="T9" fmla="*/ 44 h 128"/>
                  <a:gd name="T10" fmla="*/ 63 w 100"/>
                  <a:gd name="T11" fmla="*/ 31 h 128"/>
                  <a:gd name="T12" fmla="*/ 94 w 100"/>
                  <a:gd name="T13" fmla="*/ 0 h 128"/>
                  <a:gd name="T14" fmla="*/ 6 w 100"/>
                  <a:gd name="T15" fmla="*/ 0 h 128"/>
                  <a:gd name="T16" fmla="*/ 37 w 100"/>
                  <a:gd name="T17" fmla="*/ 31 h 128"/>
                  <a:gd name="T18" fmla="*/ 44 w 100"/>
                  <a:gd name="T19" fmla="*/ 44 h 128"/>
                  <a:gd name="T20" fmla="*/ 44 w 100"/>
                  <a:gd name="T21" fmla="*/ 91 h 128"/>
                  <a:gd name="T22" fmla="*/ 37 w 100"/>
                  <a:gd name="T23" fmla="*/ 99 h 128"/>
                  <a:gd name="T24" fmla="*/ 0 w 100"/>
                  <a:gd name="T25" fmla="*/ 128 h 128"/>
                  <a:gd name="T26" fmla="*/ 100 w 100"/>
                  <a:gd name="T27" fmla="*/ 128 h 128"/>
                  <a:gd name="T28" fmla="*/ 63 w 100"/>
                  <a:gd name="T29" fmla="*/ 99 h 1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00" h="128">
                    <a:moveTo>
                      <a:pt x="63" y="99"/>
                    </a:moveTo>
                    <a:cubicBezTo>
                      <a:pt x="58" y="97"/>
                      <a:pt x="56" y="94"/>
                      <a:pt x="56" y="91"/>
                    </a:cubicBezTo>
                    <a:cubicBezTo>
                      <a:pt x="56" y="91"/>
                      <a:pt x="56" y="91"/>
                      <a:pt x="56" y="91"/>
                    </a:cubicBezTo>
                    <a:cubicBezTo>
                      <a:pt x="56" y="44"/>
                      <a:pt x="56" y="44"/>
                      <a:pt x="56" y="44"/>
                    </a:cubicBezTo>
                    <a:cubicBezTo>
                      <a:pt x="56" y="44"/>
                      <a:pt x="56" y="44"/>
                      <a:pt x="56" y="44"/>
                    </a:cubicBezTo>
                    <a:cubicBezTo>
                      <a:pt x="56" y="39"/>
                      <a:pt x="58" y="34"/>
                      <a:pt x="63" y="31"/>
                    </a:cubicBezTo>
                    <a:cubicBezTo>
                      <a:pt x="73" y="23"/>
                      <a:pt x="87" y="11"/>
                      <a:pt x="94" y="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13" y="11"/>
                      <a:pt x="27" y="23"/>
                      <a:pt x="37" y="31"/>
                    </a:cubicBezTo>
                    <a:cubicBezTo>
                      <a:pt x="42" y="34"/>
                      <a:pt x="44" y="39"/>
                      <a:pt x="44" y="44"/>
                    </a:cubicBezTo>
                    <a:cubicBezTo>
                      <a:pt x="44" y="91"/>
                      <a:pt x="44" y="91"/>
                      <a:pt x="44" y="91"/>
                    </a:cubicBezTo>
                    <a:cubicBezTo>
                      <a:pt x="44" y="94"/>
                      <a:pt x="42" y="97"/>
                      <a:pt x="37" y="99"/>
                    </a:cubicBezTo>
                    <a:cubicBezTo>
                      <a:pt x="22" y="107"/>
                      <a:pt x="1" y="120"/>
                      <a:pt x="0" y="128"/>
                    </a:cubicBezTo>
                    <a:cubicBezTo>
                      <a:pt x="100" y="128"/>
                      <a:pt x="100" y="128"/>
                      <a:pt x="100" y="128"/>
                    </a:cubicBezTo>
                    <a:cubicBezTo>
                      <a:pt x="99" y="120"/>
                      <a:pt x="78" y="107"/>
                      <a:pt x="63" y="99"/>
                    </a:cubicBezTo>
                    <a:close/>
                  </a:path>
                </a:pathLst>
              </a:custGeom>
              <a:solidFill>
                <a:srgbClr val="F092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6" name="Freeform 141"/>
              <p:cNvSpPr>
                <a:spLocks noEditPoints="1"/>
              </p:cNvSpPr>
              <p:nvPr/>
            </p:nvSpPr>
            <p:spPr bwMode="auto">
              <a:xfrm>
                <a:off x="4462463" y="3771897"/>
                <a:ext cx="215900" cy="300038"/>
              </a:xfrm>
              <a:custGeom>
                <a:avLst/>
                <a:gdLst>
                  <a:gd name="T0" fmla="*/ 148 w 156"/>
                  <a:gd name="T1" fmla="*/ 0 h 216"/>
                  <a:gd name="T2" fmla="*/ 8 w 156"/>
                  <a:gd name="T3" fmla="*/ 0 h 216"/>
                  <a:gd name="T4" fmla="*/ 0 w 156"/>
                  <a:gd name="T5" fmla="*/ 8 h 216"/>
                  <a:gd name="T6" fmla="*/ 0 w 156"/>
                  <a:gd name="T7" fmla="*/ 16 h 216"/>
                  <a:gd name="T8" fmla="*/ 8 w 156"/>
                  <a:gd name="T9" fmla="*/ 24 h 216"/>
                  <a:gd name="T10" fmla="*/ 148 w 156"/>
                  <a:gd name="T11" fmla="*/ 24 h 216"/>
                  <a:gd name="T12" fmla="*/ 156 w 156"/>
                  <a:gd name="T13" fmla="*/ 16 h 216"/>
                  <a:gd name="T14" fmla="*/ 156 w 156"/>
                  <a:gd name="T15" fmla="*/ 8 h 216"/>
                  <a:gd name="T16" fmla="*/ 148 w 156"/>
                  <a:gd name="T17" fmla="*/ 0 h 216"/>
                  <a:gd name="T18" fmla="*/ 148 w 156"/>
                  <a:gd name="T19" fmla="*/ 192 h 216"/>
                  <a:gd name="T20" fmla="*/ 8 w 156"/>
                  <a:gd name="T21" fmla="*/ 192 h 216"/>
                  <a:gd name="T22" fmla="*/ 0 w 156"/>
                  <a:gd name="T23" fmla="*/ 200 h 216"/>
                  <a:gd name="T24" fmla="*/ 0 w 156"/>
                  <a:gd name="T25" fmla="*/ 208 h 216"/>
                  <a:gd name="T26" fmla="*/ 8 w 156"/>
                  <a:gd name="T27" fmla="*/ 216 h 216"/>
                  <a:gd name="T28" fmla="*/ 148 w 156"/>
                  <a:gd name="T29" fmla="*/ 216 h 216"/>
                  <a:gd name="T30" fmla="*/ 156 w 156"/>
                  <a:gd name="T31" fmla="*/ 208 h 216"/>
                  <a:gd name="T32" fmla="*/ 156 w 156"/>
                  <a:gd name="T33" fmla="*/ 200 h 216"/>
                  <a:gd name="T34" fmla="*/ 148 w 156"/>
                  <a:gd name="T35" fmla="*/ 192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56" h="216">
                    <a:moveTo>
                      <a:pt x="148" y="0"/>
                    </a:moveTo>
                    <a:cubicBezTo>
                      <a:pt x="8" y="0"/>
                      <a:pt x="8" y="0"/>
                      <a:pt x="8" y="0"/>
                    </a:cubicBezTo>
                    <a:cubicBezTo>
                      <a:pt x="4" y="0"/>
                      <a:pt x="0" y="4"/>
                      <a:pt x="0" y="8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20"/>
                      <a:pt x="4" y="24"/>
                      <a:pt x="8" y="24"/>
                    </a:cubicBezTo>
                    <a:cubicBezTo>
                      <a:pt x="148" y="24"/>
                      <a:pt x="148" y="24"/>
                      <a:pt x="148" y="24"/>
                    </a:cubicBezTo>
                    <a:cubicBezTo>
                      <a:pt x="152" y="24"/>
                      <a:pt x="156" y="20"/>
                      <a:pt x="156" y="16"/>
                    </a:cubicBezTo>
                    <a:cubicBezTo>
                      <a:pt x="156" y="8"/>
                      <a:pt x="156" y="8"/>
                      <a:pt x="156" y="8"/>
                    </a:cubicBezTo>
                    <a:cubicBezTo>
                      <a:pt x="156" y="4"/>
                      <a:pt x="152" y="0"/>
                      <a:pt x="148" y="0"/>
                    </a:cubicBezTo>
                    <a:close/>
                    <a:moveTo>
                      <a:pt x="148" y="192"/>
                    </a:moveTo>
                    <a:cubicBezTo>
                      <a:pt x="8" y="192"/>
                      <a:pt x="8" y="192"/>
                      <a:pt x="8" y="192"/>
                    </a:cubicBezTo>
                    <a:cubicBezTo>
                      <a:pt x="4" y="192"/>
                      <a:pt x="0" y="196"/>
                      <a:pt x="0" y="200"/>
                    </a:cubicBezTo>
                    <a:cubicBezTo>
                      <a:pt x="0" y="208"/>
                      <a:pt x="0" y="208"/>
                      <a:pt x="0" y="208"/>
                    </a:cubicBezTo>
                    <a:cubicBezTo>
                      <a:pt x="0" y="212"/>
                      <a:pt x="4" y="216"/>
                      <a:pt x="8" y="216"/>
                    </a:cubicBezTo>
                    <a:cubicBezTo>
                      <a:pt x="148" y="216"/>
                      <a:pt x="148" y="216"/>
                      <a:pt x="148" y="216"/>
                    </a:cubicBezTo>
                    <a:cubicBezTo>
                      <a:pt x="152" y="216"/>
                      <a:pt x="156" y="212"/>
                      <a:pt x="156" y="208"/>
                    </a:cubicBezTo>
                    <a:cubicBezTo>
                      <a:pt x="156" y="200"/>
                      <a:pt x="156" y="200"/>
                      <a:pt x="156" y="200"/>
                    </a:cubicBezTo>
                    <a:cubicBezTo>
                      <a:pt x="156" y="196"/>
                      <a:pt x="152" y="192"/>
                      <a:pt x="148" y="192"/>
                    </a:cubicBezTo>
                    <a:close/>
                  </a:path>
                </a:pathLst>
              </a:custGeom>
              <a:solidFill>
                <a:srgbClr val="464E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27" name="组合 26"/>
          <p:cNvGrpSpPr/>
          <p:nvPr/>
        </p:nvGrpSpPr>
        <p:grpSpPr>
          <a:xfrm>
            <a:off x="4796063" y="3198141"/>
            <a:ext cx="907098" cy="1052234"/>
            <a:chOff x="4839606" y="3052998"/>
            <a:chExt cx="907098" cy="1052234"/>
          </a:xfrm>
        </p:grpSpPr>
        <p:sp>
          <p:nvSpPr>
            <p:cNvPr id="28" name="六边形 27"/>
            <p:cNvSpPr/>
            <p:nvPr/>
          </p:nvSpPr>
          <p:spPr>
            <a:xfrm rot="5400000">
              <a:off x="4767038" y="3125566"/>
              <a:ext cx="1052234" cy="907098"/>
            </a:xfrm>
            <a:prstGeom prst="hexagon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5059999" y="3394798"/>
              <a:ext cx="462508" cy="400682"/>
              <a:chOff x="8985250" y="1917698"/>
              <a:chExt cx="617538" cy="534988"/>
            </a:xfrm>
          </p:grpSpPr>
          <p:sp>
            <p:nvSpPr>
              <p:cNvPr id="30" name="Freeform 57"/>
              <p:cNvSpPr/>
              <p:nvPr/>
            </p:nvSpPr>
            <p:spPr bwMode="auto">
              <a:xfrm>
                <a:off x="9193213" y="2314573"/>
                <a:ext cx="207963" cy="120650"/>
              </a:xfrm>
              <a:custGeom>
                <a:avLst/>
                <a:gdLst>
                  <a:gd name="T0" fmla="*/ 144 w 262"/>
                  <a:gd name="T1" fmla="*/ 0 h 154"/>
                  <a:gd name="T2" fmla="*/ 168 w 262"/>
                  <a:gd name="T3" fmla="*/ 2 h 154"/>
                  <a:gd name="T4" fmla="*/ 189 w 262"/>
                  <a:gd name="T5" fmla="*/ 5 h 154"/>
                  <a:gd name="T6" fmla="*/ 206 w 262"/>
                  <a:gd name="T7" fmla="*/ 12 h 154"/>
                  <a:gd name="T8" fmla="*/ 217 w 262"/>
                  <a:gd name="T9" fmla="*/ 18 h 154"/>
                  <a:gd name="T10" fmla="*/ 221 w 262"/>
                  <a:gd name="T11" fmla="*/ 29 h 154"/>
                  <a:gd name="T12" fmla="*/ 222 w 262"/>
                  <a:gd name="T13" fmla="*/ 63 h 154"/>
                  <a:gd name="T14" fmla="*/ 227 w 262"/>
                  <a:gd name="T15" fmla="*/ 91 h 154"/>
                  <a:gd name="T16" fmla="*/ 232 w 262"/>
                  <a:gd name="T17" fmla="*/ 112 h 154"/>
                  <a:gd name="T18" fmla="*/ 238 w 262"/>
                  <a:gd name="T19" fmla="*/ 128 h 154"/>
                  <a:gd name="T20" fmla="*/ 245 w 262"/>
                  <a:gd name="T21" fmla="*/ 139 h 154"/>
                  <a:gd name="T22" fmla="*/ 251 w 262"/>
                  <a:gd name="T23" fmla="*/ 147 h 154"/>
                  <a:gd name="T24" fmla="*/ 257 w 262"/>
                  <a:gd name="T25" fmla="*/ 152 h 154"/>
                  <a:gd name="T26" fmla="*/ 261 w 262"/>
                  <a:gd name="T27" fmla="*/ 154 h 154"/>
                  <a:gd name="T28" fmla="*/ 262 w 262"/>
                  <a:gd name="T29" fmla="*/ 154 h 154"/>
                  <a:gd name="T30" fmla="*/ 0 w 262"/>
                  <a:gd name="T31" fmla="*/ 154 h 154"/>
                  <a:gd name="T32" fmla="*/ 0 w 262"/>
                  <a:gd name="T33" fmla="*/ 154 h 154"/>
                  <a:gd name="T34" fmla="*/ 5 w 262"/>
                  <a:gd name="T35" fmla="*/ 151 h 154"/>
                  <a:gd name="T36" fmla="*/ 10 w 262"/>
                  <a:gd name="T37" fmla="*/ 146 h 154"/>
                  <a:gd name="T38" fmla="*/ 16 w 262"/>
                  <a:gd name="T39" fmla="*/ 139 h 154"/>
                  <a:gd name="T40" fmla="*/ 24 w 262"/>
                  <a:gd name="T41" fmla="*/ 127 h 154"/>
                  <a:gd name="T42" fmla="*/ 31 w 262"/>
                  <a:gd name="T43" fmla="*/ 112 h 154"/>
                  <a:gd name="T44" fmla="*/ 35 w 262"/>
                  <a:gd name="T45" fmla="*/ 90 h 154"/>
                  <a:gd name="T46" fmla="*/ 40 w 262"/>
                  <a:gd name="T47" fmla="*/ 64 h 154"/>
                  <a:gd name="T48" fmla="*/ 42 w 262"/>
                  <a:gd name="T49" fmla="*/ 31 h 154"/>
                  <a:gd name="T50" fmla="*/ 45 w 262"/>
                  <a:gd name="T51" fmla="*/ 21 h 154"/>
                  <a:gd name="T52" fmla="*/ 58 w 262"/>
                  <a:gd name="T53" fmla="*/ 15 h 154"/>
                  <a:gd name="T54" fmla="*/ 74 w 262"/>
                  <a:gd name="T55" fmla="*/ 8 h 154"/>
                  <a:gd name="T56" fmla="*/ 96 w 262"/>
                  <a:gd name="T57" fmla="*/ 4 h 154"/>
                  <a:gd name="T58" fmla="*/ 118 w 262"/>
                  <a:gd name="T59" fmla="*/ 2 h 154"/>
                  <a:gd name="T60" fmla="*/ 144 w 262"/>
                  <a:gd name="T61" fmla="*/ 0 h 1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262" h="154">
                    <a:moveTo>
                      <a:pt x="144" y="0"/>
                    </a:moveTo>
                    <a:lnTo>
                      <a:pt x="168" y="2"/>
                    </a:lnTo>
                    <a:lnTo>
                      <a:pt x="189" y="5"/>
                    </a:lnTo>
                    <a:lnTo>
                      <a:pt x="206" y="12"/>
                    </a:lnTo>
                    <a:lnTo>
                      <a:pt x="217" y="18"/>
                    </a:lnTo>
                    <a:lnTo>
                      <a:pt x="221" y="29"/>
                    </a:lnTo>
                    <a:lnTo>
                      <a:pt x="222" y="63"/>
                    </a:lnTo>
                    <a:lnTo>
                      <a:pt x="227" y="91"/>
                    </a:lnTo>
                    <a:lnTo>
                      <a:pt x="232" y="112"/>
                    </a:lnTo>
                    <a:lnTo>
                      <a:pt x="238" y="128"/>
                    </a:lnTo>
                    <a:lnTo>
                      <a:pt x="245" y="139"/>
                    </a:lnTo>
                    <a:lnTo>
                      <a:pt x="251" y="147"/>
                    </a:lnTo>
                    <a:lnTo>
                      <a:pt x="257" y="152"/>
                    </a:lnTo>
                    <a:lnTo>
                      <a:pt x="261" y="154"/>
                    </a:lnTo>
                    <a:lnTo>
                      <a:pt x="262" y="154"/>
                    </a:lnTo>
                    <a:lnTo>
                      <a:pt x="0" y="154"/>
                    </a:lnTo>
                    <a:lnTo>
                      <a:pt x="0" y="154"/>
                    </a:lnTo>
                    <a:lnTo>
                      <a:pt x="5" y="151"/>
                    </a:lnTo>
                    <a:lnTo>
                      <a:pt x="10" y="146"/>
                    </a:lnTo>
                    <a:lnTo>
                      <a:pt x="16" y="139"/>
                    </a:lnTo>
                    <a:lnTo>
                      <a:pt x="24" y="127"/>
                    </a:lnTo>
                    <a:lnTo>
                      <a:pt x="31" y="112"/>
                    </a:lnTo>
                    <a:lnTo>
                      <a:pt x="35" y="90"/>
                    </a:lnTo>
                    <a:lnTo>
                      <a:pt x="40" y="64"/>
                    </a:lnTo>
                    <a:lnTo>
                      <a:pt x="42" y="31"/>
                    </a:lnTo>
                    <a:lnTo>
                      <a:pt x="45" y="21"/>
                    </a:lnTo>
                    <a:lnTo>
                      <a:pt x="58" y="15"/>
                    </a:lnTo>
                    <a:lnTo>
                      <a:pt x="74" y="8"/>
                    </a:lnTo>
                    <a:lnTo>
                      <a:pt x="96" y="4"/>
                    </a:lnTo>
                    <a:lnTo>
                      <a:pt x="118" y="2"/>
                    </a:lnTo>
                    <a:lnTo>
                      <a:pt x="144" y="0"/>
                    </a:lnTo>
                    <a:close/>
                  </a:path>
                </a:pathLst>
              </a:custGeom>
              <a:solidFill>
                <a:srgbClr val="C3D2D3"/>
              </a:solidFill>
              <a:ln w="0">
                <a:solidFill>
                  <a:srgbClr val="C3D2D3"/>
                </a:solidFill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1" name="Freeform 58"/>
              <p:cNvSpPr/>
              <p:nvPr/>
            </p:nvSpPr>
            <p:spPr bwMode="auto">
              <a:xfrm>
                <a:off x="9183688" y="2435223"/>
                <a:ext cx="215900" cy="17463"/>
              </a:xfrm>
              <a:custGeom>
                <a:avLst/>
                <a:gdLst>
                  <a:gd name="T0" fmla="*/ 5 w 272"/>
                  <a:gd name="T1" fmla="*/ 0 h 21"/>
                  <a:gd name="T2" fmla="*/ 267 w 272"/>
                  <a:gd name="T3" fmla="*/ 0 h 21"/>
                  <a:gd name="T4" fmla="*/ 268 w 272"/>
                  <a:gd name="T5" fmla="*/ 1 h 21"/>
                  <a:gd name="T6" fmla="*/ 270 w 272"/>
                  <a:gd name="T7" fmla="*/ 3 h 21"/>
                  <a:gd name="T8" fmla="*/ 272 w 272"/>
                  <a:gd name="T9" fmla="*/ 5 h 21"/>
                  <a:gd name="T10" fmla="*/ 272 w 272"/>
                  <a:gd name="T11" fmla="*/ 16 h 21"/>
                  <a:gd name="T12" fmla="*/ 270 w 272"/>
                  <a:gd name="T13" fmla="*/ 17 h 21"/>
                  <a:gd name="T14" fmla="*/ 268 w 272"/>
                  <a:gd name="T15" fmla="*/ 19 h 21"/>
                  <a:gd name="T16" fmla="*/ 267 w 272"/>
                  <a:gd name="T17" fmla="*/ 21 h 21"/>
                  <a:gd name="T18" fmla="*/ 5 w 272"/>
                  <a:gd name="T19" fmla="*/ 21 h 21"/>
                  <a:gd name="T20" fmla="*/ 3 w 272"/>
                  <a:gd name="T21" fmla="*/ 19 h 21"/>
                  <a:gd name="T22" fmla="*/ 2 w 272"/>
                  <a:gd name="T23" fmla="*/ 17 h 21"/>
                  <a:gd name="T24" fmla="*/ 0 w 272"/>
                  <a:gd name="T25" fmla="*/ 16 h 21"/>
                  <a:gd name="T26" fmla="*/ 0 w 272"/>
                  <a:gd name="T27" fmla="*/ 5 h 21"/>
                  <a:gd name="T28" fmla="*/ 2 w 272"/>
                  <a:gd name="T29" fmla="*/ 3 h 21"/>
                  <a:gd name="T30" fmla="*/ 3 w 272"/>
                  <a:gd name="T31" fmla="*/ 1 h 21"/>
                  <a:gd name="T32" fmla="*/ 5 w 272"/>
                  <a:gd name="T33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72" h="21">
                    <a:moveTo>
                      <a:pt x="5" y="0"/>
                    </a:moveTo>
                    <a:lnTo>
                      <a:pt x="267" y="0"/>
                    </a:lnTo>
                    <a:lnTo>
                      <a:pt x="268" y="1"/>
                    </a:lnTo>
                    <a:lnTo>
                      <a:pt x="270" y="3"/>
                    </a:lnTo>
                    <a:lnTo>
                      <a:pt x="272" y="5"/>
                    </a:lnTo>
                    <a:lnTo>
                      <a:pt x="272" y="16"/>
                    </a:lnTo>
                    <a:lnTo>
                      <a:pt x="270" y="17"/>
                    </a:lnTo>
                    <a:lnTo>
                      <a:pt x="268" y="19"/>
                    </a:lnTo>
                    <a:lnTo>
                      <a:pt x="267" y="21"/>
                    </a:lnTo>
                    <a:lnTo>
                      <a:pt x="5" y="21"/>
                    </a:lnTo>
                    <a:lnTo>
                      <a:pt x="3" y="19"/>
                    </a:lnTo>
                    <a:lnTo>
                      <a:pt x="2" y="17"/>
                    </a:lnTo>
                    <a:lnTo>
                      <a:pt x="0" y="16"/>
                    </a:lnTo>
                    <a:lnTo>
                      <a:pt x="0" y="5"/>
                    </a:lnTo>
                    <a:lnTo>
                      <a:pt x="2" y="3"/>
                    </a:lnTo>
                    <a:lnTo>
                      <a:pt x="3" y="1"/>
                    </a:lnTo>
                    <a:lnTo>
                      <a:pt x="5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FFFFFF"/>
                </a:solidFill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2" name="Freeform 59"/>
              <p:cNvSpPr/>
              <p:nvPr/>
            </p:nvSpPr>
            <p:spPr bwMode="auto">
              <a:xfrm>
                <a:off x="8985250" y="2284411"/>
                <a:ext cx="617538" cy="79375"/>
              </a:xfrm>
              <a:custGeom>
                <a:avLst/>
                <a:gdLst>
                  <a:gd name="T0" fmla="*/ 0 w 776"/>
                  <a:gd name="T1" fmla="*/ 0 h 99"/>
                  <a:gd name="T2" fmla="*/ 776 w 776"/>
                  <a:gd name="T3" fmla="*/ 0 h 99"/>
                  <a:gd name="T4" fmla="*/ 776 w 776"/>
                  <a:gd name="T5" fmla="*/ 67 h 99"/>
                  <a:gd name="T6" fmla="*/ 775 w 776"/>
                  <a:gd name="T7" fmla="*/ 78 h 99"/>
                  <a:gd name="T8" fmla="*/ 772 w 776"/>
                  <a:gd name="T9" fmla="*/ 87 h 99"/>
                  <a:gd name="T10" fmla="*/ 765 w 776"/>
                  <a:gd name="T11" fmla="*/ 95 h 99"/>
                  <a:gd name="T12" fmla="*/ 756 w 776"/>
                  <a:gd name="T13" fmla="*/ 99 h 99"/>
                  <a:gd name="T14" fmla="*/ 27 w 776"/>
                  <a:gd name="T15" fmla="*/ 99 h 99"/>
                  <a:gd name="T16" fmla="*/ 12 w 776"/>
                  <a:gd name="T17" fmla="*/ 92 h 99"/>
                  <a:gd name="T18" fmla="*/ 3 w 776"/>
                  <a:gd name="T19" fmla="*/ 81 h 99"/>
                  <a:gd name="T20" fmla="*/ 0 w 776"/>
                  <a:gd name="T21" fmla="*/ 67 h 99"/>
                  <a:gd name="T22" fmla="*/ 0 w 776"/>
                  <a:gd name="T23" fmla="*/ 0 h 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76" h="99">
                    <a:moveTo>
                      <a:pt x="0" y="0"/>
                    </a:moveTo>
                    <a:lnTo>
                      <a:pt x="776" y="0"/>
                    </a:lnTo>
                    <a:lnTo>
                      <a:pt x="776" y="67"/>
                    </a:lnTo>
                    <a:lnTo>
                      <a:pt x="775" y="78"/>
                    </a:lnTo>
                    <a:lnTo>
                      <a:pt x="772" y="87"/>
                    </a:lnTo>
                    <a:lnTo>
                      <a:pt x="765" y="95"/>
                    </a:lnTo>
                    <a:lnTo>
                      <a:pt x="756" y="99"/>
                    </a:lnTo>
                    <a:lnTo>
                      <a:pt x="27" y="99"/>
                    </a:lnTo>
                    <a:lnTo>
                      <a:pt x="12" y="92"/>
                    </a:lnTo>
                    <a:lnTo>
                      <a:pt x="3" y="81"/>
                    </a:lnTo>
                    <a:lnTo>
                      <a:pt x="0" y="6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FFFFFF"/>
                </a:solidFill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3" name="Freeform 60"/>
              <p:cNvSpPr/>
              <p:nvPr/>
            </p:nvSpPr>
            <p:spPr bwMode="auto">
              <a:xfrm>
                <a:off x="8985250" y="1917698"/>
                <a:ext cx="617538" cy="366713"/>
              </a:xfrm>
              <a:custGeom>
                <a:avLst/>
                <a:gdLst>
                  <a:gd name="T0" fmla="*/ 27 w 776"/>
                  <a:gd name="T1" fmla="*/ 0 h 462"/>
                  <a:gd name="T2" fmla="*/ 756 w 776"/>
                  <a:gd name="T3" fmla="*/ 0 h 462"/>
                  <a:gd name="T4" fmla="*/ 762 w 776"/>
                  <a:gd name="T5" fmla="*/ 0 h 462"/>
                  <a:gd name="T6" fmla="*/ 767 w 776"/>
                  <a:gd name="T7" fmla="*/ 1 h 462"/>
                  <a:gd name="T8" fmla="*/ 772 w 776"/>
                  <a:gd name="T9" fmla="*/ 4 h 462"/>
                  <a:gd name="T10" fmla="*/ 775 w 776"/>
                  <a:gd name="T11" fmla="*/ 8 h 462"/>
                  <a:gd name="T12" fmla="*/ 776 w 776"/>
                  <a:gd name="T13" fmla="*/ 14 h 462"/>
                  <a:gd name="T14" fmla="*/ 776 w 776"/>
                  <a:gd name="T15" fmla="*/ 20 h 462"/>
                  <a:gd name="T16" fmla="*/ 776 w 776"/>
                  <a:gd name="T17" fmla="*/ 462 h 462"/>
                  <a:gd name="T18" fmla="*/ 0 w 776"/>
                  <a:gd name="T19" fmla="*/ 462 h 462"/>
                  <a:gd name="T20" fmla="*/ 0 w 776"/>
                  <a:gd name="T21" fmla="*/ 20 h 462"/>
                  <a:gd name="T22" fmla="*/ 1 w 776"/>
                  <a:gd name="T23" fmla="*/ 11 h 462"/>
                  <a:gd name="T24" fmla="*/ 8 w 776"/>
                  <a:gd name="T25" fmla="*/ 4 h 462"/>
                  <a:gd name="T26" fmla="*/ 16 w 776"/>
                  <a:gd name="T27" fmla="*/ 1 h 462"/>
                  <a:gd name="T28" fmla="*/ 27 w 776"/>
                  <a:gd name="T29" fmla="*/ 0 h 4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76" h="462">
                    <a:moveTo>
                      <a:pt x="27" y="0"/>
                    </a:moveTo>
                    <a:lnTo>
                      <a:pt x="756" y="0"/>
                    </a:lnTo>
                    <a:lnTo>
                      <a:pt x="762" y="0"/>
                    </a:lnTo>
                    <a:lnTo>
                      <a:pt x="767" y="1"/>
                    </a:lnTo>
                    <a:lnTo>
                      <a:pt x="772" y="4"/>
                    </a:lnTo>
                    <a:lnTo>
                      <a:pt x="775" y="8"/>
                    </a:lnTo>
                    <a:lnTo>
                      <a:pt x="776" y="14"/>
                    </a:lnTo>
                    <a:lnTo>
                      <a:pt x="776" y="20"/>
                    </a:lnTo>
                    <a:lnTo>
                      <a:pt x="776" y="462"/>
                    </a:lnTo>
                    <a:lnTo>
                      <a:pt x="0" y="462"/>
                    </a:lnTo>
                    <a:lnTo>
                      <a:pt x="0" y="20"/>
                    </a:lnTo>
                    <a:lnTo>
                      <a:pt x="1" y="11"/>
                    </a:lnTo>
                    <a:lnTo>
                      <a:pt x="8" y="4"/>
                    </a:lnTo>
                    <a:lnTo>
                      <a:pt x="16" y="1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4" name="Rectangle 61"/>
              <p:cNvSpPr>
                <a:spLocks noChangeArrowheads="1"/>
              </p:cNvSpPr>
              <p:nvPr/>
            </p:nvSpPr>
            <p:spPr bwMode="auto">
              <a:xfrm>
                <a:off x="9007474" y="1932820"/>
                <a:ext cx="576804" cy="336469"/>
              </a:xfrm>
              <a:prstGeom prst="rect">
                <a:avLst/>
              </a:prstGeom>
              <a:noFill/>
              <a:ln w="0">
                <a:solidFill>
                  <a:srgbClr val="C3D2D3"/>
                </a:solidFill>
                <a:prstDash val="solid"/>
                <a:miter lim="800000"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5" name="Freeform 62"/>
              <p:cNvSpPr/>
              <p:nvPr/>
            </p:nvSpPr>
            <p:spPr bwMode="auto">
              <a:xfrm>
                <a:off x="9271000" y="2297111"/>
                <a:ext cx="50800" cy="50800"/>
              </a:xfrm>
              <a:custGeom>
                <a:avLst/>
                <a:gdLst>
                  <a:gd name="T0" fmla="*/ 32 w 64"/>
                  <a:gd name="T1" fmla="*/ 0 h 63"/>
                  <a:gd name="T2" fmla="*/ 48 w 64"/>
                  <a:gd name="T3" fmla="*/ 4 h 63"/>
                  <a:gd name="T4" fmla="*/ 59 w 64"/>
                  <a:gd name="T5" fmla="*/ 16 h 63"/>
                  <a:gd name="T6" fmla="*/ 64 w 64"/>
                  <a:gd name="T7" fmla="*/ 32 h 63"/>
                  <a:gd name="T8" fmla="*/ 59 w 64"/>
                  <a:gd name="T9" fmla="*/ 47 h 63"/>
                  <a:gd name="T10" fmla="*/ 48 w 64"/>
                  <a:gd name="T11" fmla="*/ 59 h 63"/>
                  <a:gd name="T12" fmla="*/ 32 w 64"/>
                  <a:gd name="T13" fmla="*/ 63 h 63"/>
                  <a:gd name="T14" fmla="*/ 16 w 64"/>
                  <a:gd name="T15" fmla="*/ 59 h 63"/>
                  <a:gd name="T16" fmla="*/ 5 w 64"/>
                  <a:gd name="T17" fmla="*/ 47 h 63"/>
                  <a:gd name="T18" fmla="*/ 0 w 64"/>
                  <a:gd name="T19" fmla="*/ 32 h 63"/>
                  <a:gd name="T20" fmla="*/ 5 w 64"/>
                  <a:gd name="T21" fmla="*/ 16 h 63"/>
                  <a:gd name="T22" fmla="*/ 16 w 64"/>
                  <a:gd name="T23" fmla="*/ 4 h 63"/>
                  <a:gd name="T24" fmla="*/ 32 w 64"/>
                  <a:gd name="T25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64" h="63">
                    <a:moveTo>
                      <a:pt x="32" y="0"/>
                    </a:moveTo>
                    <a:lnTo>
                      <a:pt x="48" y="4"/>
                    </a:lnTo>
                    <a:lnTo>
                      <a:pt x="59" y="16"/>
                    </a:lnTo>
                    <a:lnTo>
                      <a:pt x="64" y="32"/>
                    </a:lnTo>
                    <a:lnTo>
                      <a:pt x="59" y="47"/>
                    </a:lnTo>
                    <a:lnTo>
                      <a:pt x="48" y="59"/>
                    </a:lnTo>
                    <a:lnTo>
                      <a:pt x="32" y="63"/>
                    </a:lnTo>
                    <a:lnTo>
                      <a:pt x="16" y="59"/>
                    </a:lnTo>
                    <a:lnTo>
                      <a:pt x="5" y="47"/>
                    </a:lnTo>
                    <a:lnTo>
                      <a:pt x="0" y="32"/>
                    </a:lnTo>
                    <a:lnTo>
                      <a:pt x="5" y="16"/>
                    </a:lnTo>
                    <a:lnTo>
                      <a:pt x="16" y="4"/>
                    </a:lnTo>
                    <a:lnTo>
                      <a:pt x="32" y="0"/>
                    </a:lnTo>
                    <a:close/>
                  </a:path>
                </a:pathLst>
              </a:custGeom>
              <a:solidFill>
                <a:srgbClr val="E36A27"/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36" name="组合 35"/>
          <p:cNvGrpSpPr/>
          <p:nvPr/>
        </p:nvGrpSpPr>
        <p:grpSpPr>
          <a:xfrm>
            <a:off x="3880250" y="2000253"/>
            <a:ext cx="1344780" cy="1459059"/>
            <a:chOff x="3923793" y="1855110"/>
            <a:chExt cx="1344780" cy="1459059"/>
          </a:xfrm>
        </p:grpSpPr>
        <p:sp>
          <p:nvSpPr>
            <p:cNvPr id="37" name="六边形 36"/>
            <p:cNvSpPr/>
            <p:nvPr/>
          </p:nvSpPr>
          <p:spPr>
            <a:xfrm rot="5400000">
              <a:off x="3866653" y="1912250"/>
              <a:ext cx="1459059" cy="1344780"/>
            </a:xfrm>
            <a:prstGeom prst="hexagon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38" name="Group 46"/>
            <p:cNvGrpSpPr>
              <a:grpSpLocks noChangeAspect="1"/>
            </p:cNvGrpSpPr>
            <p:nvPr/>
          </p:nvGrpSpPr>
          <p:grpSpPr bwMode="auto">
            <a:xfrm>
              <a:off x="4318108" y="2231441"/>
              <a:ext cx="622033" cy="728770"/>
              <a:chOff x="-2750" y="-1033"/>
              <a:chExt cx="2596" cy="3498"/>
            </a:xfrm>
            <a:solidFill>
              <a:srgbClr val="FDFDFD"/>
            </a:solidFill>
          </p:grpSpPr>
          <p:sp>
            <p:nvSpPr>
              <p:cNvPr id="39" name="Oval 47"/>
              <p:cNvSpPr>
                <a:spLocks noChangeArrowheads="1"/>
              </p:cNvSpPr>
              <p:nvPr/>
            </p:nvSpPr>
            <p:spPr bwMode="auto">
              <a:xfrm>
                <a:off x="-2442" y="-986"/>
                <a:ext cx="495" cy="57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0" name="Freeform 48"/>
              <p:cNvSpPr/>
              <p:nvPr/>
            </p:nvSpPr>
            <p:spPr bwMode="auto">
              <a:xfrm>
                <a:off x="-2279" y="-371"/>
                <a:ext cx="169" cy="350"/>
              </a:xfrm>
              <a:custGeom>
                <a:avLst/>
                <a:gdLst>
                  <a:gd name="T0" fmla="*/ 0 w 169"/>
                  <a:gd name="T1" fmla="*/ 88 h 350"/>
                  <a:gd name="T2" fmla="*/ 86 w 169"/>
                  <a:gd name="T3" fmla="*/ 350 h 350"/>
                  <a:gd name="T4" fmla="*/ 169 w 169"/>
                  <a:gd name="T5" fmla="*/ 88 h 350"/>
                  <a:gd name="T6" fmla="*/ 86 w 169"/>
                  <a:gd name="T7" fmla="*/ 0 h 350"/>
                  <a:gd name="T8" fmla="*/ 0 w 169"/>
                  <a:gd name="T9" fmla="*/ 88 h 3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9" h="350">
                    <a:moveTo>
                      <a:pt x="0" y="88"/>
                    </a:moveTo>
                    <a:lnTo>
                      <a:pt x="86" y="350"/>
                    </a:lnTo>
                    <a:lnTo>
                      <a:pt x="169" y="88"/>
                    </a:lnTo>
                    <a:lnTo>
                      <a:pt x="86" y="0"/>
                    </a:lnTo>
                    <a:lnTo>
                      <a:pt x="0" y="8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1" name="Oval 49"/>
              <p:cNvSpPr>
                <a:spLocks noChangeArrowheads="1"/>
              </p:cNvSpPr>
              <p:nvPr/>
            </p:nvSpPr>
            <p:spPr bwMode="auto">
              <a:xfrm>
                <a:off x="-957" y="-986"/>
                <a:ext cx="493" cy="572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2" name="Freeform 50"/>
              <p:cNvSpPr/>
              <p:nvPr/>
            </p:nvSpPr>
            <p:spPr bwMode="auto">
              <a:xfrm>
                <a:off x="-796" y="-371"/>
                <a:ext cx="169" cy="350"/>
              </a:xfrm>
              <a:custGeom>
                <a:avLst/>
                <a:gdLst>
                  <a:gd name="T0" fmla="*/ 0 w 169"/>
                  <a:gd name="T1" fmla="*/ 88 h 350"/>
                  <a:gd name="T2" fmla="*/ 86 w 169"/>
                  <a:gd name="T3" fmla="*/ 350 h 350"/>
                  <a:gd name="T4" fmla="*/ 169 w 169"/>
                  <a:gd name="T5" fmla="*/ 88 h 350"/>
                  <a:gd name="T6" fmla="*/ 86 w 169"/>
                  <a:gd name="T7" fmla="*/ 0 h 350"/>
                  <a:gd name="T8" fmla="*/ 0 w 169"/>
                  <a:gd name="T9" fmla="*/ 88 h 35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69" h="350">
                    <a:moveTo>
                      <a:pt x="0" y="88"/>
                    </a:moveTo>
                    <a:lnTo>
                      <a:pt x="86" y="350"/>
                    </a:lnTo>
                    <a:lnTo>
                      <a:pt x="169" y="88"/>
                    </a:lnTo>
                    <a:lnTo>
                      <a:pt x="86" y="0"/>
                    </a:lnTo>
                    <a:lnTo>
                      <a:pt x="0" y="8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3" name="Freeform 51"/>
              <p:cNvSpPr/>
              <p:nvPr/>
            </p:nvSpPr>
            <p:spPr bwMode="auto">
              <a:xfrm>
                <a:off x="-1030" y="-369"/>
                <a:ext cx="876" cy="2636"/>
              </a:xfrm>
              <a:custGeom>
                <a:avLst/>
                <a:gdLst>
                  <a:gd name="T0" fmla="*/ 202 w 370"/>
                  <a:gd name="T1" fmla="*/ 0 h 1114"/>
                  <a:gd name="T2" fmla="*/ 136 w 370"/>
                  <a:gd name="T3" fmla="*/ 196 h 1114"/>
                  <a:gd name="T4" fmla="*/ 136 w 370"/>
                  <a:gd name="T5" fmla="*/ 196 h 1114"/>
                  <a:gd name="T6" fmla="*/ 68 w 370"/>
                  <a:gd name="T7" fmla="*/ 0 h 1114"/>
                  <a:gd name="T8" fmla="*/ 0 w 370"/>
                  <a:gd name="T9" fmla="*/ 16 h 1114"/>
                  <a:gd name="T10" fmla="*/ 42 w 370"/>
                  <a:gd name="T11" fmla="*/ 60 h 1114"/>
                  <a:gd name="T12" fmla="*/ 94 w 370"/>
                  <a:gd name="T13" fmla="*/ 240 h 1114"/>
                  <a:gd name="T14" fmla="*/ 94 w 370"/>
                  <a:gd name="T15" fmla="*/ 241 h 1114"/>
                  <a:gd name="T16" fmla="*/ 94 w 370"/>
                  <a:gd name="T17" fmla="*/ 244 h 1114"/>
                  <a:gd name="T18" fmla="*/ 94 w 370"/>
                  <a:gd name="T19" fmla="*/ 578 h 1114"/>
                  <a:gd name="T20" fmla="*/ 20 w 370"/>
                  <a:gd name="T21" fmla="*/ 651 h 1114"/>
                  <a:gd name="T22" fmla="*/ 12 w 370"/>
                  <a:gd name="T23" fmla="*/ 650 h 1114"/>
                  <a:gd name="T24" fmla="*/ 12 w 370"/>
                  <a:gd name="T25" fmla="*/ 677 h 1114"/>
                  <a:gd name="T26" fmla="*/ 11 w 370"/>
                  <a:gd name="T27" fmla="*/ 689 h 1114"/>
                  <a:gd name="T28" fmla="*/ 11 w 370"/>
                  <a:gd name="T29" fmla="*/ 1100 h 1114"/>
                  <a:gd name="T30" fmla="*/ 56 w 370"/>
                  <a:gd name="T31" fmla="*/ 1114 h 1114"/>
                  <a:gd name="T32" fmla="*/ 135 w 370"/>
                  <a:gd name="T33" fmla="*/ 1046 h 1114"/>
                  <a:gd name="T34" fmla="*/ 214 w 370"/>
                  <a:gd name="T35" fmla="*/ 1114 h 1114"/>
                  <a:gd name="T36" fmla="*/ 293 w 370"/>
                  <a:gd name="T37" fmla="*/ 1038 h 1114"/>
                  <a:gd name="T38" fmla="*/ 293 w 370"/>
                  <a:gd name="T39" fmla="*/ 629 h 1114"/>
                  <a:gd name="T40" fmla="*/ 293 w 370"/>
                  <a:gd name="T41" fmla="*/ 618 h 1114"/>
                  <a:gd name="T42" fmla="*/ 293 w 370"/>
                  <a:gd name="T43" fmla="*/ 582 h 1114"/>
                  <a:gd name="T44" fmla="*/ 317 w 370"/>
                  <a:gd name="T45" fmla="*/ 588 h 1114"/>
                  <a:gd name="T46" fmla="*/ 370 w 370"/>
                  <a:gd name="T47" fmla="*/ 537 h 1114"/>
                  <a:gd name="T48" fmla="*/ 370 w 370"/>
                  <a:gd name="T49" fmla="*/ 227 h 1114"/>
                  <a:gd name="T50" fmla="*/ 370 w 370"/>
                  <a:gd name="T51" fmla="*/ 224 h 1114"/>
                  <a:gd name="T52" fmla="*/ 202 w 370"/>
                  <a:gd name="T53" fmla="*/ 0 h 1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70" h="1114">
                    <a:moveTo>
                      <a:pt x="202" y="0"/>
                    </a:moveTo>
                    <a:cubicBezTo>
                      <a:pt x="136" y="196"/>
                      <a:pt x="136" y="196"/>
                      <a:pt x="136" y="196"/>
                    </a:cubicBezTo>
                    <a:cubicBezTo>
                      <a:pt x="136" y="196"/>
                      <a:pt x="136" y="196"/>
                      <a:pt x="136" y="196"/>
                    </a:cubicBezTo>
                    <a:cubicBezTo>
                      <a:pt x="68" y="0"/>
                      <a:pt x="68" y="0"/>
                      <a:pt x="68" y="0"/>
                    </a:cubicBezTo>
                    <a:cubicBezTo>
                      <a:pt x="42" y="0"/>
                      <a:pt x="20" y="6"/>
                      <a:pt x="0" y="16"/>
                    </a:cubicBezTo>
                    <a:cubicBezTo>
                      <a:pt x="15" y="28"/>
                      <a:pt x="29" y="43"/>
                      <a:pt x="42" y="60"/>
                    </a:cubicBezTo>
                    <a:cubicBezTo>
                      <a:pt x="74" y="106"/>
                      <a:pt x="92" y="168"/>
                      <a:pt x="94" y="240"/>
                    </a:cubicBezTo>
                    <a:cubicBezTo>
                      <a:pt x="94" y="241"/>
                      <a:pt x="94" y="241"/>
                      <a:pt x="94" y="241"/>
                    </a:cubicBezTo>
                    <a:cubicBezTo>
                      <a:pt x="94" y="242"/>
                      <a:pt x="94" y="243"/>
                      <a:pt x="94" y="244"/>
                    </a:cubicBezTo>
                    <a:cubicBezTo>
                      <a:pt x="94" y="578"/>
                      <a:pt x="94" y="578"/>
                      <a:pt x="94" y="578"/>
                    </a:cubicBezTo>
                    <a:cubicBezTo>
                      <a:pt x="94" y="618"/>
                      <a:pt x="61" y="651"/>
                      <a:pt x="20" y="651"/>
                    </a:cubicBezTo>
                    <a:cubicBezTo>
                      <a:pt x="17" y="651"/>
                      <a:pt x="14" y="651"/>
                      <a:pt x="12" y="650"/>
                    </a:cubicBezTo>
                    <a:cubicBezTo>
                      <a:pt x="12" y="677"/>
                      <a:pt x="12" y="677"/>
                      <a:pt x="12" y="677"/>
                    </a:cubicBezTo>
                    <a:cubicBezTo>
                      <a:pt x="12" y="681"/>
                      <a:pt x="11" y="685"/>
                      <a:pt x="11" y="689"/>
                    </a:cubicBezTo>
                    <a:cubicBezTo>
                      <a:pt x="11" y="1100"/>
                      <a:pt x="11" y="1100"/>
                      <a:pt x="11" y="1100"/>
                    </a:cubicBezTo>
                    <a:cubicBezTo>
                      <a:pt x="24" y="1108"/>
                      <a:pt x="39" y="1114"/>
                      <a:pt x="56" y="1114"/>
                    </a:cubicBezTo>
                    <a:cubicBezTo>
                      <a:pt x="97" y="1114"/>
                      <a:pt x="131" y="1084"/>
                      <a:pt x="135" y="1046"/>
                    </a:cubicBezTo>
                    <a:cubicBezTo>
                      <a:pt x="139" y="1084"/>
                      <a:pt x="173" y="1114"/>
                      <a:pt x="214" y="1114"/>
                    </a:cubicBezTo>
                    <a:cubicBezTo>
                      <a:pt x="258" y="1114"/>
                      <a:pt x="293" y="1080"/>
                      <a:pt x="293" y="1038"/>
                    </a:cubicBezTo>
                    <a:cubicBezTo>
                      <a:pt x="293" y="629"/>
                      <a:pt x="293" y="629"/>
                      <a:pt x="293" y="629"/>
                    </a:cubicBezTo>
                    <a:cubicBezTo>
                      <a:pt x="293" y="618"/>
                      <a:pt x="293" y="618"/>
                      <a:pt x="293" y="618"/>
                    </a:cubicBezTo>
                    <a:cubicBezTo>
                      <a:pt x="293" y="582"/>
                      <a:pt x="293" y="582"/>
                      <a:pt x="293" y="582"/>
                    </a:cubicBezTo>
                    <a:cubicBezTo>
                      <a:pt x="300" y="586"/>
                      <a:pt x="308" y="588"/>
                      <a:pt x="317" y="588"/>
                    </a:cubicBezTo>
                    <a:cubicBezTo>
                      <a:pt x="346" y="588"/>
                      <a:pt x="370" y="565"/>
                      <a:pt x="370" y="537"/>
                    </a:cubicBezTo>
                    <a:cubicBezTo>
                      <a:pt x="370" y="227"/>
                      <a:pt x="370" y="227"/>
                      <a:pt x="370" y="227"/>
                    </a:cubicBezTo>
                    <a:cubicBezTo>
                      <a:pt x="370" y="226"/>
                      <a:pt x="370" y="225"/>
                      <a:pt x="370" y="224"/>
                    </a:cubicBezTo>
                    <a:cubicBezTo>
                      <a:pt x="367" y="99"/>
                      <a:pt x="307" y="0"/>
                      <a:pt x="202" y="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4" name="Freeform 52"/>
              <p:cNvSpPr/>
              <p:nvPr/>
            </p:nvSpPr>
            <p:spPr bwMode="auto">
              <a:xfrm>
                <a:off x="-2750" y="-369"/>
                <a:ext cx="881" cy="2636"/>
              </a:xfrm>
              <a:custGeom>
                <a:avLst/>
                <a:gdLst>
                  <a:gd name="T0" fmla="*/ 279 w 372"/>
                  <a:gd name="T1" fmla="*/ 244 h 1114"/>
                  <a:gd name="T2" fmla="*/ 279 w 372"/>
                  <a:gd name="T3" fmla="*/ 241 h 1114"/>
                  <a:gd name="T4" fmla="*/ 279 w 372"/>
                  <a:gd name="T5" fmla="*/ 240 h 1114"/>
                  <a:gd name="T6" fmla="*/ 331 w 372"/>
                  <a:gd name="T7" fmla="*/ 60 h 1114"/>
                  <a:gd name="T8" fmla="*/ 372 w 372"/>
                  <a:gd name="T9" fmla="*/ 17 h 1114"/>
                  <a:gd name="T10" fmla="*/ 302 w 372"/>
                  <a:gd name="T11" fmla="*/ 0 h 1114"/>
                  <a:gd name="T12" fmla="*/ 233 w 372"/>
                  <a:gd name="T13" fmla="*/ 196 h 1114"/>
                  <a:gd name="T14" fmla="*/ 233 w 372"/>
                  <a:gd name="T15" fmla="*/ 196 h 1114"/>
                  <a:gd name="T16" fmla="*/ 167 w 372"/>
                  <a:gd name="T17" fmla="*/ 0 h 1114"/>
                  <a:gd name="T18" fmla="*/ 0 w 372"/>
                  <a:gd name="T19" fmla="*/ 224 h 1114"/>
                  <a:gd name="T20" fmla="*/ 0 w 372"/>
                  <a:gd name="T21" fmla="*/ 227 h 1114"/>
                  <a:gd name="T22" fmla="*/ 0 w 372"/>
                  <a:gd name="T23" fmla="*/ 537 h 1114"/>
                  <a:gd name="T24" fmla="*/ 52 w 372"/>
                  <a:gd name="T25" fmla="*/ 588 h 1114"/>
                  <a:gd name="T26" fmla="*/ 76 w 372"/>
                  <a:gd name="T27" fmla="*/ 582 h 1114"/>
                  <a:gd name="T28" fmla="*/ 76 w 372"/>
                  <a:gd name="T29" fmla="*/ 618 h 1114"/>
                  <a:gd name="T30" fmla="*/ 76 w 372"/>
                  <a:gd name="T31" fmla="*/ 629 h 1114"/>
                  <a:gd name="T32" fmla="*/ 76 w 372"/>
                  <a:gd name="T33" fmla="*/ 1038 h 1114"/>
                  <a:gd name="T34" fmla="*/ 155 w 372"/>
                  <a:gd name="T35" fmla="*/ 1114 h 1114"/>
                  <a:gd name="T36" fmla="*/ 234 w 372"/>
                  <a:gd name="T37" fmla="*/ 1046 h 1114"/>
                  <a:gd name="T38" fmla="*/ 313 w 372"/>
                  <a:gd name="T39" fmla="*/ 1114 h 1114"/>
                  <a:gd name="T40" fmla="*/ 361 w 372"/>
                  <a:gd name="T41" fmla="*/ 1098 h 1114"/>
                  <a:gd name="T42" fmla="*/ 361 w 372"/>
                  <a:gd name="T43" fmla="*/ 817 h 1114"/>
                  <a:gd name="T44" fmla="*/ 361 w 372"/>
                  <a:gd name="T45" fmla="*/ 817 h 1114"/>
                  <a:gd name="T46" fmla="*/ 199 w 372"/>
                  <a:gd name="T47" fmla="*/ 817 h 1114"/>
                  <a:gd name="T48" fmla="*/ 199 w 372"/>
                  <a:gd name="T49" fmla="*/ 588 h 1114"/>
                  <a:gd name="T50" fmla="*/ 279 w 372"/>
                  <a:gd name="T51" fmla="*/ 588 h 1114"/>
                  <a:gd name="T52" fmla="*/ 279 w 372"/>
                  <a:gd name="T53" fmla="*/ 578 h 1114"/>
                  <a:gd name="T54" fmla="*/ 279 w 372"/>
                  <a:gd name="T55" fmla="*/ 575 h 1114"/>
                  <a:gd name="T56" fmla="*/ 279 w 372"/>
                  <a:gd name="T57" fmla="*/ 244 h 11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72" h="1114">
                    <a:moveTo>
                      <a:pt x="279" y="244"/>
                    </a:moveTo>
                    <a:cubicBezTo>
                      <a:pt x="279" y="243"/>
                      <a:pt x="279" y="242"/>
                      <a:pt x="279" y="241"/>
                    </a:cubicBezTo>
                    <a:cubicBezTo>
                      <a:pt x="279" y="240"/>
                      <a:pt x="279" y="240"/>
                      <a:pt x="279" y="240"/>
                    </a:cubicBezTo>
                    <a:cubicBezTo>
                      <a:pt x="281" y="169"/>
                      <a:pt x="299" y="106"/>
                      <a:pt x="331" y="60"/>
                    </a:cubicBezTo>
                    <a:cubicBezTo>
                      <a:pt x="343" y="43"/>
                      <a:pt x="356" y="29"/>
                      <a:pt x="372" y="17"/>
                    </a:cubicBezTo>
                    <a:cubicBezTo>
                      <a:pt x="351" y="6"/>
                      <a:pt x="328" y="0"/>
                      <a:pt x="302" y="0"/>
                    </a:cubicBezTo>
                    <a:cubicBezTo>
                      <a:pt x="233" y="196"/>
                      <a:pt x="233" y="196"/>
                      <a:pt x="233" y="196"/>
                    </a:cubicBezTo>
                    <a:cubicBezTo>
                      <a:pt x="233" y="196"/>
                      <a:pt x="233" y="196"/>
                      <a:pt x="233" y="196"/>
                    </a:cubicBezTo>
                    <a:cubicBezTo>
                      <a:pt x="167" y="0"/>
                      <a:pt x="167" y="0"/>
                      <a:pt x="167" y="0"/>
                    </a:cubicBezTo>
                    <a:cubicBezTo>
                      <a:pt x="62" y="0"/>
                      <a:pt x="3" y="99"/>
                      <a:pt x="0" y="224"/>
                    </a:cubicBezTo>
                    <a:cubicBezTo>
                      <a:pt x="0" y="225"/>
                      <a:pt x="0" y="226"/>
                      <a:pt x="0" y="227"/>
                    </a:cubicBezTo>
                    <a:cubicBezTo>
                      <a:pt x="0" y="537"/>
                      <a:pt x="0" y="537"/>
                      <a:pt x="0" y="537"/>
                    </a:cubicBezTo>
                    <a:cubicBezTo>
                      <a:pt x="0" y="565"/>
                      <a:pt x="23" y="588"/>
                      <a:pt x="52" y="588"/>
                    </a:cubicBezTo>
                    <a:cubicBezTo>
                      <a:pt x="61" y="588"/>
                      <a:pt x="69" y="586"/>
                      <a:pt x="76" y="582"/>
                    </a:cubicBezTo>
                    <a:cubicBezTo>
                      <a:pt x="76" y="618"/>
                      <a:pt x="76" y="618"/>
                      <a:pt x="76" y="618"/>
                    </a:cubicBezTo>
                    <a:cubicBezTo>
                      <a:pt x="76" y="629"/>
                      <a:pt x="76" y="629"/>
                      <a:pt x="76" y="629"/>
                    </a:cubicBezTo>
                    <a:cubicBezTo>
                      <a:pt x="76" y="1038"/>
                      <a:pt x="76" y="1038"/>
                      <a:pt x="76" y="1038"/>
                    </a:cubicBezTo>
                    <a:cubicBezTo>
                      <a:pt x="76" y="1080"/>
                      <a:pt x="112" y="1114"/>
                      <a:pt x="155" y="1114"/>
                    </a:cubicBezTo>
                    <a:cubicBezTo>
                      <a:pt x="196" y="1114"/>
                      <a:pt x="230" y="1084"/>
                      <a:pt x="234" y="1046"/>
                    </a:cubicBezTo>
                    <a:cubicBezTo>
                      <a:pt x="238" y="1084"/>
                      <a:pt x="272" y="1114"/>
                      <a:pt x="313" y="1114"/>
                    </a:cubicBezTo>
                    <a:cubicBezTo>
                      <a:pt x="331" y="1114"/>
                      <a:pt x="348" y="1108"/>
                      <a:pt x="361" y="1098"/>
                    </a:cubicBezTo>
                    <a:cubicBezTo>
                      <a:pt x="361" y="817"/>
                      <a:pt x="361" y="817"/>
                      <a:pt x="361" y="817"/>
                    </a:cubicBezTo>
                    <a:cubicBezTo>
                      <a:pt x="361" y="817"/>
                      <a:pt x="361" y="817"/>
                      <a:pt x="361" y="817"/>
                    </a:cubicBezTo>
                    <a:cubicBezTo>
                      <a:pt x="199" y="817"/>
                      <a:pt x="199" y="817"/>
                      <a:pt x="199" y="817"/>
                    </a:cubicBezTo>
                    <a:cubicBezTo>
                      <a:pt x="199" y="588"/>
                      <a:pt x="199" y="588"/>
                      <a:pt x="199" y="588"/>
                    </a:cubicBezTo>
                    <a:cubicBezTo>
                      <a:pt x="279" y="588"/>
                      <a:pt x="279" y="588"/>
                      <a:pt x="279" y="588"/>
                    </a:cubicBezTo>
                    <a:cubicBezTo>
                      <a:pt x="279" y="585"/>
                      <a:pt x="279" y="582"/>
                      <a:pt x="279" y="578"/>
                    </a:cubicBezTo>
                    <a:cubicBezTo>
                      <a:pt x="279" y="575"/>
                      <a:pt x="279" y="575"/>
                      <a:pt x="279" y="575"/>
                    </a:cubicBezTo>
                    <a:lnTo>
                      <a:pt x="279" y="24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5" name="Oval 53"/>
              <p:cNvSpPr>
                <a:spLocks noChangeArrowheads="1"/>
              </p:cNvSpPr>
              <p:nvPr/>
            </p:nvSpPr>
            <p:spPr bwMode="auto">
              <a:xfrm>
                <a:off x="-1715" y="-1033"/>
                <a:ext cx="531" cy="615"/>
              </a:xfrm>
              <a:prstGeom prst="ellipse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6" name="Freeform 54"/>
              <p:cNvSpPr/>
              <p:nvPr/>
            </p:nvSpPr>
            <p:spPr bwMode="auto">
              <a:xfrm>
                <a:off x="-1540" y="-371"/>
                <a:ext cx="181" cy="376"/>
              </a:xfrm>
              <a:custGeom>
                <a:avLst/>
                <a:gdLst>
                  <a:gd name="T0" fmla="*/ 0 w 181"/>
                  <a:gd name="T1" fmla="*/ 95 h 376"/>
                  <a:gd name="T2" fmla="*/ 90 w 181"/>
                  <a:gd name="T3" fmla="*/ 376 h 376"/>
                  <a:gd name="T4" fmla="*/ 181 w 181"/>
                  <a:gd name="T5" fmla="*/ 95 h 376"/>
                  <a:gd name="T6" fmla="*/ 90 w 181"/>
                  <a:gd name="T7" fmla="*/ 0 h 376"/>
                  <a:gd name="T8" fmla="*/ 0 w 181"/>
                  <a:gd name="T9" fmla="*/ 95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1" h="376">
                    <a:moveTo>
                      <a:pt x="0" y="95"/>
                    </a:moveTo>
                    <a:lnTo>
                      <a:pt x="90" y="376"/>
                    </a:lnTo>
                    <a:lnTo>
                      <a:pt x="181" y="95"/>
                    </a:lnTo>
                    <a:lnTo>
                      <a:pt x="90" y="0"/>
                    </a:lnTo>
                    <a:lnTo>
                      <a:pt x="0" y="9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7" name="Freeform 55"/>
              <p:cNvSpPr/>
              <p:nvPr/>
            </p:nvSpPr>
            <p:spPr bwMode="auto">
              <a:xfrm>
                <a:off x="-2049" y="-369"/>
                <a:ext cx="1199" cy="2834"/>
              </a:xfrm>
              <a:custGeom>
                <a:avLst/>
                <a:gdLst>
                  <a:gd name="T0" fmla="*/ 326 w 506"/>
                  <a:gd name="T1" fmla="*/ 0 h 1198"/>
                  <a:gd name="T2" fmla="*/ 252 w 506"/>
                  <a:gd name="T3" fmla="*/ 211 h 1198"/>
                  <a:gd name="T4" fmla="*/ 252 w 506"/>
                  <a:gd name="T5" fmla="*/ 211 h 1198"/>
                  <a:gd name="T6" fmla="*/ 181 w 506"/>
                  <a:gd name="T7" fmla="*/ 0 h 1198"/>
                  <a:gd name="T8" fmla="*/ 1 w 506"/>
                  <a:gd name="T9" fmla="*/ 241 h 1198"/>
                  <a:gd name="T10" fmla="*/ 0 w 506"/>
                  <a:gd name="T11" fmla="*/ 244 h 1198"/>
                  <a:gd name="T12" fmla="*/ 0 w 506"/>
                  <a:gd name="T13" fmla="*/ 575 h 1198"/>
                  <a:gd name="T14" fmla="*/ 0 w 506"/>
                  <a:gd name="T15" fmla="*/ 578 h 1198"/>
                  <a:gd name="T16" fmla="*/ 1 w 506"/>
                  <a:gd name="T17" fmla="*/ 588 h 1198"/>
                  <a:gd name="T18" fmla="*/ 206 w 506"/>
                  <a:gd name="T19" fmla="*/ 588 h 1198"/>
                  <a:gd name="T20" fmla="*/ 206 w 506"/>
                  <a:gd name="T21" fmla="*/ 817 h 1198"/>
                  <a:gd name="T22" fmla="*/ 83 w 506"/>
                  <a:gd name="T23" fmla="*/ 817 h 1198"/>
                  <a:gd name="T24" fmla="*/ 83 w 506"/>
                  <a:gd name="T25" fmla="*/ 817 h 1198"/>
                  <a:gd name="T26" fmla="*/ 83 w 506"/>
                  <a:gd name="T27" fmla="*/ 1117 h 1198"/>
                  <a:gd name="T28" fmla="*/ 168 w 506"/>
                  <a:gd name="T29" fmla="*/ 1198 h 1198"/>
                  <a:gd name="T30" fmla="*/ 253 w 506"/>
                  <a:gd name="T31" fmla="*/ 1125 h 1198"/>
                  <a:gd name="T32" fmla="*/ 338 w 506"/>
                  <a:gd name="T33" fmla="*/ 1198 h 1198"/>
                  <a:gd name="T34" fmla="*/ 423 w 506"/>
                  <a:gd name="T35" fmla="*/ 1117 h 1198"/>
                  <a:gd name="T36" fmla="*/ 423 w 506"/>
                  <a:gd name="T37" fmla="*/ 688 h 1198"/>
                  <a:gd name="T38" fmla="*/ 424 w 506"/>
                  <a:gd name="T39" fmla="*/ 677 h 1198"/>
                  <a:gd name="T40" fmla="*/ 424 w 506"/>
                  <a:gd name="T41" fmla="*/ 627 h 1198"/>
                  <a:gd name="T42" fmla="*/ 450 w 506"/>
                  <a:gd name="T43" fmla="*/ 633 h 1198"/>
                  <a:gd name="T44" fmla="*/ 506 w 506"/>
                  <a:gd name="T45" fmla="*/ 578 h 1198"/>
                  <a:gd name="T46" fmla="*/ 506 w 506"/>
                  <a:gd name="T47" fmla="*/ 244 h 1198"/>
                  <a:gd name="T48" fmla="*/ 506 w 506"/>
                  <a:gd name="T49" fmla="*/ 241 h 1198"/>
                  <a:gd name="T50" fmla="*/ 326 w 506"/>
                  <a:gd name="T51" fmla="*/ 0 h 11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</a:cxnLst>
                <a:rect l="0" t="0" r="r" b="b"/>
                <a:pathLst>
                  <a:path w="506" h="1198">
                    <a:moveTo>
                      <a:pt x="326" y="0"/>
                    </a:moveTo>
                    <a:cubicBezTo>
                      <a:pt x="252" y="211"/>
                      <a:pt x="252" y="211"/>
                      <a:pt x="252" y="211"/>
                    </a:cubicBezTo>
                    <a:cubicBezTo>
                      <a:pt x="252" y="211"/>
                      <a:pt x="252" y="211"/>
                      <a:pt x="252" y="211"/>
                    </a:cubicBezTo>
                    <a:cubicBezTo>
                      <a:pt x="181" y="0"/>
                      <a:pt x="181" y="0"/>
                      <a:pt x="181" y="0"/>
                    </a:cubicBezTo>
                    <a:cubicBezTo>
                      <a:pt x="68" y="0"/>
                      <a:pt x="4" y="107"/>
                      <a:pt x="1" y="241"/>
                    </a:cubicBezTo>
                    <a:cubicBezTo>
                      <a:pt x="1" y="242"/>
                      <a:pt x="0" y="243"/>
                      <a:pt x="0" y="244"/>
                    </a:cubicBezTo>
                    <a:cubicBezTo>
                      <a:pt x="0" y="575"/>
                      <a:pt x="0" y="575"/>
                      <a:pt x="0" y="575"/>
                    </a:cubicBezTo>
                    <a:cubicBezTo>
                      <a:pt x="0" y="578"/>
                      <a:pt x="0" y="578"/>
                      <a:pt x="0" y="578"/>
                    </a:cubicBezTo>
                    <a:cubicBezTo>
                      <a:pt x="0" y="582"/>
                      <a:pt x="1" y="585"/>
                      <a:pt x="1" y="588"/>
                    </a:cubicBezTo>
                    <a:cubicBezTo>
                      <a:pt x="206" y="588"/>
                      <a:pt x="206" y="588"/>
                      <a:pt x="206" y="588"/>
                    </a:cubicBezTo>
                    <a:cubicBezTo>
                      <a:pt x="206" y="817"/>
                      <a:pt x="206" y="817"/>
                      <a:pt x="206" y="817"/>
                    </a:cubicBezTo>
                    <a:cubicBezTo>
                      <a:pt x="83" y="817"/>
                      <a:pt x="83" y="817"/>
                      <a:pt x="83" y="817"/>
                    </a:cubicBezTo>
                    <a:cubicBezTo>
                      <a:pt x="83" y="817"/>
                      <a:pt x="83" y="817"/>
                      <a:pt x="83" y="817"/>
                    </a:cubicBezTo>
                    <a:cubicBezTo>
                      <a:pt x="83" y="1117"/>
                      <a:pt x="83" y="1117"/>
                      <a:pt x="83" y="1117"/>
                    </a:cubicBezTo>
                    <a:cubicBezTo>
                      <a:pt x="83" y="1162"/>
                      <a:pt x="121" y="1198"/>
                      <a:pt x="168" y="1198"/>
                    </a:cubicBezTo>
                    <a:cubicBezTo>
                      <a:pt x="212" y="1198"/>
                      <a:pt x="248" y="1166"/>
                      <a:pt x="253" y="1125"/>
                    </a:cubicBezTo>
                    <a:cubicBezTo>
                      <a:pt x="257" y="1166"/>
                      <a:pt x="294" y="1198"/>
                      <a:pt x="338" y="1198"/>
                    </a:cubicBezTo>
                    <a:cubicBezTo>
                      <a:pt x="385" y="1198"/>
                      <a:pt x="423" y="1162"/>
                      <a:pt x="423" y="1117"/>
                    </a:cubicBezTo>
                    <a:cubicBezTo>
                      <a:pt x="423" y="688"/>
                      <a:pt x="423" y="688"/>
                      <a:pt x="423" y="688"/>
                    </a:cubicBezTo>
                    <a:cubicBezTo>
                      <a:pt x="423" y="684"/>
                      <a:pt x="424" y="681"/>
                      <a:pt x="424" y="677"/>
                    </a:cubicBezTo>
                    <a:cubicBezTo>
                      <a:pt x="424" y="627"/>
                      <a:pt x="424" y="627"/>
                      <a:pt x="424" y="627"/>
                    </a:cubicBezTo>
                    <a:cubicBezTo>
                      <a:pt x="431" y="631"/>
                      <a:pt x="440" y="633"/>
                      <a:pt x="450" y="633"/>
                    </a:cubicBezTo>
                    <a:cubicBezTo>
                      <a:pt x="481" y="633"/>
                      <a:pt x="506" y="608"/>
                      <a:pt x="506" y="578"/>
                    </a:cubicBezTo>
                    <a:cubicBezTo>
                      <a:pt x="506" y="244"/>
                      <a:pt x="506" y="244"/>
                      <a:pt x="506" y="244"/>
                    </a:cubicBezTo>
                    <a:cubicBezTo>
                      <a:pt x="506" y="243"/>
                      <a:pt x="506" y="242"/>
                      <a:pt x="506" y="241"/>
                    </a:cubicBezTo>
                    <a:cubicBezTo>
                      <a:pt x="503" y="107"/>
                      <a:pt x="439" y="0"/>
                      <a:pt x="326" y="0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8" name="Freeform 56"/>
              <p:cNvSpPr/>
              <p:nvPr/>
            </p:nvSpPr>
            <p:spPr bwMode="auto">
              <a:xfrm>
                <a:off x="-2245" y="1048"/>
                <a:ext cx="651" cy="490"/>
              </a:xfrm>
              <a:custGeom>
                <a:avLst/>
                <a:gdLst>
                  <a:gd name="T0" fmla="*/ 172 w 651"/>
                  <a:gd name="T1" fmla="*/ 0 h 490"/>
                  <a:gd name="T2" fmla="*/ 0 w 651"/>
                  <a:gd name="T3" fmla="*/ 0 h 490"/>
                  <a:gd name="T4" fmla="*/ 0 w 651"/>
                  <a:gd name="T5" fmla="*/ 490 h 490"/>
                  <a:gd name="T6" fmla="*/ 348 w 651"/>
                  <a:gd name="T7" fmla="*/ 490 h 490"/>
                  <a:gd name="T8" fmla="*/ 386 w 651"/>
                  <a:gd name="T9" fmla="*/ 490 h 490"/>
                  <a:gd name="T10" fmla="*/ 651 w 651"/>
                  <a:gd name="T11" fmla="*/ 490 h 490"/>
                  <a:gd name="T12" fmla="*/ 651 w 651"/>
                  <a:gd name="T13" fmla="*/ 0 h 490"/>
                  <a:gd name="T14" fmla="*/ 210 w 651"/>
                  <a:gd name="T15" fmla="*/ 0 h 490"/>
                  <a:gd name="T16" fmla="*/ 172 w 651"/>
                  <a:gd name="T17" fmla="*/ 0 h 4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651" h="490">
                    <a:moveTo>
                      <a:pt x="172" y="0"/>
                    </a:moveTo>
                    <a:lnTo>
                      <a:pt x="0" y="0"/>
                    </a:lnTo>
                    <a:lnTo>
                      <a:pt x="0" y="490"/>
                    </a:lnTo>
                    <a:lnTo>
                      <a:pt x="348" y="490"/>
                    </a:lnTo>
                    <a:lnTo>
                      <a:pt x="386" y="490"/>
                    </a:lnTo>
                    <a:lnTo>
                      <a:pt x="651" y="490"/>
                    </a:lnTo>
                    <a:lnTo>
                      <a:pt x="651" y="0"/>
                    </a:lnTo>
                    <a:lnTo>
                      <a:pt x="210" y="0"/>
                    </a:lnTo>
                    <a:lnTo>
                      <a:pt x="172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49" name="矩形 48"/>
          <p:cNvSpPr/>
          <p:nvPr/>
        </p:nvSpPr>
        <p:spPr>
          <a:xfrm>
            <a:off x="6314690" y="2109514"/>
            <a:ext cx="2160240" cy="737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just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后端：冯德洋，张夏临，马羿鑫，王安旭，任安邦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1069975" y="3726180"/>
            <a:ext cx="2089150" cy="4140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just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数据库：赵卓越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1581503" y="1500036"/>
            <a:ext cx="2160240" cy="737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algn="just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前端：麦里甫哈尔，席强，朱甜甜</a:t>
            </a:r>
            <a:endParaRPr lang="zh-CN" altLang="en-US" sz="14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3" name="TextBox 6"/>
          <p:cNvSpPr txBox="1">
            <a:spLocks noChangeArrowheads="1"/>
          </p:cNvSpPr>
          <p:nvPr/>
        </p:nvSpPr>
        <p:spPr bwMode="auto">
          <a:xfrm>
            <a:off x="3473783" y="434492"/>
            <a:ext cx="205105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+mn-ea"/>
              </a:rPr>
              <a:t>任务分工</a:t>
            </a:r>
            <a:endParaRPr kumimoji="0" lang="zh-CN" sz="18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cs typeface="+mn-ea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6204835" y="3459524"/>
            <a:ext cx="2160240" cy="7372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p>
            <a:pPr algn="just" defTabSz="9144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PPT</a:t>
            </a:r>
            <a:r>
              <a:rPr lang="zh-CN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与汇报：陈嘉乐，曹宸瑜</a:t>
            </a:r>
            <a:endParaRPr lang="en-US" altLang="zh-CN" sz="140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50" grpId="0"/>
      <p:bldP spid="51" grpId="0"/>
      <p:bldP spid="5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2270693" y="3834122"/>
            <a:ext cx="933449" cy="390525"/>
            <a:chOff x="1150938" y="1535113"/>
            <a:chExt cx="933449" cy="390525"/>
          </a:xfrm>
          <a:solidFill>
            <a:schemeClr val="bg1">
              <a:lumMod val="95000"/>
            </a:schemeClr>
          </a:solidFill>
        </p:grpSpPr>
        <p:sp>
          <p:nvSpPr>
            <p:cNvPr id="16" name="Freeform 66"/>
            <p:cNvSpPr/>
            <p:nvPr/>
          </p:nvSpPr>
          <p:spPr bwMode="auto">
            <a:xfrm>
              <a:off x="1150938" y="1677988"/>
              <a:ext cx="293687" cy="247650"/>
            </a:xfrm>
            <a:custGeom>
              <a:avLst/>
              <a:gdLst>
                <a:gd name="T0" fmla="*/ 0 w 115"/>
                <a:gd name="T1" fmla="*/ 30 h 97"/>
                <a:gd name="T2" fmla="*/ 72 w 115"/>
                <a:gd name="T3" fmla="*/ 97 h 97"/>
                <a:gd name="T4" fmla="*/ 115 w 115"/>
                <a:gd name="T5" fmla="*/ 65 h 97"/>
                <a:gd name="T6" fmla="*/ 39 w 115"/>
                <a:gd name="T7" fmla="*/ 0 h 97"/>
                <a:gd name="T8" fmla="*/ 0 w 115"/>
                <a:gd name="T9" fmla="*/ 3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97">
                  <a:moveTo>
                    <a:pt x="0" y="30"/>
                  </a:moveTo>
                  <a:cubicBezTo>
                    <a:pt x="72" y="97"/>
                    <a:pt x="72" y="97"/>
                    <a:pt x="72" y="97"/>
                  </a:cubicBezTo>
                  <a:cubicBezTo>
                    <a:pt x="72" y="97"/>
                    <a:pt x="94" y="80"/>
                    <a:pt x="115" y="65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11" y="20"/>
                    <a:pt x="0" y="30"/>
                    <a:pt x="0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7" name="Freeform 67"/>
            <p:cNvSpPr/>
            <p:nvPr/>
          </p:nvSpPr>
          <p:spPr bwMode="auto">
            <a:xfrm>
              <a:off x="1295400" y="1535113"/>
              <a:ext cx="788987" cy="292100"/>
            </a:xfrm>
            <a:custGeom>
              <a:avLst/>
              <a:gdLst>
                <a:gd name="T0" fmla="*/ 261 w 309"/>
                <a:gd name="T1" fmla="*/ 33 h 114"/>
                <a:gd name="T2" fmla="*/ 205 w 309"/>
                <a:gd name="T3" fmla="*/ 64 h 114"/>
                <a:gd name="T4" fmla="*/ 125 w 309"/>
                <a:gd name="T5" fmla="*/ 55 h 114"/>
                <a:gd name="T6" fmla="*/ 176 w 309"/>
                <a:gd name="T7" fmla="*/ 48 h 114"/>
                <a:gd name="T8" fmla="*/ 217 w 309"/>
                <a:gd name="T9" fmla="*/ 19 h 114"/>
                <a:gd name="T10" fmla="*/ 140 w 309"/>
                <a:gd name="T11" fmla="*/ 14 h 114"/>
                <a:gd name="T12" fmla="*/ 66 w 309"/>
                <a:gd name="T13" fmla="*/ 14 h 114"/>
                <a:gd name="T14" fmla="*/ 0 w 309"/>
                <a:gd name="T15" fmla="*/ 54 h 114"/>
                <a:gd name="T16" fmla="*/ 68 w 309"/>
                <a:gd name="T17" fmla="*/ 114 h 114"/>
                <a:gd name="T18" fmla="*/ 91 w 309"/>
                <a:gd name="T19" fmla="*/ 102 h 114"/>
                <a:gd name="T20" fmla="*/ 205 w 309"/>
                <a:gd name="T21" fmla="*/ 102 h 114"/>
                <a:gd name="T22" fmla="*/ 309 w 309"/>
                <a:gd name="T23" fmla="*/ 19 h 114"/>
                <a:gd name="T24" fmla="*/ 261 w 309"/>
                <a:gd name="T25" fmla="*/ 33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9" h="114">
                  <a:moveTo>
                    <a:pt x="261" y="33"/>
                  </a:moveTo>
                  <a:cubicBezTo>
                    <a:pt x="243" y="49"/>
                    <a:pt x="227" y="60"/>
                    <a:pt x="205" y="64"/>
                  </a:cubicBezTo>
                  <a:cubicBezTo>
                    <a:pt x="170" y="70"/>
                    <a:pt x="135" y="62"/>
                    <a:pt x="125" y="55"/>
                  </a:cubicBezTo>
                  <a:cubicBezTo>
                    <a:pt x="108" y="44"/>
                    <a:pt x="126" y="51"/>
                    <a:pt x="176" y="48"/>
                  </a:cubicBezTo>
                  <a:cubicBezTo>
                    <a:pt x="227" y="45"/>
                    <a:pt x="217" y="19"/>
                    <a:pt x="217" y="19"/>
                  </a:cubicBezTo>
                  <a:cubicBezTo>
                    <a:pt x="206" y="17"/>
                    <a:pt x="193" y="16"/>
                    <a:pt x="140" y="14"/>
                  </a:cubicBezTo>
                  <a:cubicBezTo>
                    <a:pt x="121" y="14"/>
                    <a:pt x="84" y="10"/>
                    <a:pt x="66" y="14"/>
                  </a:cubicBezTo>
                  <a:cubicBezTo>
                    <a:pt x="46" y="18"/>
                    <a:pt x="28" y="35"/>
                    <a:pt x="0" y="54"/>
                  </a:cubicBezTo>
                  <a:cubicBezTo>
                    <a:pt x="68" y="114"/>
                    <a:pt x="68" y="114"/>
                    <a:pt x="68" y="114"/>
                  </a:cubicBezTo>
                  <a:cubicBezTo>
                    <a:pt x="79" y="107"/>
                    <a:pt x="87" y="102"/>
                    <a:pt x="91" y="102"/>
                  </a:cubicBezTo>
                  <a:cubicBezTo>
                    <a:pt x="112" y="102"/>
                    <a:pt x="166" y="107"/>
                    <a:pt x="205" y="102"/>
                  </a:cubicBezTo>
                  <a:cubicBezTo>
                    <a:pt x="282" y="64"/>
                    <a:pt x="309" y="19"/>
                    <a:pt x="309" y="19"/>
                  </a:cubicBezTo>
                  <a:cubicBezTo>
                    <a:pt x="309" y="19"/>
                    <a:pt x="288" y="0"/>
                    <a:pt x="261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821504" y="3746839"/>
            <a:ext cx="722312" cy="441325"/>
            <a:chOff x="979488" y="2314575"/>
            <a:chExt cx="722312" cy="441325"/>
          </a:xfrm>
          <a:solidFill>
            <a:schemeClr val="bg1">
              <a:lumMod val="95000"/>
            </a:schemeClr>
          </a:solidFill>
        </p:grpSpPr>
        <p:sp>
          <p:nvSpPr>
            <p:cNvPr id="19" name="Freeform 84"/>
            <p:cNvSpPr/>
            <p:nvPr/>
          </p:nvSpPr>
          <p:spPr bwMode="auto">
            <a:xfrm>
              <a:off x="1047750" y="2692400"/>
              <a:ext cx="87312" cy="63500"/>
            </a:xfrm>
            <a:custGeom>
              <a:avLst/>
              <a:gdLst>
                <a:gd name="T0" fmla="*/ 34 w 34"/>
                <a:gd name="T1" fmla="*/ 21 h 25"/>
                <a:gd name="T2" fmla="*/ 34 w 34"/>
                <a:gd name="T3" fmla="*/ 0 h 25"/>
                <a:gd name="T4" fmla="*/ 1 w 34"/>
                <a:gd name="T5" fmla="*/ 25 h 25"/>
                <a:gd name="T6" fmla="*/ 31 w 34"/>
                <a:gd name="T7" fmla="*/ 25 h 25"/>
                <a:gd name="T8" fmla="*/ 34 w 34"/>
                <a:gd name="T9" fmla="*/ 21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25">
                  <a:moveTo>
                    <a:pt x="34" y="21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4" y="0"/>
                    <a:pt x="0" y="25"/>
                    <a:pt x="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3" y="25"/>
                    <a:pt x="34" y="23"/>
                    <a:pt x="34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0" name="Freeform 85"/>
            <p:cNvSpPr/>
            <p:nvPr/>
          </p:nvSpPr>
          <p:spPr bwMode="auto">
            <a:xfrm>
              <a:off x="1163638" y="2600325"/>
              <a:ext cx="93662" cy="155575"/>
            </a:xfrm>
            <a:custGeom>
              <a:avLst/>
              <a:gdLst>
                <a:gd name="T0" fmla="*/ 33 w 37"/>
                <a:gd name="T1" fmla="*/ 61 h 61"/>
                <a:gd name="T2" fmla="*/ 37 w 37"/>
                <a:gd name="T3" fmla="*/ 57 h 61"/>
                <a:gd name="T4" fmla="*/ 37 w 37"/>
                <a:gd name="T5" fmla="*/ 0 h 61"/>
                <a:gd name="T6" fmla="*/ 1 w 37"/>
                <a:gd name="T7" fmla="*/ 27 h 61"/>
                <a:gd name="T8" fmla="*/ 0 w 37"/>
                <a:gd name="T9" fmla="*/ 28 h 61"/>
                <a:gd name="T10" fmla="*/ 0 w 37"/>
                <a:gd name="T11" fmla="*/ 57 h 61"/>
                <a:gd name="T12" fmla="*/ 3 w 37"/>
                <a:gd name="T13" fmla="*/ 61 h 61"/>
                <a:gd name="T14" fmla="*/ 33 w 37"/>
                <a:gd name="T15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61">
                  <a:moveTo>
                    <a:pt x="33" y="61"/>
                  </a:moveTo>
                  <a:cubicBezTo>
                    <a:pt x="35" y="61"/>
                    <a:pt x="37" y="59"/>
                    <a:pt x="37" y="57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9"/>
                    <a:pt x="1" y="61"/>
                    <a:pt x="3" y="61"/>
                  </a:cubicBezTo>
                  <a:lnTo>
                    <a:pt x="33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1" name="Freeform 86"/>
            <p:cNvSpPr/>
            <p:nvPr/>
          </p:nvSpPr>
          <p:spPr bwMode="auto">
            <a:xfrm>
              <a:off x="1282700" y="2525713"/>
              <a:ext cx="95250" cy="230187"/>
            </a:xfrm>
            <a:custGeom>
              <a:avLst/>
              <a:gdLst>
                <a:gd name="T0" fmla="*/ 34 w 37"/>
                <a:gd name="T1" fmla="*/ 90 h 90"/>
                <a:gd name="T2" fmla="*/ 37 w 37"/>
                <a:gd name="T3" fmla="*/ 86 h 90"/>
                <a:gd name="T4" fmla="*/ 37 w 37"/>
                <a:gd name="T5" fmla="*/ 11 h 90"/>
                <a:gd name="T6" fmla="*/ 27 w 37"/>
                <a:gd name="T7" fmla="*/ 0 h 90"/>
                <a:gd name="T8" fmla="*/ 12 w 37"/>
                <a:gd name="T9" fmla="*/ 12 h 90"/>
                <a:gd name="T10" fmla="*/ 0 w 37"/>
                <a:gd name="T11" fmla="*/ 21 h 90"/>
                <a:gd name="T12" fmla="*/ 0 w 37"/>
                <a:gd name="T13" fmla="*/ 86 h 90"/>
                <a:gd name="T14" fmla="*/ 4 w 37"/>
                <a:gd name="T15" fmla="*/ 90 h 90"/>
                <a:gd name="T16" fmla="*/ 34 w 37"/>
                <a:gd name="T17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" h="90">
                  <a:moveTo>
                    <a:pt x="34" y="90"/>
                  </a:moveTo>
                  <a:cubicBezTo>
                    <a:pt x="35" y="90"/>
                    <a:pt x="37" y="88"/>
                    <a:pt x="37" y="86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88"/>
                    <a:pt x="2" y="90"/>
                    <a:pt x="4" y="90"/>
                  </a:cubicBezTo>
                  <a:lnTo>
                    <a:pt x="34" y="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2" name="Freeform 87"/>
            <p:cNvSpPr/>
            <p:nvPr/>
          </p:nvSpPr>
          <p:spPr bwMode="auto">
            <a:xfrm>
              <a:off x="1404938" y="2562225"/>
              <a:ext cx="92075" cy="193675"/>
            </a:xfrm>
            <a:custGeom>
              <a:avLst/>
              <a:gdLst>
                <a:gd name="T0" fmla="*/ 33 w 36"/>
                <a:gd name="T1" fmla="*/ 76 h 76"/>
                <a:gd name="T2" fmla="*/ 36 w 36"/>
                <a:gd name="T3" fmla="*/ 72 h 76"/>
                <a:gd name="T4" fmla="*/ 36 w 36"/>
                <a:gd name="T5" fmla="*/ 0 h 76"/>
                <a:gd name="T6" fmla="*/ 22 w 36"/>
                <a:gd name="T7" fmla="*/ 11 h 76"/>
                <a:gd name="T8" fmla="*/ 18 w 36"/>
                <a:gd name="T9" fmla="*/ 14 h 76"/>
                <a:gd name="T10" fmla="*/ 5 w 36"/>
                <a:gd name="T11" fmla="*/ 13 h 76"/>
                <a:gd name="T12" fmla="*/ 4 w 36"/>
                <a:gd name="T13" fmla="*/ 12 h 76"/>
                <a:gd name="T14" fmla="*/ 0 w 36"/>
                <a:gd name="T15" fmla="*/ 8 h 76"/>
                <a:gd name="T16" fmla="*/ 0 w 36"/>
                <a:gd name="T17" fmla="*/ 72 h 76"/>
                <a:gd name="T18" fmla="*/ 3 w 36"/>
                <a:gd name="T19" fmla="*/ 76 h 76"/>
                <a:gd name="T20" fmla="*/ 33 w 36"/>
                <a:gd name="T21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76">
                  <a:moveTo>
                    <a:pt x="33" y="76"/>
                  </a:moveTo>
                  <a:cubicBezTo>
                    <a:pt x="35" y="76"/>
                    <a:pt x="36" y="74"/>
                    <a:pt x="36" y="72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4" y="17"/>
                    <a:pt x="9" y="17"/>
                    <a:pt x="5" y="13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4"/>
                    <a:pt x="1" y="76"/>
                    <a:pt x="3" y="76"/>
                  </a:cubicBezTo>
                  <a:lnTo>
                    <a:pt x="33" y="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3" name="Freeform 88"/>
            <p:cNvSpPr/>
            <p:nvPr/>
          </p:nvSpPr>
          <p:spPr bwMode="auto">
            <a:xfrm>
              <a:off x="1525588" y="2465388"/>
              <a:ext cx="95250" cy="290512"/>
            </a:xfrm>
            <a:custGeom>
              <a:avLst/>
              <a:gdLst>
                <a:gd name="T0" fmla="*/ 33 w 37"/>
                <a:gd name="T1" fmla="*/ 114 h 114"/>
                <a:gd name="T2" fmla="*/ 37 w 37"/>
                <a:gd name="T3" fmla="*/ 110 h 114"/>
                <a:gd name="T4" fmla="*/ 37 w 37"/>
                <a:gd name="T5" fmla="*/ 0 h 114"/>
                <a:gd name="T6" fmla="*/ 15 w 37"/>
                <a:gd name="T7" fmla="*/ 18 h 114"/>
                <a:gd name="T8" fmla="*/ 0 w 37"/>
                <a:gd name="T9" fmla="*/ 29 h 114"/>
                <a:gd name="T10" fmla="*/ 0 w 37"/>
                <a:gd name="T11" fmla="*/ 110 h 114"/>
                <a:gd name="T12" fmla="*/ 3 w 37"/>
                <a:gd name="T13" fmla="*/ 114 h 114"/>
                <a:gd name="T14" fmla="*/ 33 w 37"/>
                <a:gd name="T15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114">
                  <a:moveTo>
                    <a:pt x="33" y="114"/>
                  </a:moveTo>
                  <a:cubicBezTo>
                    <a:pt x="35" y="114"/>
                    <a:pt x="37" y="112"/>
                    <a:pt x="37" y="11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0" y="112"/>
                    <a:pt x="1" y="114"/>
                    <a:pt x="3" y="114"/>
                  </a:cubicBezTo>
                  <a:lnTo>
                    <a:pt x="33" y="1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4" name="Freeform 89"/>
            <p:cNvSpPr/>
            <p:nvPr/>
          </p:nvSpPr>
          <p:spPr bwMode="auto">
            <a:xfrm>
              <a:off x="979488" y="2314575"/>
              <a:ext cx="722312" cy="420687"/>
            </a:xfrm>
            <a:custGeom>
              <a:avLst/>
              <a:gdLst>
                <a:gd name="T0" fmla="*/ 283 w 283"/>
                <a:gd name="T1" fmla="*/ 10 h 165"/>
                <a:gd name="T2" fmla="*/ 280 w 283"/>
                <a:gd name="T3" fmla="*/ 3 h 165"/>
                <a:gd name="T4" fmla="*/ 273 w 283"/>
                <a:gd name="T5" fmla="*/ 0 h 165"/>
                <a:gd name="T6" fmla="*/ 263 w 283"/>
                <a:gd name="T7" fmla="*/ 0 h 165"/>
                <a:gd name="T8" fmla="*/ 229 w 283"/>
                <a:gd name="T9" fmla="*/ 0 h 165"/>
                <a:gd name="T10" fmla="*/ 225 w 283"/>
                <a:gd name="T11" fmla="*/ 1 h 165"/>
                <a:gd name="T12" fmla="*/ 225 w 283"/>
                <a:gd name="T13" fmla="*/ 1 h 165"/>
                <a:gd name="T14" fmla="*/ 219 w 283"/>
                <a:gd name="T15" fmla="*/ 10 h 165"/>
                <a:gd name="T16" fmla="*/ 225 w 283"/>
                <a:gd name="T17" fmla="*/ 19 h 165"/>
                <a:gd name="T18" fmla="*/ 229 w 283"/>
                <a:gd name="T19" fmla="*/ 20 h 165"/>
                <a:gd name="T20" fmla="*/ 240 w 283"/>
                <a:gd name="T21" fmla="*/ 20 h 165"/>
                <a:gd name="T22" fmla="*/ 246 w 283"/>
                <a:gd name="T23" fmla="*/ 20 h 165"/>
                <a:gd name="T24" fmla="*/ 235 w 283"/>
                <a:gd name="T25" fmla="*/ 28 h 165"/>
                <a:gd name="T26" fmla="*/ 216 w 283"/>
                <a:gd name="T27" fmla="*/ 45 h 165"/>
                <a:gd name="T28" fmla="*/ 205 w 283"/>
                <a:gd name="T29" fmla="*/ 54 h 165"/>
                <a:gd name="T30" fmla="*/ 190 w 283"/>
                <a:gd name="T31" fmla="*/ 66 h 165"/>
                <a:gd name="T32" fmla="*/ 181 w 283"/>
                <a:gd name="T33" fmla="*/ 73 h 165"/>
                <a:gd name="T34" fmla="*/ 171 w 283"/>
                <a:gd name="T35" fmla="*/ 63 h 165"/>
                <a:gd name="T36" fmla="*/ 167 w 283"/>
                <a:gd name="T37" fmla="*/ 59 h 165"/>
                <a:gd name="T38" fmla="*/ 156 w 283"/>
                <a:gd name="T39" fmla="*/ 48 h 165"/>
                <a:gd name="T40" fmla="*/ 154 w 283"/>
                <a:gd name="T41" fmla="*/ 46 h 165"/>
                <a:gd name="T42" fmla="*/ 141 w 283"/>
                <a:gd name="T43" fmla="*/ 45 h 165"/>
                <a:gd name="T44" fmla="*/ 131 w 283"/>
                <a:gd name="T45" fmla="*/ 53 h 165"/>
                <a:gd name="T46" fmla="*/ 119 w 283"/>
                <a:gd name="T47" fmla="*/ 62 h 165"/>
                <a:gd name="T48" fmla="*/ 112 w 283"/>
                <a:gd name="T49" fmla="*/ 67 h 165"/>
                <a:gd name="T50" fmla="*/ 108 w 283"/>
                <a:gd name="T51" fmla="*/ 70 h 165"/>
                <a:gd name="T52" fmla="*/ 71 w 283"/>
                <a:gd name="T53" fmla="*/ 98 h 165"/>
                <a:gd name="T54" fmla="*/ 70 w 283"/>
                <a:gd name="T55" fmla="*/ 98 h 165"/>
                <a:gd name="T56" fmla="*/ 59 w 283"/>
                <a:gd name="T57" fmla="*/ 107 h 165"/>
                <a:gd name="T58" fmla="*/ 11 w 283"/>
                <a:gd name="T59" fmla="*/ 142 h 165"/>
                <a:gd name="T60" fmla="*/ 6 w 283"/>
                <a:gd name="T61" fmla="*/ 147 h 165"/>
                <a:gd name="T62" fmla="*/ 4 w 283"/>
                <a:gd name="T63" fmla="*/ 160 h 165"/>
                <a:gd name="T64" fmla="*/ 13 w 283"/>
                <a:gd name="T65" fmla="*/ 164 h 165"/>
                <a:gd name="T66" fmla="*/ 17 w 283"/>
                <a:gd name="T67" fmla="*/ 162 h 165"/>
                <a:gd name="T68" fmla="*/ 59 w 283"/>
                <a:gd name="T69" fmla="*/ 131 h 165"/>
                <a:gd name="T70" fmla="*/ 70 w 283"/>
                <a:gd name="T71" fmla="*/ 123 h 165"/>
                <a:gd name="T72" fmla="*/ 71 w 283"/>
                <a:gd name="T73" fmla="*/ 122 h 165"/>
                <a:gd name="T74" fmla="*/ 108 w 283"/>
                <a:gd name="T75" fmla="*/ 94 h 165"/>
                <a:gd name="T76" fmla="*/ 112 w 283"/>
                <a:gd name="T77" fmla="*/ 91 h 165"/>
                <a:gd name="T78" fmla="*/ 119 w 283"/>
                <a:gd name="T79" fmla="*/ 86 h 165"/>
                <a:gd name="T80" fmla="*/ 131 w 283"/>
                <a:gd name="T81" fmla="*/ 77 h 165"/>
                <a:gd name="T82" fmla="*/ 146 w 283"/>
                <a:gd name="T83" fmla="*/ 65 h 165"/>
                <a:gd name="T84" fmla="*/ 156 w 283"/>
                <a:gd name="T85" fmla="*/ 76 h 165"/>
                <a:gd name="T86" fmla="*/ 167 w 283"/>
                <a:gd name="T87" fmla="*/ 87 h 165"/>
                <a:gd name="T88" fmla="*/ 171 w 283"/>
                <a:gd name="T89" fmla="*/ 91 h 165"/>
                <a:gd name="T90" fmla="*/ 173 w 283"/>
                <a:gd name="T91" fmla="*/ 93 h 165"/>
                <a:gd name="T92" fmla="*/ 186 w 283"/>
                <a:gd name="T93" fmla="*/ 94 h 165"/>
                <a:gd name="T94" fmla="*/ 190 w 283"/>
                <a:gd name="T95" fmla="*/ 90 h 165"/>
                <a:gd name="T96" fmla="*/ 205 w 283"/>
                <a:gd name="T97" fmla="*/ 79 h 165"/>
                <a:gd name="T98" fmla="*/ 216 w 283"/>
                <a:gd name="T99" fmla="*/ 70 h 165"/>
                <a:gd name="T100" fmla="*/ 231 w 283"/>
                <a:gd name="T101" fmla="*/ 58 h 165"/>
                <a:gd name="T102" fmla="*/ 263 w 283"/>
                <a:gd name="T103" fmla="*/ 31 h 165"/>
                <a:gd name="T104" fmla="*/ 264 w 283"/>
                <a:gd name="T105" fmla="*/ 31 h 165"/>
                <a:gd name="T106" fmla="*/ 264 w 283"/>
                <a:gd name="T107" fmla="*/ 53 h 165"/>
                <a:gd name="T108" fmla="*/ 274 w 283"/>
                <a:gd name="T109" fmla="*/ 62 h 165"/>
                <a:gd name="T110" fmla="*/ 283 w 283"/>
                <a:gd name="T111" fmla="*/ 53 h 165"/>
                <a:gd name="T112" fmla="*/ 283 w 283"/>
                <a:gd name="T113" fmla="*/ 1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83" h="165">
                  <a:moveTo>
                    <a:pt x="283" y="10"/>
                  </a:moveTo>
                  <a:cubicBezTo>
                    <a:pt x="283" y="7"/>
                    <a:pt x="282" y="5"/>
                    <a:pt x="280" y="3"/>
                  </a:cubicBezTo>
                  <a:cubicBezTo>
                    <a:pt x="278" y="1"/>
                    <a:pt x="276" y="0"/>
                    <a:pt x="273" y="0"/>
                  </a:cubicBezTo>
                  <a:cubicBezTo>
                    <a:pt x="263" y="0"/>
                    <a:pt x="263" y="0"/>
                    <a:pt x="263" y="0"/>
                  </a:cubicBezTo>
                  <a:cubicBezTo>
                    <a:pt x="229" y="0"/>
                    <a:pt x="229" y="0"/>
                    <a:pt x="229" y="0"/>
                  </a:cubicBezTo>
                  <a:cubicBezTo>
                    <a:pt x="227" y="0"/>
                    <a:pt x="226" y="1"/>
                    <a:pt x="225" y="1"/>
                  </a:cubicBezTo>
                  <a:cubicBezTo>
                    <a:pt x="225" y="1"/>
                    <a:pt x="225" y="1"/>
                    <a:pt x="225" y="1"/>
                  </a:cubicBezTo>
                  <a:cubicBezTo>
                    <a:pt x="221" y="3"/>
                    <a:pt x="219" y="6"/>
                    <a:pt x="219" y="10"/>
                  </a:cubicBezTo>
                  <a:cubicBezTo>
                    <a:pt x="219" y="14"/>
                    <a:pt x="222" y="18"/>
                    <a:pt x="225" y="19"/>
                  </a:cubicBezTo>
                  <a:cubicBezTo>
                    <a:pt x="226" y="20"/>
                    <a:pt x="227" y="20"/>
                    <a:pt x="229" y="20"/>
                  </a:cubicBezTo>
                  <a:cubicBezTo>
                    <a:pt x="240" y="20"/>
                    <a:pt x="240" y="20"/>
                    <a:pt x="240" y="20"/>
                  </a:cubicBezTo>
                  <a:cubicBezTo>
                    <a:pt x="246" y="20"/>
                    <a:pt x="246" y="20"/>
                    <a:pt x="246" y="20"/>
                  </a:cubicBezTo>
                  <a:cubicBezTo>
                    <a:pt x="235" y="28"/>
                    <a:pt x="235" y="28"/>
                    <a:pt x="235" y="28"/>
                  </a:cubicBezTo>
                  <a:cubicBezTo>
                    <a:pt x="216" y="45"/>
                    <a:pt x="216" y="45"/>
                    <a:pt x="216" y="45"/>
                  </a:cubicBezTo>
                  <a:cubicBezTo>
                    <a:pt x="205" y="54"/>
                    <a:pt x="205" y="54"/>
                    <a:pt x="205" y="54"/>
                  </a:cubicBezTo>
                  <a:cubicBezTo>
                    <a:pt x="190" y="66"/>
                    <a:pt x="190" y="66"/>
                    <a:pt x="190" y="66"/>
                  </a:cubicBezTo>
                  <a:cubicBezTo>
                    <a:pt x="181" y="73"/>
                    <a:pt x="181" y="73"/>
                    <a:pt x="181" y="73"/>
                  </a:cubicBezTo>
                  <a:cubicBezTo>
                    <a:pt x="171" y="63"/>
                    <a:pt x="171" y="63"/>
                    <a:pt x="171" y="63"/>
                  </a:cubicBezTo>
                  <a:cubicBezTo>
                    <a:pt x="167" y="59"/>
                    <a:pt x="167" y="59"/>
                    <a:pt x="167" y="59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1" y="42"/>
                    <a:pt x="145" y="42"/>
                    <a:pt x="141" y="45"/>
                  </a:cubicBezTo>
                  <a:cubicBezTo>
                    <a:pt x="131" y="53"/>
                    <a:pt x="131" y="53"/>
                    <a:pt x="131" y="53"/>
                  </a:cubicBezTo>
                  <a:cubicBezTo>
                    <a:pt x="119" y="62"/>
                    <a:pt x="119" y="62"/>
                    <a:pt x="119" y="62"/>
                  </a:cubicBezTo>
                  <a:cubicBezTo>
                    <a:pt x="112" y="67"/>
                    <a:pt x="112" y="67"/>
                    <a:pt x="112" y="67"/>
                  </a:cubicBezTo>
                  <a:cubicBezTo>
                    <a:pt x="108" y="70"/>
                    <a:pt x="108" y="70"/>
                    <a:pt x="108" y="70"/>
                  </a:cubicBezTo>
                  <a:cubicBezTo>
                    <a:pt x="71" y="98"/>
                    <a:pt x="71" y="98"/>
                    <a:pt x="71" y="98"/>
                  </a:cubicBezTo>
                  <a:cubicBezTo>
                    <a:pt x="70" y="98"/>
                    <a:pt x="70" y="98"/>
                    <a:pt x="70" y="98"/>
                  </a:cubicBezTo>
                  <a:cubicBezTo>
                    <a:pt x="59" y="107"/>
                    <a:pt x="59" y="107"/>
                    <a:pt x="59" y="107"/>
                  </a:cubicBezTo>
                  <a:cubicBezTo>
                    <a:pt x="11" y="142"/>
                    <a:pt x="11" y="142"/>
                    <a:pt x="11" y="142"/>
                  </a:cubicBezTo>
                  <a:cubicBezTo>
                    <a:pt x="6" y="147"/>
                    <a:pt x="6" y="147"/>
                    <a:pt x="6" y="147"/>
                  </a:cubicBezTo>
                  <a:cubicBezTo>
                    <a:pt x="1" y="150"/>
                    <a:pt x="0" y="156"/>
                    <a:pt x="4" y="160"/>
                  </a:cubicBezTo>
                  <a:cubicBezTo>
                    <a:pt x="6" y="163"/>
                    <a:pt x="10" y="165"/>
                    <a:pt x="13" y="164"/>
                  </a:cubicBezTo>
                  <a:cubicBezTo>
                    <a:pt x="15" y="164"/>
                    <a:pt x="16" y="163"/>
                    <a:pt x="17" y="162"/>
                  </a:cubicBezTo>
                  <a:cubicBezTo>
                    <a:pt x="59" y="131"/>
                    <a:pt x="59" y="131"/>
                    <a:pt x="59" y="131"/>
                  </a:cubicBezTo>
                  <a:cubicBezTo>
                    <a:pt x="70" y="123"/>
                    <a:pt x="70" y="123"/>
                    <a:pt x="70" y="123"/>
                  </a:cubicBezTo>
                  <a:cubicBezTo>
                    <a:pt x="71" y="122"/>
                    <a:pt x="71" y="122"/>
                    <a:pt x="71" y="122"/>
                  </a:cubicBezTo>
                  <a:cubicBezTo>
                    <a:pt x="108" y="94"/>
                    <a:pt x="108" y="94"/>
                    <a:pt x="108" y="94"/>
                  </a:cubicBezTo>
                  <a:cubicBezTo>
                    <a:pt x="112" y="91"/>
                    <a:pt x="112" y="91"/>
                    <a:pt x="112" y="91"/>
                  </a:cubicBezTo>
                  <a:cubicBezTo>
                    <a:pt x="119" y="86"/>
                    <a:pt x="119" y="86"/>
                    <a:pt x="119" y="86"/>
                  </a:cubicBezTo>
                  <a:cubicBezTo>
                    <a:pt x="131" y="77"/>
                    <a:pt x="131" y="77"/>
                    <a:pt x="131" y="77"/>
                  </a:cubicBezTo>
                  <a:cubicBezTo>
                    <a:pt x="146" y="65"/>
                    <a:pt x="146" y="65"/>
                    <a:pt x="146" y="65"/>
                  </a:cubicBezTo>
                  <a:cubicBezTo>
                    <a:pt x="156" y="76"/>
                    <a:pt x="156" y="76"/>
                    <a:pt x="156" y="76"/>
                  </a:cubicBezTo>
                  <a:cubicBezTo>
                    <a:pt x="167" y="87"/>
                    <a:pt x="167" y="87"/>
                    <a:pt x="167" y="87"/>
                  </a:cubicBezTo>
                  <a:cubicBezTo>
                    <a:pt x="171" y="91"/>
                    <a:pt x="171" y="91"/>
                    <a:pt x="171" y="91"/>
                  </a:cubicBezTo>
                  <a:cubicBezTo>
                    <a:pt x="173" y="93"/>
                    <a:pt x="173" y="93"/>
                    <a:pt x="173" y="93"/>
                  </a:cubicBezTo>
                  <a:cubicBezTo>
                    <a:pt x="177" y="96"/>
                    <a:pt x="182" y="97"/>
                    <a:pt x="186" y="9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205" y="79"/>
                    <a:pt x="205" y="79"/>
                    <a:pt x="205" y="79"/>
                  </a:cubicBezTo>
                  <a:cubicBezTo>
                    <a:pt x="216" y="70"/>
                    <a:pt x="216" y="70"/>
                    <a:pt x="216" y="70"/>
                  </a:cubicBezTo>
                  <a:cubicBezTo>
                    <a:pt x="231" y="58"/>
                    <a:pt x="231" y="58"/>
                    <a:pt x="231" y="58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4" y="31"/>
                    <a:pt x="264" y="31"/>
                    <a:pt x="264" y="31"/>
                  </a:cubicBezTo>
                  <a:cubicBezTo>
                    <a:pt x="264" y="53"/>
                    <a:pt x="264" y="53"/>
                    <a:pt x="264" y="53"/>
                  </a:cubicBezTo>
                  <a:cubicBezTo>
                    <a:pt x="264" y="58"/>
                    <a:pt x="268" y="62"/>
                    <a:pt x="274" y="62"/>
                  </a:cubicBezTo>
                  <a:cubicBezTo>
                    <a:pt x="279" y="62"/>
                    <a:pt x="283" y="58"/>
                    <a:pt x="283" y="53"/>
                  </a:cubicBezTo>
                  <a:lnTo>
                    <a:pt x="283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3013465" y="2668045"/>
            <a:ext cx="706438" cy="596900"/>
            <a:chOff x="8507413" y="4900613"/>
            <a:chExt cx="706438" cy="596900"/>
          </a:xfrm>
          <a:solidFill>
            <a:schemeClr val="bg1">
              <a:lumMod val="95000"/>
            </a:schemeClr>
          </a:solidFill>
        </p:grpSpPr>
        <p:sp>
          <p:nvSpPr>
            <p:cNvPr id="29" name="Oval 188"/>
            <p:cNvSpPr>
              <a:spLocks noChangeArrowheads="1"/>
            </p:cNvSpPr>
            <p:nvPr/>
          </p:nvSpPr>
          <p:spPr bwMode="auto">
            <a:xfrm>
              <a:off x="8759826" y="4967288"/>
              <a:ext cx="203200" cy="2032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0" name="Freeform 189"/>
            <p:cNvSpPr/>
            <p:nvPr/>
          </p:nvSpPr>
          <p:spPr bwMode="auto">
            <a:xfrm>
              <a:off x="8683626" y="5189538"/>
              <a:ext cx="357188" cy="307975"/>
            </a:xfrm>
            <a:custGeom>
              <a:avLst/>
              <a:gdLst>
                <a:gd name="T0" fmla="*/ 65 w 95"/>
                <a:gd name="T1" fmla="*/ 0 h 82"/>
                <a:gd name="T2" fmla="*/ 48 w 95"/>
                <a:gd name="T3" fmla="*/ 20 h 82"/>
                <a:gd name="T4" fmla="*/ 31 w 95"/>
                <a:gd name="T5" fmla="*/ 0 h 82"/>
                <a:gd name="T6" fmla="*/ 0 w 95"/>
                <a:gd name="T7" fmla="*/ 51 h 82"/>
                <a:gd name="T8" fmla="*/ 1 w 95"/>
                <a:gd name="T9" fmla="*/ 61 h 82"/>
                <a:gd name="T10" fmla="*/ 48 w 95"/>
                <a:gd name="T11" fmla="*/ 82 h 82"/>
                <a:gd name="T12" fmla="*/ 94 w 95"/>
                <a:gd name="T13" fmla="*/ 61 h 82"/>
                <a:gd name="T14" fmla="*/ 95 w 95"/>
                <a:gd name="T15" fmla="*/ 51 h 82"/>
                <a:gd name="T16" fmla="*/ 65 w 95"/>
                <a:gd name="T17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5" h="82">
                  <a:moveTo>
                    <a:pt x="65" y="0"/>
                  </a:moveTo>
                  <a:cubicBezTo>
                    <a:pt x="48" y="20"/>
                    <a:pt x="48" y="20"/>
                    <a:pt x="48" y="2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13" y="8"/>
                    <a:pt x="0" y="28"/>
                    <a:pt x="0" y="51"/>
                  </a:cubicBezTo>
                  <a:cubicBezTo>
                    <a:pt x="0" y="54"/>
                    <a:pt x="1" y="57"/>
                    <a:pt x="1" y="61"/>
                  </a:cubicBezTo>
                  <a:cubicBezTo>
                    <a:pt x="11" y="73"/>
                    <a:pt x="28" y="82"/>
                    <a:pt x="48" y="82"/>
                  </a:cubicBezTo>
                  <a:cubicBezTo>
                    <a:pt x="67" y="82"/>
                    <a:pt x="84" y="73"/>
                    <a:pt x="94" y="61"/>
                  </a:cubicBezTo>
                  <a:cubicBezTo>
                    <a:pt x="95" y="57"/>
                    <a:pt x="95" y="54"/>
                    <a:pt x="95" y="51"/>
                  </a:cubicBezTo>
                  <a:cubicBezTo>
                    <a:pt x="95" y="28"/>
                    <a:pt x="82" y="7"/>
                    <a:pt x="6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1" name="Freeform 190"/>
            <p:cNvSpPr/>
            <p:nvPr/>
          </p:nvSpPr>
          <p:spPr bwMode="auto">
            <a:xfrm>
              <a:off x="8958263" y="4900613"/>
              <a:ext cx="184150" cy="187325"/>
            </a:xfrm>
            <a:custGeom>
              <a:avLst/>
              <a:gdLst>
                <a:gd name="T0" fmla="*/ 24 w 49"/>
                <a:gd name="T1" fmla="*/ 0 h 50"/>
                <a:gd name="T2" fmla="*/ 0 w 49"/>
                <a:gd name="T3" fmla="*/ 18 h 50"/>
                <a:gd name="T4" fmla="*/ 11 w 49"/>
                <a:gd name="T5" fmla="*/ 45 h 50"/>
                <a:gd name="T6" fmla="*/ 11 w 49"/>
                <a:gd name="T7" fmla="*/ 46 h 50"/>
                <a:gd name="T8" fmla="*/ 24 w 49"/>
                <a:gd name="T9" fmla="*/ 50 h 50"/>
                <a:gd name="T10" fmla="*/ 49 w 49"/>
                <a:gd name="T11" fmla="*/ 25 h 50"/>
                <a:gd name="T12" fmla="*/ 24 w 49"/>
                <a:gd name="T13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50">
                  <a:moveTo>
                    <a:pt x="24" y="0"/>
                  </a:moveTo>
                  <a:cubicBezTo>
                    <a:pt x="12" y="0"/>
                    <a:pt x="2" y="8"/>
                    <a:pt x="0" y="18"/>
                  </a:cubicBezTo>
                  <a:cubicBezTo>
                    <a:pt x="6" y="25"/>
                    <a:pt x="11" y="34"/>
                    <a:pt x="11" y="45"/>
                  </a:cubicBezTo>
                  <a:cubicBezTo>
                    <a:pt x="11" y="45"/>
                    <a:pt x="11" y="46"/>
                    <a:pt x="11" y="46"/>
                  </a:cubicBezTo>
                  <a:cubicBezTo>
                    <a:pt x="14" y="49"/>
                    <a:pt x="19" y="50"/>
                    <a:pt x="24" y="50"/>
                  </a:cubicBezTo>
                  <a:cubicBezTo>
                    <a:pt x="37" y="50"/>
                    <a:pt x="49" y="39"/>
                    <a:pt x="49" y="25"/>
                  </a:cubicBezTo>
                  <a:cubicBezTo>
                    <a:pt x="49" y="11"/>
                    <a:pt x="37" y="0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2" name="Freeform 191"/>
            <p:cNvSpPr/>
            <p:nvPr/>
          </p:nvSpPr>
          <p:spPr bwMode="auto">
            <a:xfrm>
              <a:off x="8575676" y="4900613"/>
              <a:ext cx="187325" cy="187325"/>
            </a:xfrm>
            <a:custGeom>
              <a:avLst/>
              <a:gdLst>
                <a:gd name="T0" fmla="*/ 40 w 50"/>
                <a:gd name="T1" fmla="*/ 45 h 50"/>
                <a:gd name="T2" fmla="*/ 50 w 50"/>
                <a:gd name="T3" fmla="*/ 20 h 50"/>
                <a:gd name="T4" fmla="*/ 25 w 50"/>
                <a:gd name="T5" fmla="*/ 0 h 50"/>
                <a:gd name="T6" fmla="*/ 0 w 50"/>
                <a:gd name="T7" fmla="*/ 25 h 50"/>
                <a:gd name="T8" fmla="*/ 25 w 50"/>
                <a:gd name="T9" fmla="*/ 50 h 50"/>
                <a:gd name="T10" fmla="*/ 40 w 50"/>
                <a:gd name="T11" fmla="*/ 45 h 50"/>
                <a:gd name="T12" fmla="*/ 40 w 50"/>
                <a:gd name="T13" fmla="*/ 45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" h="50">
                  <a:moveTo>
                    <a:pt x="40" y="45"/>
                  </a:moveTo>
                  <a:cubicBezTo>
                    <a:pt x="40" y="35"/>
                    <a:pt x="44" y="26"/>
                    <a:pt x="50" y="20"/>
                  </a:cubicBezTo>
                  <a:cubicBezTo>
                    <a:pt x="48" y="8"/>
                    <a:pt x="37" y="0"/>
                    <a:pt x="25" y="0"/>
                  </a:cubicBezTo>
                  <a:cubicBezTo>
                    <a:pt x="12" y="0"/>
                    <a:pt x="0" y="11"/>
                    <a:pt x="0" y="25"/>
                  </a:cubicBezTo>
                  <a:cubicBezTo>
                    <a:pt x="0" y="39"/>
                    <a:pt x="12" y="50"/>
                    <a:pt x="25" y="50"/>
                  </a:cubicBezTo>
                  <a:cubicBezTo>
                    <a:pt x="31" y="50"/>
                    <a:pt x="36" y="48"/>
                    <a:pt x="40" y="45"/>
                  </a:cubicBezTo>
                  <a:cubicBezTo>
                    <a:pt x="40" y="45"/>
                    <a:pt x="40" y="45"/>
                    <a:pt x="40" y="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3" name="Freeform 192"/>
            <p:cNvSpPr/>
            <p:nvPr/>
          </p:nvSpPr>
          <p:spPr bwMode="auto">
            <a:xfrm>
              <a:off x="8958263" y="5103813"/>
              <a:ext cx="255588" cy="285750"/>
            </a:xfrm>
            <a:custGeom>
              <a:avLst/>
              <a:gdLst>
                <a:gd name="T0" fmla="*/ 40 w 68"/>
                <a:gd name="T1" fmla="*/ 0 h 76"/>
                <a:gd name="T2" fmla="*/ 24 w 68"/>
                <a:gd name="T3" fmla="*/ 19 h 76"/>
                <a:gd name="T4" fmla="*/ 9 w 68"/>
                <a:gd name="T5" fmla="*/ 2 h 76"/>
                <a:gd name="T6" fmla="*/ 0 w 68"/>
                <a:gd name="T7" fmla="*/ 16 h 76"/>
                <a:gd name="T8" fmla="*/ 32 w 68"/>
                <a:gd name="T9" fmla="*/ 74 h 76"/>
                <a:gd name="T10" fmla="*/ 31 w 68"/>
                <a:gd name="T11" fmla="*/ 76 h 76"/>
                <a:gd name="T12" fmla="*/ 67 w 68"/>
                <a:gd name="T13" fmla="*/ 57 h 76"/>
                <a:gd name="T14" fmla="*/ 68 w 68"/>
                <a:gd name="T15" fmla="*/ 48 h 76"/>
                <a:gd name="T16" fmla="*/ 40 w 68"/>
                <a:gd name="T17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8" h="76">
                  <a:moveTo>
                    <a:pt x="40" y="0"/>
                  </a:moveTo>
                  <a:cubicBezTo>
                    <a:pt x="24" y="19"/>
                    <a:pt x="24" y="19"/>
                    <a:pt x="24" y="19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7" y="7"/>
                    <a:pt x="4" y="12"/>
                    <a:pt x="0" y="16"/>
                  </a:cubicBezTo>
                  <a:cubicBezTo>
                    <a:pt x="19" y="27"/>
                    <a:pt x="32" y="49"/>
                    <a:pt x="32" y="74"/>
                  </a:cubicBezTo>
                  <a:cubicBezTo>
                    <a:pt x="32" y="75"/>
                    <a:pt x="31" y="75"/>
                    <a:pt x="31" y="76"/>
                  </a:cubicBezTo>
                  <a:cubicBezTo>
                    <a:pt x="46" y="74"/>
                    <a:pt x="59" y="67"/>
                    <a:pt x="67" y="57"/>
                  </a:cubicBezTo>
                  <a:cubicBezTo>
                    <a:pt x="68" y="54"/>
                    <a:pt x="68" y="51"/>
                    <a:pt x="68" y="48"/>
                  </a:cubicBezTo>
                  <a:cubicBezTo>
                    <a:pt x="68" y="26"/>
                    <a:pt x="56" y="8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4" name="Freeform 193"/>
            <p:cNvSpPr/>
            <p:nvPr/>
          </p:nvSpPr>
          <p:spPr bwMode="auto">
            <a:xfrm>
              <a:off x="8507413" y="5103813"/>
              <a:ext cx="258763" cy="285750"/>
            </a:xfrm>
            <a:custGeom>
              <a:avLst/>
              <a:gdLst>
                <a:gd name="T0" fmla="*/ 38 w 69"/>
                <a:gd name="T1" fmla="*/ 74 h 76"/>
                <a:gd name="T2" fmla="*/ 69 w 69"/>
                <a:gd name="T3" fmla="*/ 17 h 76"/>
                <a:gd name="T4" fmla="*/ 59 w 69"/>
                <a:gd name="T5" fmla="*/ 0 h 76"/>
                <a:gd name="T6" fmla="*/ 59 w 69"/>
                <a:gd name="T7" fmla="*/ 0 h 76"/>
                <a:gd name="T8" fmla="*/ 44 w 69"/>
                <a:gd name="T9" fmla="*/ 19 h 76"/>
                <a:gd name="T10" fmla="*/ 28 w 69"/>
                <a:gd name="T11" fmla="*/ 1 h 76"/>
                <a:gd name="T12" fmla="*/ 0 w 69"/>
                <a:gd name="T13" fmla="*/ 48 h 76"/>
                <a:gd name="T14" fmla="*/ 0 w 69"/>
                <a:gd name="T15" fmla="*/ 57 h 76"/>
                <a:gd name="T16" fmla="*/ 38 w 69"/>
                <a:gd name="T17" fmla="*/ 76 h 76"/>
                <a:gd name="T18" fmla="*/ 38 w 69"/>
                <a:gd name="T19" fmla="*/ 74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" h="76">
                  <a:moveTo>
                    <a:pt x="38" y="74"/>
                  </a:moveTo>
                  <a:cubicBezTo>
                    <a:pt x="38" y="49"/>
                    <a:pt x="50" y="28"/>
                    <a:pt x="69" y="17"/>
                  </a:cubicBezTo>
                  <a:cubicBezTo>
                    <a:pt x="65" y="12"/>
                    <a:pt x="61" y="7"/>
                    <a:pt x="59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12" y="8"/>
                    <a:pt x="0" y="26"/>
                    <a:pt x="0" y="48"/>
                  </a:cubicBezTo>
                  <a:cubicBezTo>
                    <a:pt x="0" y="51"/>
                    <a:pt x="0" y="54"/>
                    <a:pt x="0" y="57"/>
                  </a:cubicBezTo>
                  <a:cubicBezTo>
                    <a:pt x="9" y="67"/>
                    <a:pt x="22" y="75"/>
                    <a:pt x="38" y="76"/>
                  </a:cubicBezTo>
                  <a:cubicBezTo>
                    <a:pt x="38" y="75"/>
                    <a:pt x="38" y="75"/>
                    <a:pt x="38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</p:grpSp>
      <p:sp>
        <p:nvSpPr>
          <p:cNvPr id="42" name="TextBox 6"/>
          <p:cNvSpPr txBox="1">
            <a:spLocks noChangeArrowheads="1"/>
          </p:cNvSpPr>
          <p:nvPr/>
        </p:nvSpPr>
        <p:spPr bwMode="auto">
          <a:xfrm>
            <a:off x="3473783" y="434492"/>
            <a:ext cx="205105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0" lang="zh-CN" sz="18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+mn-ea"/>
              </a:rPr>
              <a:t>业务流程</a:t>
            </a:r>
            <a:endParaRPr kumimoji="0" lang="zh-CN" sz="18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cs typeface="+mn-ea"/>
            </a:endParaRPr>
          </a:p>
        </p:txBody>
      </p:sp>
      <p:sp>
        <p:nvSpPr>
          <p:cNvPr id="43" name="TextBox 6"/>
          <p:cNvSpPr txBox="1">
            <a:spLocks noChangeArrowheads="1"/>
          </p:cNvSpPr>
          <p:nvPr/>
        </p:nvSpPr>
        <p:spPr bwMode="auto">
          <a:xfrm>
            <a:off x="3821045" y="752508"/>
            <a:ext cx="131597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sz="1100" i="0" u="none" strike="noStrike" cap="none" normalizeH="0" baseline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Arial Narrow" panose="020B0606020202030204" pitchFamily="34" charset="0"/>
              <a:cs typeface="+mn-ea"/>
            </a:endParaRPr>
          </a:p>
        </p:txBody>
      </p:sp>
      <p:sp>
        <p:nvSpPr>
          <p:cNvPr id="38" name="TextBox 6"/>
          <p:cNvSpPr txBox="1">
            <a:spLocks noChangeArrowheads="1"/>
          </p:cNvSpPr>
          <p:nvPr/>
        </p:nvSpPr>
        <p:spPr bwMode="auto">
          <a:xfrm>
            <a:off x="519033" y="133676"/>
            <a:ext cx="13169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577188"/>
                </a:solidFill>
                <a:effectLst/>
                <a:latin typeface="+mn-ea"/>
                <a:cs typeface="+mn-ea"/>
              </a:rPr>
              <a:t>PART</a:t>
            </a:r>
            <a:endParaRPr kumimoji="0" lang="zh-CN" sz="1800" b="0" i="0" u="none" strike="noStrike" cap="none" normalizeH="0" baseline="0" dirty="0">
              <a:ln>
                <a:noFill/>
              </a:ln>
              <a:solidFill>
                <a:srgbClr val="577188"/>
              </a:solidFill>
              <a:effectLst/>
              <a:latin typeface="Arial" panose="020B0604020202020204" pitchFamily="34" charset="0"/>
              <a:cs typeface="+mn-ea"/>
            </a:endParaRPr>
          </a:p>
        </p:txBody>
      </p:sp>
      <p:sp>
        <p:nvSpPr>
          <p:cNvPr id="35" name="TextBox 6"/>
          <p:cNvSpPr txBox="1">
            <a:spLocks noChangeArrowheads="1"/>
          </p:cNvSpPr>
          <p:nvPr/>
        </p:nvSpPr>
        <p:spPr bwMode="auto">
          <a:xfrm>
            <a:off x="518911" y="409713"/>
            <a:ext cx="1450582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4800" u="none" strike="noStrike" cap="none" normalizeH="0" baseline="0" dirty="0">
                <a:ln>
                  <a:noFill/>
                </a:ln>
                <a:solidFill>
                  <a:srgbClr val="577188"/>
                </a:solidFill>
                <a:effectLst/>
                <a:latin typeface="Impact" panose="020B0806030902050204" pitchFamily="34" charset="0"/>
                <a:cs typeface="+mn-ea"/>
              </a:rPr>
              <a:t>04</a:t>
            </a:r>
            <a:endParaRPr kumimoji="0" lang="zh-CN" sz="4400" u="none" strike="noStrike" cap="none" normalizeH="0" baseline="0" dirty="0">
              <a:ln>
                <a:noFill/>
              </a:ln>
              <a:solidFill>
                <a:srgbClr val="577188"/>
              </a:solidFill>
              <a:effectLst/>
              <a:latin typeface="Impact" panose="020B0806030902050204" pitchFamily="34" charset="0"/>
              <a:cs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937375" y="330200"/>
            <a:ext cx="1656080" cy="9093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前端：</a:t>
            </a:r>
            <a:r>
              <a:rPr lang="en-US" altLang="zh-CN"/>
              <a:t>9252</a:t>
            </a:r>
            <a:endParaRPr lang="en-US" altLang="zh-CN"/>
          </a:p>
          <a:p>
            <a:r>
              <a:rPr lang="zh-CN" altLang="en-US"/>
              <a:t>后端：</a:t>
            </a:r>
            <a:r>
              <a:rPr lang="en-US" altLang="zh-CN"/>
              <a:t>9251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1477010" y="1043940"/>
            <a:ext cx="1604645" cy="299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用户登录注册</a:t>
            </a:r>
            <a:endParaRPr lang="zh-CN" altLang="en-US"/>
          </a:p>
        </p:txBody>
      </p:sp>
      <p:pic>
        <p:nvPicPr>
          <p:cNvPr id="4" name="图片 3" descr="9B1DBDEF4F1DAFABCD726AC7EF3BD4D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3980" y="1343660"/>
            <a:ext cx="6831965" cy="36849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9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2270693" y="3834122"/>
            <a:ext cx="933449" cy="390525"/>
            <a:chOff x="1150938" y="1535113"/>
            <a:chExt cx="933449" cy="390525"/>
          </a:xfrm>
          <a:solidFill>
            <a:schemeClr val="bg1">
              <a:lumMod val="95000"/>
            </a:schemeClr>
          </a:solidFill>
        </p:grpSpPr>
        <p:sp>
          <p:nvSpPr>
            <p:cNvPr id="16" name="Freeform 66"/>
            <p:cNvSpPr/>
            <p:nvPr/>
          </p:nvSpPr>
          <p:spPr bwMode="auto">
            <a:xfrm>
              <a:off x="1150938" y="1677988"/>
              <a:ext cx="293687" cy="247650"/>
            </a:xfrm>
            <a:custGeom>
              <a:avLst/>
              <a:gdLst>
                <a:gd name="T0" fmla="*/ 0 w 115"/>
                <a:gd name="T1" fmla="*/ 30 h 97"/>
                <a:gd name="T2" fmla="*/ 72 w 115"/>
                <a:gd name="T3" fmla="*/ 97 h 97"/>
                <a:gd name="T4" fmla="*/ 115 w 115"/>
                <a:gd name="T5" fmla="*/ 65 h 97"/>
                <a:gd name="T6" fmla="*/ 39 w 115"/>
                <a:gd name="T7" fmla="*/ 0 h 97"/>
                <a:gd name="T8" fmla="*/ 0 w 115"/>
                <a:gd name="T9" fmla="*/ 3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97">
                  <a:moveTo>
                    <a:pt x="0" y="30"/>
                  </a:moveTo>
                  <a:cubicBezTo>
                    <a:pt x="72" y="97"/>
                    <a:pt x="72" y="97"/>
                    <a:pt x="72" y="97"/>
                  </a:cubicBezTo>
                  <a:cubicBezTo>
                    <a:pt x="72" y="97"/>
                    <a:pt x="94" y="80"/>
                    <a:pt x="115" y="65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11" y="20"/>
                    <a:pt x="0" y="30"/>
                    <a:pt x="0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7" name="Freeform 67"/>
            <p:cNvSpPr/>
            <p:nvPr/>
          </p:nvSpPr>
          <p:spPr bwMode="auto">
            <a:xfrm>
              <a:off x="1295400" y="1535113"/>
              <a:ext cx="788987" cy="292100"/>
            </a:xfrm>
            <a:custGeom>
              <a:avLst/>
              <a:gdLst>
                <a:gd name="T0" fmla="*/ 261 w 309"/>
                <a:gd name="T1" fmla="*/ 33 h 114"/>
                <a:gd name="T2" fmla="*/ 205 w 309"/>
                <a:gd name="T3" fmla="*/ 64 h 114"/>
                <a:gd name="T4" fmla="*/ 125 w 309"/>
                <a:gd name="T5" fmla="*/ 55 h 114"/>
                <a:gd name="T6" fmla="*/ 176 w 309"/>
                <a:gd name="T7" fmla="*/ 48 h 114"/>
                <a:gd name="T8" fmla="*/ 217 w 309"/>
                <a:gd name="T9" fmla="*/ 19 h 114"/>
                <a:gd name="T10" fmla="*/ 140 w 309"/>
                <a:gd name="T11" fmla="*/ 14 h 114"/>
                <a:gd name="T12" fmla="*/ 66 w 309"/>
                <a:gd name="T13" fmla="*/ 14 h 114"/>
                <a:gd name="T14" fmla="*/ 0 w 309"/>
                <a:gd name="T15" fmla="*/ 54 h 114"/>
                <a:gd name="T16" fmla="*/ 68 w 309"/>
                <a:gd name="T17" fmla="*/ 114 h 114"/>
                <a:gd name="T18" fmla="*/ 91 w 309"/>
                <a:gd name="T19" fmla="*/ 102 h 114"/>
                <a:gd name="T20" fmla="*/ 205 w 309"/>
                <a:gd name="T21" fmla="*/ 102 h 114"/>
                <a:gd name="T22" fmla="*/ 309 w 309"/>
                <a:gd name="T23" fmla="*/ 19 h 114"/>
                <a:gd name="T24" fmla="*/ 261 w 309"/>
                <a:gd name="T25" fmla="*/ 33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9" h="114">
                  <a:moveTo>
                    <a:pt x="261" y="33"/>
                  </a:moveTo>
                  <a:cubicBezTo>
                    <a:pt x="243" y="49"/>
                    <a:pt x="227" y="60"/>
                    <a:pt x="205" y="64"/>
                  </a:cubicBezTo>
                  <a:cubicBezTo>
                    <a:pt x="170" y="70"/>
                    <a:pt x="135" y="62"/>
                    <a:pt x="125" y="55"/>
                  </a:cubicBezTo>
                  <a:cubicBezTo>
                    <a:pt x="108" y="44"/>
                    <a:pt x="126" y="51"/>
                    <a:pt x="176" y="48"/>
                  </a:cubicBezTo>
                  <a:cubicBezTo>
                    <a:pt x="227" y="45"/>
                    <a:pt x="217" y="19"/>
                    <a:pt x="217" y="19"/>
                  </a:cubicBezTo>
                  <a:cubicBezTo>
                    <a:pt x="206" y="17"/>
                    <a:pt x="193" y="16"/>
                    <a:pt x="140" y="14"/>
                  </a:cubicBezTo>
                  <a:cubicBezTo>
                    <a:pt x="121" y="14"/>
                    <a:pt x="84" y="10"/>
                    <a:pt x="66" y="14"/>
                  </a:cubicBezTo>
                  <a:cubicBezTo>
                    <a:pt x="46" y="18"/>
                    <a:pt x="28" y="35"/>
                    <a:pt x="0" y="54"/>
                  </a:cubicBezTo>
                  <a:cubicBezTo>
                    <a:pt x="68" y="114"/>
                    <a:pt x="68" y="114"/>
                    <a:pt x="68" y="114"/>
                  </a:cubicBezTo>
                  <a:cubicBezTo>
                    <a:pt x="79" y="107"/>
                    <a:pt x="87" y="102"/>
                    <a:pt x="91" y="102"/>
                  </a:cubicBezTo>
                  <a:cubicBezTo>
                    <a:pt x="112" y="102"/>
                    <a:pt x="166" y="107"/>
                    <a:pt x="205" y="102"/>
                  </a:cubicBezTo>
                  <a:cubicBezTo>
                    <a:pt x="282" y="64"/>
                    <a:pt x="309" y="19"/>
                    <a:pt x="309" y="19"/>
                  </a:cubicBezTo>
                  <a:cubicBezTo>
                    <a:pt x="309" y="19"/>
                    <a:pt x="288" y="0"/>
                    <a:pt x="261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821504" y="3746839"/>
            <a:ext cx="722312" cy="441325"/>
            <a:chOff x="979488" y="2314575"/>
            <a:chExt cx="722312" cy="441325"/>
          </a:xfrm>
          <a:solidFill>
            <a:schemeClr val="bg1">
              <a:lumMod val="95000"/>
            </a:schemeClr>
          </a:solidFill>
        </p:grpSpPr>
        <p:sp>
          <p:nvSpPr>
            <p:cNvPr id="19" name="Freeform 84"/>
            <p:cNvSpPr/>
            <p:nvPr/>
          </p:nvSpPr>
          <p:spPr bwMode="auto">
            <a:xfrm>
              <a:off x="1047750" y="2692400"/>
              <a:ext cx="87312" cy="63500"/>
            </a:xfrm>
            <a:custGeom>
              <a:avLst/>
              <a:gdLst>
                <a:gd name="T0" fmla="*/ 34 w 34"/>
                <a:gd name="T1" fmla="*/ 21 h 25"/>
                <a:gd name="T2" fmla="*/ 34 w 34"/>
                <a:gd name="T3" fmla="*/ 0 h 25"/>
                <a:gd name="T4" fmla="*/ 1 w 34"/>
                <a:gd name="T5" fmla="*/ 25 h 25"/>
                <a:gd name="T6" fmla="*/ 31 w 34"/>
                <a:gd name="T7" fmla="*/ 25 h 25"/>
                <a:gd name="T8" fmla="*/ 34 w 34"/>
                <a:gd name="T9" fmla="*/ 21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25">
                  <a:moveTo>
                    <a:pt x="34" y="21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4" y="0"/>
                    <a:pt x="0" y="25"/>
                    <a:pt x="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3" y="25"/>
                    <a:pt x="34" y="23"/>
                    <a:pt x="34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0" name="Freeform 85"/>
            <p:cNvSpPr/>
            <p:nvPr/>
          </p:nvSpPr>
          <p:spPr bwMode="auto">
            <a:xfrm>
              <a:off x="1163638" y="2600325"/>
              <a:ext cx="93662" cy="155575"/>
            </a:xfrm>
            <a:custGeom>
              <a:avLst/>
              <a:gdLst>
                <a:gd name="T0" fmla="*/ 33 w 37"/>
                <a:gd name="T1" fmla="*/ 61 h 61"/>
                <a:gd name="T2" fmla="*/ 37 w 37"/>
                <a:gd name="T3" fmla="*/ 57 h 61"/>
                <a:gd name="T4" fmla="*/ 37 w 37"/>
                <a:gd name="T5" fmla="*/ 0 h 61"/>
                <a:gd name="T6" fmla="*/ 1 w 37"/>
                <a:gd name="T7" fmla="*/ 27 h 61"/>
                <a:gd name="T8" fmla="*/ 0 w 37"/>
                <a:gd name="T9" fmla="*/ 28 h 61"/>
                <a:gd name="T10" fmla="*/ 0 w 37"/>
                <a:gd name="T11" fmla="*/ 57 h 61"/>
                <a:gd name="T12" fmla="*/ 3 w 37"/>
                <a:gd name="T13" fmla="*/ 61 h 61"/>
                <a:gd name="T14" fmla="*/ 33 w 37"/>
                <a:gd name="T15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61">
                  <a:moveTo>
                    <a:pt x="33" y="61"/>
                  </a:moveTo>
                  <a:cubicBezTo>
                    <a:pt x="35" y="61"/>
                    <a:pt x="37" y="59"/>
                    <a:pt x="37" y="57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9"/>
                    <a:pt x="1" y="61"/>
                    <a:pt x="3" y="61"/>
                  </a:cubicBezTo>
                  <a:lnTo>
                    <a:pt x="33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1" name="Freeform 86"/>
            <p:cNvSpPr/>
            <p:nvPr/>
          </p:nvSpPr>
          <p:spPr bwMode="auto">
            <a:xfrm>
              <a:off x="1282700" y="2525713"/>
              <a:ext cx="95250" cy="230187"/>
            </a:xfrm>
            <a:custGeom>
              <a:avLst/>
              <a:gdLst>
                <a:gd name="T0" fmla="*/ 34 w 37"/>
                <a:gd name="T1" fmla="*/ 90 h 90"/>
                <a:gd name="T2" fmla="*/ 37 w 37"/>
                <a:gd name="T3" fmla="*/ 86 h 90"/>
                <a:gd name="T4" fmla="*/ 37 w 37"/>
                <a:gd name="T5" fmla="*/ 11 h 90"/>
                <a:gd name="T6" fmla="*/ 27 w 37"/>
                <a:gd name="T7" fmla="*/ 0 h 90"/>
                <a:gd name="T8" fmla="*/ 12 w 37"/>
                <a:gd name="T9" fmla="*/ 12 h 90"/>
                <a:gd name="T10" fmla="*/ 0 w 37"/>
                <a:gd name="T11" fmla="*/ 21 h 90"/>
                <a:gd name="T12" fmla="*/ 0 w 37"/>
                <a:gd name="T13" fmla="*/ 86 h 90"/>
                <a:gd name="T14" fmla="*/ 4 w 37"/>
                <a:gd name="T15" fmla="*/ 90 h 90"/>
                <a:gd name="T16" fmla="*/ 34 w 37"/>
                <a:gd name="T17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" h="90">
                  <a:moveTo>
                    <a:pt x="34" y="90"/>
                  </a:moveTo>
                  <a:cubicBezTo>
                    <a:pt x="35" y="90"/>
                    <a:pt x="37" y="88"/>
                    <a:pt x="37" y="86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88"/>
                    <a:pt x="2" y="90"/>
                    <a:pt x="4" y="90"/>
                  </a:cubicBezTo>
                  <a:lnTo>
                    <a:pt x="34" y="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2" name="Freeform 87"/>
            <p:cNvSpPr/>
            <p:nvPr/>
          </p:nvSpPr>
          <p:spPr bwMode="auto">
            <a:xfrm>
              <a:off x="1404938" y="2562225"/>
              <a:ext cx="92075" cy="193675"/>
            </a:xfrm>
            <a:custGeom>
              <a:avLst/>
              <a:gdLst>
                <a:gd name="T0" fmla="*/ 33 w 36"/>
                <a:gd name="T1" fmla="*/ 76 h 76"/>
                <a:gd name="T2" fmla="*/ 36 w 36"/>
                <a:gd name="T3" fmla="*/ 72 h 76"/>
                <a:gd name="T4" fmla="*/ 36 w 36"/>
                <a:gd name="T5" fmla="*/ 0 h 76"/>
                <a:gd name="T6" fmla="*/ 22 w 36"/>
                <a:gd name="T7" fmla="*/ 11 h 76"/>
                <a:gd name="T8" fmla="*/ 18 w 36"/>
                <a:gd name="T9" fmla="*/ 14 h 76"/>
                <a:gd name="T10" fmla="*/ 5 w 36"/>
                <a:gd name="T11" fmla="*/ 13 h 76"/>
                <a:gd name="T12" fmla="*/ 4 w 36"/>
                <a:gd name="T13" fmla="*/ 12 h 76"/>
                <a:gd name="T14" fmla="*/ 0 w 36"/>
                <a:gd name="T15" fmla="*/ 8 h 76"/>
                <a:gd name="T16" fmla="*/ 0 w 36"/>
                <a:gd name="T17" fmla="*/ 72 h 76"/>
                <a:gd name="T18" fmla="*/ 3 w 36"/>
                <a:gd name="T19" fmla="*/ 76 h 76"/>
                <a:gd name="T20" fmla="*/ 33 w 36"/>
                <a:gd name="T21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76">
                  <a:moveTo>
                    <a:pt x="33" y="76"/>
                  </a:moveTo>
                  <a:cubicBezTo>
                    <a:pt x="35" y="76"/>
                    <a:pt x="36" y="74"/>
                    <a:pt x="36" y="72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4" y="17"/>
                    <a:pt x="9" y="17"/>
                    <a:pt x="5" y="13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4"/>
                    <a:pt x="1" y="76"/>
                    <a:pt x="3" y="76"/>
                  </a:cubicBezTo>
                  <a:lnTo>
                    <a:pt x="33" y="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3" name="Freeform 88"/>
            <p:cNvSpPr/>
            <p:nvPr/>
          </p:nvSpPr>
          <p:spPr bwMode="auto">
            <a:xfrm>
              <a:off x="1525588" y="2465388"/>
              <a:ext cx="95250" cy="290512"/>
            </a:xfrm>
            <a:custGeom>
              <a:avLst/>
              <a:gdLst>
                <a:gd name="T0" fmla="*/ 33 w 37"/>
                <a:gd name="T1" fmla="*/ 114 h 114"/>
                <a:gd name="T2" fmla="*/ 37 w 37"/>
                <a:gd name="T3" fmla="*/ 110 h 114"/>
                <a:gd name="T4" fmla="*/ 37 w 37"/>
                <a:gd name="T5" fmla="*/ 0 h 114"/>
                <a:gd name="T6" fmla="*/ 15 w 37"/>
                <a:gd name="T7" fmla="*/ 18 h 114"/>
                <a:gd name="T8" fmla="*/ 0 w 37"/>
                <a:gd name="T9" fmla="*/ 29 h 114"/>
                <a:gd name="T10" fmla="*/ 0 w 37"/>
                <a:gd name="T11" fmla="*/ 110 h 114"/>
                <a:gd name="T12" fmla="*/ 3 w 37"/>
                <a:gd name="T13" fmla="*/ 114 h 114"/>
                <a:gd name="T14" fmla="*/ 33 w 37"/>
                <a:gd name="T15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114">
                  <a:moveTo>
                    <a:pt x="33" y="114"/>
                  </a:moveTo>
                  <a:cubicBezTo>
                    <a:pt x="35" y="114"/>
                    <a:pt x="37" y="112"/>
                    <a:pt x="37" y="11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0" y="112"/>
                    <a:pt x="1" y="114"/>
                    <a:pt x="3" y="114"/>
                  </a:cubicBezTo>
                  <a:lnTo>
                    <a:pt x="33" y="1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4" name="Freeform 89"/>
            <p:cNvSpPr/>
            <p:nvPr/>
          </p:nvSpPr>
          <p:spPr bwMode="auto">
            <a:xfrm>
              <a:off x="979488" y="2314575"/>
              <a:ext cx="722312" cy="420687"/>
            </a:xfrm>
            <a:custGeom>
              <a:avLst/>
              <a:gdLst>
                <a:gd name="T0" fmla="*/ 283 w 283"/>
                <a:gd name="T1" fmla="*/ 10 h 165"/>
                <a:gd name="T2" fmla="*/ 280 w 283"/>
                <a:gd name="T3" fmla="*/ 3 h 165"/>
                <a:gd name="T4" fmla="*/ 273 w 283"/>
                <a:gd name="T5" fmla="*/ 0 h 165"/>
                <a:gd name="T6" fmla="*/ 263 w 283"/>
                <a:gd name="T7" fmla="*/ 0 h 165"/>
                <a:gd name="T8" fmla="*/ 229 w 283"/>
                <a:gd name="T9" fmla="*/ 0 h 165"/>
                <a:gd name="T10" fmla="*/ 225 w 283"/>
                <a:gd name="T11" fmla="*/ 1 h 165"/>
                <a:gd name="T12" fmla="*/ 225 w 283"/>
                <a:gd name="T13" fmla="*/ 1 h 165"/>
                <a:gd name="T14" fmla="*/ 219 w 283"/>
                <a:gd name="T15" fmla="*/ 10 h 165"/>
                <a:gd name="T16" fmla="*/ 225 w 283"/>
                <a:gd name="T17" fmla="*/ 19 h 165"/>
                <a:gd name="T18" fmla="*/ 229 w 283"/>
                <a:gd name="T19" fmla="*/ 20 h 165"/>
                <a:gd name="T20" fmla="*/ 240 w 283"/>
                <a:gd name="T21" fmla="*/ 20 h 165"/>
                <a:gd name="T22" fmla="*/ 246 w 283"/>
                <a:gd name="T23" fmla="*/ 20 h 165"/>
                <a:gd name="T24" fmla="*/ 235 w 283"/>
                <a:gd name="T25" fmla="*/ 28 h 165"/>
                <a:gd name="T26" fmla="*/ 216 w 283"/>
                <a:gd name="T27" fmla="*/ 45 h 165"/>
                <a:gd name="T28" fmla="*/ 205 w 283"/>
                <a:gd name="T29" fmla="*/ 54 h 165"/>
                <a:gd name="T30" fmla="*/ 190 w 283"/>
                <a:gd name="T31" fmla="*/ 66 h 165"/>
                <a:gd name="T32" fmla="*/ 181 w 283"/>
                <a:gd name="T33" fmla="*/ 73 h 165"/>
                <a:gd name="T34" fmla="*/ 171 w 283"/>
                <a:gd name="T35" fmla="*/ 63 h 165"/>
                <a:gd name="T36" fmla="*/ 167 w 283"/>
                <a:gd name="T37" fmla="*/ 59 h 165"/>
                <a:gd name="T38" fmla="*/ 156 w 283"/>
                <a:gd name="T39" fmla="*/ 48 h 165"/>
                <a:gd name="T40" fmla="*/ 154 w 283"/>
                <a:gd name="T41" fmla="*/ 46 h 165"/>
                <a:gd name="T42" fmla="*/ 141 w 283"/>
                <a:gd name="T43" fmla="*/ 45 h 165"/>
                <a:gd name="T44" fmla="*/ 131 w 283"/>
                <a:gd name="T45" fmla="*/ 53 h 165"/>
                <a:gd name="T46" fmla="*/ 119 w 283"/>
                <a:gd name="T47" fmla="*/ 62 h 165"/>
                <a:gd name="T48" fmla="*/ 112 w 283"/>
                <a:gd name="T49" fmla="*/ 67 h 165"/>
                <a:gd name="T50" fmla="*/ 108 w 283"/>
                <a:gd name="T51" fmla="*/ 70 h 165"/>
                <a:gd name="T52" fmla="*/ 71 w 283"/>
                <a:gd name="T53" fmla="*/ 98 h 165"/>
                <a:gd name="T54" fmla="*/ 70 w 283"/>
                <a:gd name="T55" fmla="*/ 98 h 165"/>
                <a:gd name="T56" fmla="*/ 59 w 283"/>
                <a:gd name="T57" fmla="*/ 107 h 165"/>
                <a:gd name="T58" fmla="*/ 11 w 283"/>
                <a:gd name="T59" fmla="*/ 142 h 165"/>
                <a:gd name="T60" fmla="*/ 6 w 283"/>
                <a:gd name="T61" fmla="*/ 147 h 165"/>
                <a:gd name="T62" fmla="*/ 4 w 283"/>
                <a:gd name="T63" fmla="*/ 160 h 165"/>
                <a:gd name="T64" fmla="*/ 13 w 283"/>
                <a:gd name="T65" fmla="*/ 164 h 165"/>
                <a:gd name="T66" fmla="*/ 17 w 283"/>
                <a:gd name="T67" fmla="*/ 162 h 165"/>
                <a:gd name="T68" fmla="*/ 59 w 283"/>
                <a:gd name="T69" fmla="*/ 131 h 165"/>
                <a:gd name="T70" fmla="*/ 70 w 283"/>
                <a:gd name="T71" fmla="*/ 123 h 165"/>
                <a:gd name="T72" fmla="*/ 71 w 283"/>
                <a:gd name="T73" fmla="*/ 122 h 165"/>
                <a:gd name="T74" fmla="*/ 108 w 283"/>
                <a:gd name="T75" fmla="*/ 94 h 165"/>
                <a:gd name="T76" fmla="*/ 112 w 283"/>
                <a:gd name="T77" fmla="*/ 91 h 165"/>
                <a:gd name="T78" fmla="*/ 119 w 283"/>
                <a:gd name="T79" fmla="*/ 86 h 165"/>
                <a:gd name="T80" fmla="*/ 131 w 283"/>
                <a:gd name="T81" fmla="*/ 77 h 165"/>
                <a:gd name="T82" fmla="*/ 146 w 283"/>
                <a:gd name="T83" fmla="*/ 65 h 165"/>
                <a:gd name="T84" fmla="*/ 156 w 283"/>
                <a:gd name="T85" fmla="*/ 76 h 165"/>
                <a:gd name="T86" fmla="*/ 167 w 283"/>
                <a:gd name="T87" fmla="*/ 87 h 165"/>
                <a:gd name="T88" fmla="*/ 171 w 283"/>
                <a:gd name="T89" fmla="*/ 91 h 165"/>
                <a:gd name="T90" fmla="*/ 173 w 283"/>
                <a:gd name="T91" fmla="*/ 93 h 165"/>
                <a:gd name="T92" fmla="*/ 186 w 283"/>
                <a:gd name="T93" fmla="*/ 94 h 165"/>
                <a:gd name="T94" fmla="*/ 190 w 283"/>
                <a:gd name="T95" fmla="*/ 90 h 165"/>
                <a:gd name="T96" fmla="*/ 205 w 283"/>
                <a:gd name="T97" fmla="*/ 79 h 165"/>
                <a:gd name="T98" fmla="*/ 216 w 283"/>
                <a:gd name="T99" fmla="*/ 70 h 165"/>
                <a:gd name="T100" fmla="*/ 231 w 283"/>
                <a:gd name="T101" fmla="*/ 58 h 165"/>
                <a:gd name="T102" fmla="*/ 263 w 283"/>
                <a:gd name="T103" fmla="*/ 31 h 165"/>
                <a:gd name="T104" fmla="*/ 264 w 283"/>
                <a:gd name="T105" fmla="*/ 31 h 165"/>
                <a:gd name="T106" fmla="*/ 264 w 283"/>
                <a:gd name="T107" fmla="*/ 53 h 165"/>
                <a:gd name="T108" fmla="*/ 274 w 283"/>
                <a:gd name="T109" fmla="*/ 62 h 165"/>
                <a:gd name="T110" fmla="*/ 283 w 283"/>
                <a:gd name="T111" fmla="*/ 53 h 165"/>
                <a:gd name="T112" fmla="*/ 283 w 283"/>
                <a:gd name="T113" fmla="*/ 1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83" h="165">
                  <a:moveTo>
                    <a:pt x="283" y="10"/>
                  </a:moveTo>
                  <a:cubicBezTo>
                    <a:pt x="283" y="7"/>
                    <a:pt x="282" y="5"/>
                    <a:pt x="280" y="3"/>
                  </a:cubicBezTo>
                  <a:cubicBezTo>
                    <a:pt x="278" y="1"/>
                    <a:pt x="276" y="0"/>
                    <a:pt x="273" y="0"/>
                  </a:cubicBezTo>
                  <a:cubicBezTo>
                    <a:pt x="263" y="0"/>
                    <a:pt x="263" y="0"/>
                    <a:pt x="263" y="0"/>
                  </a:cubicBezTo>
                  <a:cubicBezTo>
                    <a:pt x="229" y="0"/>
                    <a:pt x="229" y="0"/>
                    <a:pt x="229" y="0"/>
                  </a:cubicBezTo>
                  <a:cubicBezTo>
                    <a:pt x="227" y="0"/>
                    <a:pt x="226" y="1"/>
                    <a:pt x="225" y="1"/>
                  </a:cubicBezTo>
                  <a:cubicBezTo>
                    <a:pt x="225" y="1"/>
                    <a:pt x="225" y="1"/>
                    <a:pt x="225" y="1"/>
                  </a:cubicBezTo>
                  <a:cubicBezTo>
                    <a:pt x="221" y="3"/>
                    <a:pt x="219" y="6"/>
                    <a:pt x="219" y="10"/>
                  </a:cubicBezTo>
                  <a:cubicBezTo>
                    <a:pt x="219" y="14"/>
                    <a:pt x="222" y="18"/>
                    <a:pt x="225" y="19"/>
                  </a:cubicBezTo>
                  <a:cubicBezTo>
                    <a:pt x="226" y="20"/>
                    <a:pt x="227" y="20"/>
                    <a:pt x="229" y="20"/>
                  </a:cubicBezTo>
                  <a:cubicBezTo>
                    <a:pt x="240" y="20"/>
                    <a:pt x="240" y="20"/>
                    <a:pt x="240" y="20"/>
                  </a:cubicBezTo>
                  <a:cubicBezTo>
                    <a:pt x="246" y="20"/>
                    <a:pt x="246" y="20"/>
                    <a:pt x="246" y="20"/>
                  </a:cubicBezTo>
                  <a:cubicBezTo>
                    <a:pt x="235" y="28"/>
                    <a:pt x="235" y="28"/>
                    <a:pt x="235" y="28"/>
                  </a:cubicBezTo>
                  <a:cubicBezTo>
                    <a:pt x="216" y="45"/>
                    <a:pt x="216" y="45"/>
                    <a:pt x="216" y="45"/>
                  </a:cubicBezTo>
                  <a:cubicBezTo>
                    <a:pt x="205" y="54"/>
                    <a:pt x="205" y="54"/>
                    <a:pt x="205" y="54"/>
                  </a:cubicBezTo>
                  <a:cubicBezTo>
                    <a:pt x="190" y="66"/>
                    <a:pt x="190" y="66"/>
                    <a:pt x="190" y="66"/>
                  </a:cubicBezTo>
                  <a:cubicBezTo>
                    <a:pt x="181" y="73"/>
                    <a:pt x="181" y="73"/>
                    <a:pt x="181" y="73"/>
                  </a:cubicBezTo>
                  <a:cubicBezTo>
                    <a:pt x="171" y="63"/>
                    <a:pt x="171" y="63"/>
                    <a:pt x="171" y="63"/>
                  </a:cubicBezTo>
                  <a:cubicBezTo>
                    <a:pt x="167" y="59"/>
                    <a:pt x="167" y="59"/>
                    <a:pt x="167" y="59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1" y="42"/>
                    <a:pt x="145" y="42"/>
                    <a:pt x="141" y="45"/>
                  </a:cubicBezTo>
                  <a:cubicBezTo>
                    <a:pt x="131" y="53"/>
                    <a:pt x="131" y="53"/>
                    <a:pt x="131" y="53"/>
                  </a:cubicBezTo>
                  <a:cubicBezTo>
                    <a:pt x="119" y="62"/>
                    <a:pt x="119" y="62"/>
                    <a:pt x="119" y="62"/>
                  </a:cubicBezTo>
                  <a:cubicBezTo>
                    <a:pt x="112" y="67"/>
                    <a:pt x="112" y="67"/>
                    <a:pt x="112" y="67"/>
                  </a:cubicBezTo>
                  <a:cubicBezTo>
                    <a:pt x="108" y="70"/>
                    <a:pt x="108" y="70"/>
                    <a:pt x="108" y="70"/>
                  </a:cubicBezTo>
                  <a:cubicBezTo>
                    <a:pt x="71" y="98"/>
                    <a:pt x="71" y="98"/>
                    <a:pt x="71" y="98"/>
                  </a:cubicBezTo>
                  <a:cubicBezTo>
                    <a:pt x="70" y="98"/>
                    <a:pt x="70" y="98"/>
                    <a:pt x="70" y="98"/>
                  </a:cubicBezTo>
                  <a:cubicBezTo>
                    <a:pt x="59" y="107"/>
                    <a:pt x="59" y="107"/>
                    <a:pt x="59" y="107"/>
                  </a:cubicBezTo>
                  <a:cubicBezTo>
                    <a:pt x="11" y="142"/>
                    <a:pt x="11" y="142"/>
                    <a:pt x="11" y="142"/>
                  </a:cubicBezTo>
                  <a:cubicBezTo>
                    <a:pt x="6" y="147"/>
                    <a:pt x="6" y="147"/>
                    <a:pt x="6" y="147"/>
                  </a:cubicBezTo>
                  <a:cubicBezTo>
                    <a:pt x="1" y="150"/>
                    <a:pt x="0" y="156"/>
                    <a:pt x="4" y="160"/>
                  </a:cubicBezTo>
                  <a:cubicBezTo>
                    <a:pt x="6" y="163"/>
                    <a:pt x="10" y="165"/>
                    <a:pt x="13" y="164"/>
                  </a:cubicBezTo>
                  <a:cubicBezTo>
                    <a:pt x="15" y="164"/>
                    <a:pt x="16" y="163"/>
                    <a:pt x="17" y="162"/>
                  </a:cubicBezTo>
                  <a:cubicBezTo>
                    <a:pt x="59" y="131"/>
                    <a:pt x="59" y="131"/>
                    <a:pt x="59" y="131"/>
                  </a:cubicBezTo>
                  <a:cubicBezTo>
                    <a:pt x="70" y="123"/>
                    <a:pt x="70" y="123"/>
                    <a:pt x="70" y="123"/>
                  </a:cubicBezTo>
                  <a:cubicBezTo>
                    <a:pt x="71" y="122"/>
                    <a:pt x="71" y="122"/>
                    <a:pt x="71" y="122"/>
                  </a:cubicBezTo>
                  <a:cubicBezTo>
                    <a:pt x="108" y="94"/>
                    <a:pt x="108" y="94"/>
                    <a:pt x="108" y="94"/>
                  </a:cubicBezTo>
                  <a:cubicBezTo>
                    <a:pt x="112" y="91"/>
                    <a:pt x="112" y="91"/>
                    <a:pt x="112" y="91"/>
                  </a:cubicBezTo>
                  <a:cubicBezTo>
                    <a:pt x="119" y="86"/>
                    <a:pt x="119" y="86"/>
                    <a:pt x="119" y="86"/>
                  </a:cubicBezTo>
                  <a:cubicBezTo>
                    <a:pt x="131" y="77"/>
                    <a:pt x="131" y="77"/>
                    <a:pt x="131" y="77"/>
                  </a:cubicBezTo>
                  <a:cubicBezTo>
                    <a:pt x="146" y="65"/>
                    <a:pt x="146" y="65"/>
                    <a:pt x="146" y="65"/>
                  </a:cubicBezTo>
                  <a:cubicBezTo>
                    <a:pt x="156" y="76"/>
                    <a:pt x="156" y="76"/>
                    <a:pt x="156" y="76"/>
                  </a:cubicBezTo>
                  <a:cubicBezTo>
                    <a:pt x="167" y="87"/>
                    <a:pt x="167" y="87"/>
                    <a:pt x="167" y="87"/>
                  </a:cubicBezTo>
                  <a:cubicBezTo>
                    <a:pt x="171" y="91"/>
                    <a:pt x="171" y="91"/>
                    <a:pt x="171" y="91"/>
                  </a:cubicBezTo>
                  <a:cubicBezTo>
                    <a:pt x="173" y="93"/>
                    <a:pt x="173" y="93"/>
                    <a:pt x="173" y="93"/>
                  </a:cubicBezTo>
                  <a:cubicBezTo>
                    <a:pt x="177" y="96"/>
                    <a:pt x="182" y="97"/>
                    <a:pt x="186" y="9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205" y="79"/>
                    <a:pt x="205" y="79"/>
                    <a:pt x="205" y="79"/>
                  </a:cubicBezTo>
                  <a:cubicBezTo>
                    <a:pt x="216" y="70"/>
                    <a:pt x="216" y="70"/>
                    <a:pt x="216" y="70"/>
                  </a:cubicBezTo>
                  <a:cubicBezTo>
                    <a:pt x="231" y="58"/>
                    <a:pt x="231" y="58"/>
                    <a:pt x="231" y="58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4" y="31"/>
                    <a:pt x="264" y="31"/>
                    <a:pt x="264" y="31"/>
                  </a:cubicBezTo>
                  <a:cubicBezTo>
                    <a:pt x="264" y="53"/>
                    <a:pt x="264" y="53"/>
                    <a:pt x="264" y="53"/>
                  </a:cubicBezTo>
                  <a:cubicBezTo>
                    <a:pt x="264" y="58"/>
                    <a:pt x="268" y="62"/>
                    <a:pt x="274" y="62"/>
                  </a:cubicBezTo>
                  <a:cubicBezTo>
                    <a:pt x="279" y="62"/>
                    <a:pt x="283" y="58"/>
                    <a:pt x="283" y="53"/>
                  </a:cubicBezTo>
                  <a:lnTo>
                    <a:pt x="283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3013465" y="2668045"/>
            <a:ext cx="706438" cy="596900"/>
            <a:chOff x="8507413" y="4900613"/>
            <a:chExt cx="706438" cy="596900"/>
          </a:xfrm>
          <a:solidFill>
            <a:schemeClr val="bg1">
              <a:lumMod val="95000"/>
            </a:schemeClr>
          </a:solidFill>
        </p:grpSpPr>
        <p:sp>
          <p:nvSpPr>
            <p:cNvPr id="29" name="Oval 188"/>
            <p:cNvSpPr>
              <a:spLocks noChangeArrowheads="1"/>
            </p:cNvSpPr>
            <p:nvPr/>
          </p:nvSpPr>
          <p:spPr bwMode="auto">
            <a:xfrm>
              <a:off x="8759826" y="4967288"/>
              <a:ext cx="203200" cy="2032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0" name="Freeform 189"/>
            <p:cNvSpPr/>
            <p:nvPr/>
          </p:nvSpPr>
          <p:spPr bwMode="auto">
            <a:xfrm>
              <a:off x="8683626" y="5189538"/>
              <a:ext cx="357188" cy="307975"/>
            </a:xfrm>
            <a:custGeom>
              <a:avLst/>
              <a:gdLst>
                <a:gd name="T0" fmla="*/ 65 w 95"/>
                <a:gd name="T1" fmla="*/ 0 h 82"/>
                <a:gd name="T2" fmla="*/ 48 w 95"/>
                <a:gd name="T3" fmla="*/ 20 h 82"/>
                <a:gd name="T4" fmla="*/ 31 w 95"/>
                <a:gd name="T5" fmla="*/ 0 h 82"/>
                <a:gd name="T6" fmla="*/ 0 w 95"/>
                <a:gd name="T7" fmla="*/ 51 h 82"/>
                <a:gd name="T8" fmla="*/ 1 w 95"/>
                <a:gd name="T9" fmla="*/ 61 h 82"/>
                <a:gd name="T10" fmla="*/ 48 w 95"/>
                <a:gd name="T11" fmla="*/ 82 h 82"/>
                <a:gd name="T12" fmla="*/ 94 w 95"/>
                <a:gd name="T13" fmla="*/ 61 h 82"/>
                <a:gd name="T14" fmla="*/ 95 w 95"/>
                <a:gd name="T15" fmla="*/ 51 h 82"/>
                <a:gd name="T16" fmla="*/ 65 w 95"/>
                <a:gd name="T17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5" h="82">
                  <a:moveTo>
                    <a:pt x="65" y="0"/>
                  </a:moveTo>
                  <a:cubicBezTo>
                    <a:pt x="48" y="20"/>
                    <a:pt x="48" y="20"/>
                    <a:pt x="48" y="2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13" y="8"/>
                    <a:pt x="0" y="28"/>
                    <a:pt x="0" y="51"/>
                  </a:cubicBezTo>
                  <a:cubicBezTo>
                    <a:pt x="0" y="54"/>
                    <a:pt x="1" y="57"/>
                    <a:pt x="1" y="61"/>
                  </a:cubicBezTo>
                  <a:cubicBezTo>
                    <a:pt x="11" y="73"/>
                    <a:pt x="28" y="82"/>
                    <a:pt x="48" y="82"/>
                  </a:cubicBezTo>
                  <a:cubicBezTo>
                    <a:pt x="67" y="82"/>
                    <a:pt x="84" y="73"/>
                    <a:pt x="94" y="61"/>
                  </a:cubicBezTo>
                  <a:cubicBezTo>
                    <a:pt x="95" y="57"/>
                    <a:pt x="95" y="54"/>
                    <a:pt x="95" y="51"/>
                  </a:cubicBezTo>
                  <a:cubicBezTo>
                    <a:pt x="95" y="28"/>
                    <a:pt x="82" y="7"/>
                    <a:pt x="6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1" name="Freeform 190"/>
            <p:cNvSpPr/>
            <p:nvPr/>
          </p:nvSpPr>
          <p:spPr bwMode="auto">
            <a:xfrm>
              <a:off x="8958263" y="4900613"/>
              <a:ext cx="184150" cy="187325"/>
            </a:xfrm>
            <a:custGeom>
              <a:avLst/>
              <a:gdLst>
                <a:gd name="T0" fmla="*/ 24 w 49"/>
                <a:gd name="T1" fmla="*/ 0 h 50"/>
                <a:gd name="T2" fmla="*/ 0 w 49"/>
                <a:gd name="T3" fmla="*/ 18 h 50"/>
                <a:gd name="T4" fmla="*/ 11 w 49"/>
                <a:gd name="T5" fmla="*/ 45 h 50"/>
                <a:gd name="T6" fmla="*/ 11 w 49"/>
                <a:gd name="T7" fmla="*/ 46 h 50"/>
                <a:gd name="T8" fmla="*/ 24 w 49"/>
                <a:gd name="T9" fmla="*/ 50 h 50"/>
                <a:gd name="T10" fmla="*/ 49 w 49"/>
                <a:gd name="T11" fmla="*/ 25 h 50"/>
                <a:gd name="T12" fmla="*/ 24 w 49"/>
                <a:gd name="T13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50">
                  <a:moveTo>
                    <a:pt x="24" y="0"/>
                  </a:moveTo>
                  <a:cubicBezTo>
                    <a:pt x="12" y="0"/>
                    <a:pt x="2" y="8"/>
                    <a:pt x="0" y="18"/>
                  </a:cubicBezTo>
                  <a:cubicBezTo>
                    <a:pt x="6" y="25"/>
                    <a:pt x="11" y="34"/>
                    <a:pt x="11" y="45"/>
                  </a:cubicBezTo>
                  <a:cubicBezTo>
                    <a:pt x="11" y="45"/>
                    <a:pt x="11" y="46"/>
                    <a:pt x="11" y="46"/>
                  </a:cubicBezTo>
                  <a:cubicBezTo>
                    <a:pt x="14" y="49"/>
                    <a:pt x="19" y="50"/>
                    <a:pt x="24" y="50"/>
                  </a:cubicBezTo>
                  <a:cubicBezTo>
                    <a:pt x="37" y="50"/>
                    <a:pt x="49" y="39"/>
                    <a:pt x="49" y="25"/>
                  </a:cubicBezTo>
                  <a:cubicBezTo>
                    <a:pt x="49" y="11"/>
                    <a:pt x="37" y="0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2" name="Freeform 191"/>
            <p:cNvSpPr/>
            <p:nvPr/>
          </p:nvSpPr>
          <p:spPr bwMode="auto">
            <a:xfrm>
              <a:off x="8575676" y="4900613"/>
              <a:ext cx="187325" cy="187325"/>
            </a:xfrm>
            <a:custGeom>
              <a:avLst/>
              <a:gdLst>
                <a:gd name="T0" fmla="*/ 40 w 50"/>
                <a:gd name="T1" fmla="*/ 45 h 50"/>
                <a:gd name="T2" fmla="*/ 50 w 50"/>
                <a:gd name="T3" fmla="*/ 20 h 50"/>
                <a:gd name="T4" fmla="*/ 25 w 50"/>
                <a:gd name="T5" fmla="*/ 0 h 50"/>
                <a:gd name="T6" fmla="*/ 0 w 50"/>
                <a:gd name="T7" fmla="*/ 25 h 50"/>
                <a:gd name="T8" fmla="*/ 25 w 50"/>
                <a:gd name="T9" fmla="*/ 50 h 50"/>
                <a:gd name="T10" fmla="*/ 40 w 50"/>
                <a:gd name="T11" fmla="*/ 45 h 50"/>
                <a:gd name="T12" fmla="*/ 40 w 50"/>
                <a:gd name="T13" fmla="*/ 45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" h="50">
                  <a:moveTo>
                    <a:pt x="40" y="45"/>
                  </a:moveTo>
                  <a:cubicBezTo>
                    <a:pt x="40" y="35"/>
                    <a:pt x="44" y="26"/>
                    <a:pt x="50" y="20"/>
                  </a:cubicBezTo>
                  <a:cubicBezTo>
                    <a:pt x="48" y="8"/>
                    <a:pt x="37" y="0"/>
                    <a:pt x="25" y="0"/>
                  </a:cubicBezTo>
                  <a:cubicBezTo>
                    <a:pt x="12" y="0"/>
                    <a:pt x="0" y="11"/>
                    <a:pt x="0" y="25"/>
                  </a:cubicBezTo>
                  <a:cubicBezTo>
                    <a:pt x="0" y="39"/>
                    <a:pt x="12" y="50"/>
                    <a:pt x="25" y="50"/>
                  </a:cubicBezTo>
                  <a:cubicBezTo>
                    <a:pt x="31" y="50"/>
                    <a:pt x="36" y="48"/>
                    <a:pt x="40" y="45"/>
                  </a:cubicBezTo>
                  <a:cubicBezTo>
                    <a:pt x="40" y="45"/>
                    <a:pt x="40" y="45"/>
                    <a:pt x="40" y="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3" name="Freeform 192"/>
            <p:cNvSpPr/>
            <p:nvPr/>
          </p:nvSpPr>
          <p:spPr bwMode="auto">
            <a:xfrm>
              <a:off x="8958263" y="5103813"/>
              <a:ext cx="255588" cy="285750"/>
            </a:xfrm>
            <a:custGeom>
              <a:avLst/>
              <a:gdLst>
                <a:gd name="T0" fmla="*/ 40 w 68"/>
                <a:gd name="T1" fmla="*/ 0 h 76"/>
                <a:gd name="T2" fmla="*/ 24 w 68"/>
                <a:gd name="T3" fmla="*/ 19 h 76"/>
                <a:gd name="T4" fmla="*/ 9 w 68"/>
                <a:gd name="T5" fmla="*/ 2 h 76"/>
                <a:gd name="T6" fmla="*/ 0 w 68"/>
                <a:gd name="T7" fmla="*/ 16 h 76"/>
                <a:gd name="T8" fmla="*/ 32 w 68"/>
                <a:gd name="T9" fmla="*/ 74 h 76"/>
                <a:gd name="T10" fmla="*/ 31 w 68"/>
                <a:gd name="T11" fmla="*/ 76 h 76"/>
                <a:gd name="T12" fmla="*/ 67 w 68"/>
                <a:gd name="T13" fmla="*/ 57 h 76"/>
                <a:gd name="T14" fmla="*/ 68 w 68"/>
                <a:gd name="T15" fmla="*/ 48 h 76"/>
                <a:gd name="T16" fmla="*/ 40 w 68"/>
                <a:gd name="T17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8" h="76">
                  <a:moveTo>
                    <a:pt x="40" y="0"/>
                  </a:moveTo>
                  <a:cubicBezTo>
                    <a:pt x="24" y="19"/>
                    <a:pt x="24" y="19"/>
                    <a:pt x="24" y="19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7" y="7"/>
                    <a:pt x="4" y="12"/>
                    <a:pt x="0" y="16"/>
                  </a:cubicBezTo>
                  <a:cubicBezTo>
                    <a:pt x="19" y="27"/>
                    <a:pt x="32" y="49"/>
                    <a:pt x="32" y="74"/>
                  </a:cubicBezTo>
                  <a:cubicBezTo>
                    <a:pt x="32" y="75"/>
                    <a:pt x="31" y="75"/>
                    <a:pt x="31" y="76"/>
                  </a:cubicBezTo>
                  <a:cubicBezTo>
                    <a:pt x="46" y="74"/>
                    <a:pt x="59" y="67"/>
                    <a:pt x="67" y="57"/>
                  </a:cubicBezTo>
                  <a:cubicBezTo>
                    <a:pt x="68" y="54"/>
                    <a:pt x="68" y="51"/>
                    <a:pt x="68" y="48"/>
                  </a:cubicBezTo>
                  <a:cubicBezTo>
                    <a:pt x="68" y="26"/>
                    <a:pt x="56" y="8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4" name="Freeform 193"/>
            <p:cNvSpPr/>
            <p:nvPr/>
          </p:nvSpPr>
          <p:spPr bwMode="auto">
            <a:xfrm>
              <a:off x="8507413" y="5103813"/>
              <a:ext cx="258763" cy="285750"/>
            </a:xfrm>
            <a:custGeom>
              <a:avLst/>
              <a:gdLst>
                <a:gd name="T0" fmla="*/ 38 w 69"/>
                <a:gd name="T1" fmla="*/ 74 h 76"/>
                <a:gd name="T2" fmla="*/ 69 w 69"/>
                <a:gd name="T3" fmla="*/ 17 h 76"/>
                <a:gd name="T4" fmla="*/ 59 w 69"/>
                <a:gd name="T5" fmla="*/ 0 h 76"/>
                <a:gd name="T6" fmla="*/ 59 w 69"/>
                <a:gd name="T7" fmla="*/ 0 h 76"/>
                <a:gd name="T8" fmla="*/ 44 w 69"/>
                <a:gd name="T9" fmla="*/ 19 h 76"/>
                <a:gd name="T10" fmla="*/ 28 w 69"/>
                <a:gd name="T11" fmla="*/ 1 h 76"/>
                <a:gd name="T12" fmla="*/ 0 w 69"/>
                <a:gd name="T13" fmla="*/ 48 h 76"/>
                <a:gd name="T14" fmla="*/ 0 w 69"/>
                <a:gd name="T15" fmla="*/ 57 h 76"/>
                <a:gd name="T16" fmla="*/ 38 w 69"/>
                <a:gd name="T17" fmla="*/ 76 h 76"/>
                <a:gd name="T18" fmla="*/ 38 w 69"/>
                <a:gd name="T19" fmla="*/ 74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" h="76">
                  <a:moveTo>
                    <a:pt x="38" y="74"/>
                  </a:moveTo>
                  <a:cubicBezTo>
                    <a:pt x="38" y="49"/>
                    <a:pt x="50" y="28"/>
                    <a:pt x="69" y="17"/>
                  </a:cubicBezTo>
                  <a:cubicBezTo>
                    <a:pt x="65" y="12"/>
                    <a:pt x="61" y="7"/>
                    <a:pt x="59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12" y="8"/>
                    <a:pt x="0" y="26"/>
                    <a:pt x="0" y="48"/>
                  </a:cubicBezTo>
                  <a:cubicBezTo>
                    <a:pt x="0" y="51"/>
                    <a:pt x="0" y="54"/>
                    <a:pt x="0" y="57"/>
                  </a:cubicBezTo>
                  <a:cubicBezTo>
                    <a:pt x="9" y="67"/>
                    <a:pt x="22" y="75"/>
                    <a:pt x="38" y="76"/>
                  </a:cubicBezTo>
                  <a:cubicBezTo>
                    <a:pt x="38" y="75"/>
                    <a:pt x="38" y="75"/>
                    <a:pt x="38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</p:grpSp>
      <p:sp>
        <p:nvSpPr>
          <p:cNvPr id="42" name="TextBox 6"/>
          <p:cNvSpPr txBox="1">
            <a:spLocks noChangeArrowheads="1"/>
          </p:cNvSpPr>
          <p:nvPr/>
        </p:nvSpPr>
        <p:spPr bwMode="auto">
          <a:xfrm>
            <a:off x="3492198" y="384327"/>
            <a:ext cx="205105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0" lang="zh-CN" sz="18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+mn-ea"/>
              </a:rPr>
              <a:t>首页界面</a:t>
            </a:r>
            <a:endParaRPr kumimoji="0" lang="zh-CN" sz="18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cs typeface="+mn-ea"/>
            </a:endParaRPr>
          </a:p>
        </p:txBody>
      </p:sp>
      <p:sp>
        <p:nvSpPr>
          <p:cNvPr id="43" name="TextBox 6"/>
          <p:cNvSpPr txBox="1">
            <a:spLocks noChangeArrowheads="1"/>
          </p:cNvSpPr>
          <p:nvPr/>
        </p:nvSpPr>
        <p:spPr bwMode="auto">
          <a:xfrm>
            <a:off x="3821045" y="752508"/>
            <a:ext cx="131597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sz="1100" i="0" u="none" strike="noStrike" cap="none" normalizeH="0" baseline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Arial Narrow" panose="020B0606020202030204" pitchFamily="34" charset="0"/>
              <a:cs typeface="+mn-ea"/>
            </a:endParaRPr>
          </a:p>
        </p:txBody>
      </p:sp>
      <p:pic>
        <p:nvPicPr>
          <p:cNvPr id="4" name="图片 3" descr="9B8195F482A7A4853644A93052C093BB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395" y="753110"/>
            <a:ext cx="7249795" cy="4118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2270693" y="3834122"/>
            <a:ext cx="933449" cy="390525"/>
            <a:chOff x="1150938" y="1535113"/>
            <a:chExt cx="933449" cy="390525"/>
          </a:xfrm>
          <a:solidFill>
            <a:schemeClr val="bg1">
              <a:lumMod val="95000"/>
            </a:schemeClr>
          </a:solidFill>
        </p:grpSpPr>
        <p:sp>
          <p:nvSpPr>
            <p:cNvPr id="16" name="Freeform 66"/>
            <p:cNvSpPr/>
            <p:nvPr/>
          </p:nvSpPr>
          <p:spPr bwMode="auto">
            <a:xfrm>
              <a:off x="1150938" y="1677988"/>
              <a:ext cx="293687" cy="247650"/>
            </a:xfrm>
            <a:custGeom>
              <a:avLst/>
              <a:gdLst>
                <a:gd name="T0" fmla="*/ 0 w 115"/>
                <a:gd name="T1" fmla="*/ 30 h 97"/>
                <a:gd name="T2" fmla="*/ 72 w 115"/>
                <a:gd name="T3" fmla="*/ 97 h 97"/>
                <a:gd name="T4" fmla="*/ 115 w 115"/>
                <a:gd name="T5" fmla="*/ 65 h 97"/>
                <a:gd name="T6" fmla="*/ 39 w 115"/>
                <a:gd name="T7" fmla="*/ 0 h 97"/>
                <a:gd name="T8" fmla="*/ 0 w 115"/>
                <a:gd name="T9" fmla="*/ 3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97">
                  <a:moveTo>
                    <a:pt x="0" y="30"/>
                  </a:moveTo>
                  <a:cubicBezTo>
                    <a:pt x="72" y="97"/>
                    <a:pt x="72" y="97"/>
                    <a:pt x="72" y="97"/>
                  </a:cubicBezTo>
                  <a:cubicBezTo>
                    <a:pt x="72" y="97"/>
                    <a:pt x="94" y="80"/>
                    <a:pt x="115" y="65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11" y="20"/>
                    <a:pt x="0" y="30"/>
                    <a:pt x="0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7" name="Freeform 67"/>
            <p:cNvSpPr/>
            <p:nvPr/>
          </p:nvSpPr>
          <p:spPr bwMode="auto">
            <a:xfrm>
              <a:off x="1295400" y="1535113"/>
              <a:ext cx="788987" cy="292100"/>
            </a:xfrm>
            <a:custGeom>
              <a:avLst/>
              <a:gdLst>
                <a:gd name="T0" fmla="*/ 261 w 309"/>
                <a:gd name="T1" fmla="*/ 33 h 114"/>
                <a:gd name="T2" fmla="*/ 205 w 309"/>
                <a:gd name="T3" fmla="*/ 64 h 114"/>
                <a:gd name="T4" fmla="*/ 125 w 309"/>
                <a:gd name="T5" fmla="*/ 55 h 114"/>
                <a:gd name="T6" fmla="*/ 176 w 309"/>
                <a:gd name="T7" fmla="*/ 48 h 114"/>
                <a:gd name="T8" fmla="*/ 217 w 309"/>
                <a:gd name="T9" fmla="*/ 19 h 114"/>
                <a:gd name="T10" fmla="*/ 140 w 309"/>
                <a:gd name="T11" fmla="*/ 14 h 114"/>
                <a:gd name="T12" fmla="*/ 66 w 309"/>
                <a:gd name="T13" fmla="*/ 14 h 114"/>
                <a:gd name="T14" fmla="*/ 0 w 309"/>
                <a:gd name="T15" fmla="*/ 54 h 114"/>
                <a:gd name="T16" fmla="*/ 68 w 309"/>
                <a:gd name="T17" fmla="*/ 114 h 114"/>
                <a:gd name="T18" fmla="*/ 91 w 309"/>
                <a:gd name="T19" fmla="*/ 102 h 114"/>
                <a:gd name="T20" fmla="*/ 205 w 309"/>
                <a:gd name="T21" fmla="*/ 102 h 114"/>
                <a:gd name="T22" fmla="*/ 309 w 309"/>
                <a:gd name="T23" fmla="*/ 19 h 114"/>
                <a:gd name="T24" fmla="*/ 261 w 309"/>
                <a:gd name="T25" fmla="*/ 33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9" h="114">
                  <a:moveTo>
                    <a:pt x="261" y="33"/>
                  </a:moveTo>
                  <a:cubicBezTo>
                    <a:pt x="243" y="49"/>
                    <a:pt x="227" y="60"/>
                    <a:pt x="205" y="64"/>
                  </a:cubicBezTo>
                  <a:cubicBezTo>
                    <a:pt x="170" y="70"/>
                    <a:pt x="135" y="62"/>
                    <a:pt x="125" y="55"/>
                  </a:cubicBezTo>
                  <a:cubicBezTo>
                    <a:pt x="108" y="44"/>
                    <a:pt x="126" y="51"/>
                    <a:pt x="176" y="48"/>
                  </a:cubicBezTo>
                  <a:cubicBezTo>
                    <a:pt x="227" y="45"/>
                    <a:pt x="217" y="19"/>
                    <a:pt x="217" y="19"/>
                  </a:cubicBezTo>
                  <a:cubicBezTo>
                    <a:pt x="206" y="17"/>
                    <a:pt x="193" y="16"/>
                    <a:pt x="140" y="14"/>
                  </a:cubicBezTo>
                  <a:cubicBezTo>
                    <a:pt x="121" y="14"/>
                    <a:pt x="84" y="10"/>
                    <a:pt x="66" y="14"/>
                  </a:cubicBezTo>
                  <a:cubicBezTo>
                    <a:pt x="46" y="18"/>
                    <a:pt x="28" y="35"/>
                    <a:pt x="0" y="54"/>
                  </a:cubicBezTo>
                  <a:cubicBezTo>
                    <a:pt x="68" y="114"/>
                    <a:pt x="68" y="114"/>
                    <a:pt x="68" y="114"/>
                  </a:cubicBezTo>
                  <a:cubicBezTo>
                    <a:pt x="79" y="107"/>
                    <a:pt x="87" y="102"/>
                    <a:pt x="91" y="102"/>
                  </a:cubicBezTo>
                  <a:cubicBezTo>
                    <a:pt x="112" y="102"/>
                    <a:pt x="166" y="107"/>
                    <a:pt x="205" y="102"/>
                  </a:cubicBezTo>
                  <a:cubicBezTo>
                    <a:pt x="282" y="64"/>
                    <a:pt x="309" y="19"/>
                    <a:pt x="309" y="19"/>
                  </a:cubicBezTo>
                  <a:cubicBezTo>
                    <a:pt x="309" y="19"/>
                    <a:pt x="288" y="0"/>
                    <a:pt x="261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821504" y="3746839"/>
            <a:ext cx="722312" cy="441325"/>
            <a:chOff x="979488" y="2314575"/>
            <a:chExt cx="722312" cy="441325"/>
          </a:xfrm>
          <a:solidFill>
            <a:schemeClr val="bg1">
              <a:lumMod val="95000"/>
            </a:schemeClr>
          </a:solidFill>
        </p:grpSpPr>
        <p:sp>
          <p:nvSpPr>
            <p:cNvPr id="19" name="Freeform 84"/>
            <p:cNvSpPr/>
            <p:nvPr/>
          </p:nvSpPr>
          <p:spPr bwMode="auto">
            <a:xfrm>
              <a:off x="1047750" y="2692400"/>
              <a:ext cx="87312" cy="63500"/>
            </a:xfrm>
            <a:custGeom>
              <a:avLst/>
              <a:gdLst>
                <a:gd name="T0" fmla="*/ 34 w 34"/>
                <a:gd name="T1" fmla="*/ 21 h 25"/>
                <a:gd name="T2" fmla="*/ 34 w 34"/>
                <a:gd name="T3" fmla="*/ 0 h 25"/>
                <a:gd name="T4" fmla="*/ 1 w 34"/>
                <a:gd name="T5" fmla="*/ 25 h 25"/>
                <a:gd name="T6" fmla="*/ 31 w 34"/>
                <a:gd name="T7" fmla="*/ 25 h 25"/>
                <a:gd name="T8" fmla="*/ 34 w 34"/>
                <a:gd name="T9" fmla="*/ 21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25">
                  <a:moveTo>
                    <a:pt x="34" y="21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4" y="0"/>
                    <a:pt x="0" y="25"/>
                    <a:pt x="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3" y="25"/>
                    <a:pt x="34" y="23"/>
                    <a:pt x="34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0" name="Freeform 85"/>
            <p:cNvSpPr/>
            <p:nvPr/>
          </p:nvSpPr>
          <p:spPr bwMode="auto">
            <a:xfrm>
              <a:off x="1163638" y="2600325"/>
              <a:ext cx="93662" cy="155575"/>
            </a:xfrm>
            <a:custGeom>
              <a:avLst/>
              <a:gdLst>
                <a:gd name="T0" fmla="*/ 33 w 37"/>
                <a:gd name="T1" fmla="*/ 61 h 61"/>
                <a:gd name="T2" fmla="*/ 37 w 37"/>
                <a:gd name="T3" fmla="*/ 57 h 61"/>
                <a:gd name="T4" fmla="*/ 37 w 37"/>
                <a:gd name="T5" fmla="*/ 0 h 61"/>
                <a:gd name="T6" fmla="*/ 1 w 37"/>
                <a:gd name="T7" fmla="*/ 27 h 61"/>
                <a:gd name="T8" fmla="*/ 0 w 37"/>
                <a:gd name="T9" fmla="*/ 28 h 61"/>
                <a:gd name="T10" fmla="*/ 0 w 37"/>
                <a:gd name="T11" fmla="*/ 57 h 61"/>
                <a:gd name="T12" fmla="*/ 3 w 37"/>
                <a:gd name="T13" fmla="*/ 61 h 61"/>
                <a:gd name="T14" fmla="*/ 33 w 37"/>
                <a:gd name="T15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61">
                  <a:moveTo>
                    <a:pt x="33" y="61"/>
                  </a:moveTo>
                  <a:cubicBezTo>
                    <a:pt x="35" y="61"/>
                    <a:pt x="37" y="59"/>
                    <a:pt x="37" y="57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9"/>
                    <a:pt x="1" y="61"/>
                    <a:pt x="3" y="61"/>
                  </a:cubicBezTo>
                  <a:lnTo>
                    <a:pt x="33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1" name="Freeform 86"/>
            <p:cNvSpPr/>
            <p:nvPr/>
          </p:nvSpPr>
          <p:spPr bwMode="auto">
            <a:xfrm>
              <a:off x="1282700" y="2525713"/>
              <a:ext cx="95250" cy="230187"/>
            </a:xfrm>
            <a:custGeom>
              <a:avLst/>
              <a:gdLst>
                <a:gd name="T0" fmla="*/ 34 w 37"/>
                <a:gd name="T1" fmla="*/ 90 h 90"/>
                <a:gd name="T2" fmla="*/ 37 w 37"/>
                <a:gd name="T3" fmla="*/ 86 h 90"/>
                <a:gd name="T4" fmla="*/ 37 w 37"/>
                <a:gd name="T5" fmla="*/ 11 h 90"/>
                <a:gd name="T6" fmla="*/ 27 w 37"/>
                <a:gd name="T7" fmla="*/ 0 h 90"/>
                <a:gd name="T8" fmla="*/ 12 w 37"/>
                <a:gd name="T9" fmla="*/ 12 h 90"/>
                <a:gd name="T10" fmla="*/ 0 w 37"/>
                <a:gd name="T11" fmla="*/ 21 h 90"/>
                <a:gd name="T12" fmla="*/ 0 w 37"/>
                <a:gd name="T13" fmla="*/ 86 h 90"/>
                <a:gd name="T14" fmla="*/ 4 w 37"/>
                <a:gd name="T15" fmla="*/ 90 h 90"/>
                <a:gd name="T16" fmla="*/ 34 w 37"/>
                <a:gd name="T17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" h="90">
                  <a:moveTo>
                    <a:pt x="34" y="90"/>
                  </a:moveTo>
                  <a:cubicBezTo>
                    <a:pt x="35" y="90"/>
                    <a:pt x="37" y="88"/>
                    <a:pt x="37" y="86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88"/>
                    <a:pt x="2" y="90"/>
                    <a:pt x="4" y="90"/>
                  </a:cubicBezTo>
                  <a:lnTo>
                    <a:pt x="34" y="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2" name="Freeform 87"/>
            <p:cNvSpPr/>
            <p:nvPr/>
          </p:nvSpPr>
          <p:spPr bwMode="auto">
            <a:xfrm>
              <a:off x="1404938" y="2562225"/>
              <a:ext cx="92075" cy="193675"/>
            </a:xfrm>
            <a:custGeom>
              <a:avLst/>
              <a:gdLst>
                <a:gd name="T0" fmla="*/ 33 w 36"/>
                <a:gd name="T1" fmla="*/ 76 h 76"/>
                <a:gd name="T2" fmla="*/ 36 w 36"/>
                <a:gd name="T3" fmla="*/ 72 h 76"/>
                <a:gd name="T4" fmla="*/ 36 w 36"/>
                <a:gd name="T5" fmla="*/ 0 h 76"/>
                <a:gd name="T6" fmla="*/ 22 w 36"/>
                <a:gd name="T7" fmla="*/ 11 h 76"/>
                <a:gd name="T8" fmla="*/ 18 w 36"/>
                <a:gd name="T9" fmla="*/ 14 h 76"/>
                <a:gd name="T10" fmla="*/ 5 w 36"/>
                <a:gd name="T11" fmla="*/ 13 h 76"/>
                <a:gd name="T12" fmla="*/ 4 w 36"/>
                <a:gd name="T13" fmla="*/ 12 h 76"/>
                <a:gd name="T14" fmla="*/ 0 w 36"/>
                <a:gd name="T15" fmla="*/ 8 h 76"/>
                <a:gd name="T16" fmla="*/ 0 w 36"/>
                <a:gd name="T17" fmla="*/ 72 h 76"/>
                <a:gd name="T18" fmla="*/ 3 w 36"/>
                <a:gd name="T19" fmla="*/ 76 h 76"/>
                <a:gd name="T20" fmla="*/ 33 w 36"/>
                <a:gd name="T21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76">
                  <a:moveTo>
                    <a:pt x="33" y="76"/>
                  </a:moveTo>
                  <a:cubicBezTo>
                    <a:pt x="35" y="76"/>
                    <a:pt x="36" y="74"/>
                    <a:pt x="36" y="72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4" y="17"/>
                    <a:pt x="9" y="17"/>
                    <a:pt x="5" y="13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4"/>
                    <a:pt x="1" y="76"/>
                    <a:pt x="3" y="76"/>
                  </a:cubicBezTo>
                  <a:lnTo>
                    <a:pt x="33" y="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3" name="Freeform 88"/>
            <p:cNvSpPr/>
            <p:nvPr/>
          </p:nvSpPr>
          <p:spPr bwMode="auto">
            <a:xfrm>
              <a:off x="1525588" y="2465388"/>
              <a:ext cx="95250" cy="290512"/>
            </a:xfrm>
            <a:custGeom>
              <a:avLst/>
              <a:gdLst>
                <a:gd name="T0" fmla="*/ 33 w 37"/>
                <a:gd name="T1" fmla="*/ 114 h 114"/>
                <a:gd name="T2" fmla="*/ 37 w 37"/>
                <a:gd name="T3" fmla="*/ 110 h 114"/>
                <a:gd name="T4" fmla="*/ 37 w 37"/>
                <a:gd name="T5" fmla="*/ 0 h 114"/>
                <a:gd name="T6" fmla="*/ 15 w 37"/>
                <a:gd name="T7" fmla="*/ 18 h 114"/>
                <a:gd name="T8" fmla="*/ 0 w 37"/>
                <a:gd name="T9" fmla="*/ 29 h 114"/>
                <a:gd name="T10" fmla="*/ 0 w 37"/>
                <a:gd name="T11" fmla="*/ 110 h 114"/>
                <a:gd name="T12" fmla="*/ 3 w 37"/>
                <a:gd name="T13" fmla="*/ 114 h 114"/>
                <a:gd name="T14" fmla="*/ 33 w 37"/>
                <a:gd name="T15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114">
                  <a:moveTo>
                    <a:pt x="33" y="114"/>
                  </a:moveTo>
                  <a:cubicBezTo>
                    <a:pt x="35" y="114"/>
                    <a:pt x="37" y="112"/>
                    <a:pt x="37" y="11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0" y="112"/>
                    <a:pt x="1" y="114"/>
                    <a:pt x="3" y="114"/>
                  </a:cubicBezTo>
                  <a:lnTo>
                    <a:pt x="33" y="1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4" name="Freeform 89"/>
            <p:cNvSpPr/>
            <p:nvPr/>
          </p:nvSpPr>
          <p:spPr bwMode="auto">
            <a:xfrm>
              <a:off x="979488" y="2314575"/>
              <a:ext cx="722312" cy="420687"/>
            </a:xfrm>
            <a:custGeom>
              <a:avLst/>
              <a:gdLst>
                <a:gd name="T0" fmla="*/ 283 w 283"/>
                <a:gd name="T1" fmla="*/ 10 h 165"/>
                <a:gd name="T2" fmla="*/ 280 w 283"/>
                <a:gd name="T3" fmla="*/ 3 h 165"/>
                <a:gd name="T4" fmla="*/ 273 w 283"/>
                <a:gd name="T5" fmla="*/ 0 h 165"/>
                <a:gd name="T6" fmla="*/ 263 w 283"/>
                <a:gd name="T7" fmla="*/ 0 h 165"/>
                <a:gd name="T8" fmla="*/ 229 w 283"/>
                <a:gd name="T9" fmla="*/ 0 h 165"/>
                <a:gd name="T10" fmla="*/ 225 w 283"/>
                <a:gd name="T11" fmla="*/ 1 h 165"/>
                <a:gd name="T12" fmla="*/ 225 w 283"/>
                <a:gd name="T13" fmla="*/ 1 h 165"/>
                <a:gd name="T14" fmla="*/ 219 w 283"/>
                <a:gd name="T15" fmla="*/ 10 h 165"/>
                <a:gd name="T16" fmla="*/ 225 w 283"/>
                <a:gd name="T17" fmla="*/ 19 h 165"/>
                <a:gd name="T18" fmla="*/ 229 w 283"/>
                <a:gd name="T19" fmla="*/ 20 h 165"/>
                <a:gd name="T20" fmla="*/ 240 w 283"/>
                <a:gd name="T21" fmla="*/ 20 h 165"/>
                <a:gd name="T22" fmla="*/ 246 w 283"/>
                <a:gd name="T23" fmla="*/ 20 h 165"/>
                <a:gd name="T24" fmla="*/ 235 w 283"/>
                <a:gd name="T25" fmla="*/ 28 h 165"/>
                <a:gd name="T26" fmla="*/ 216 w 283"/>
                <a:gd name="T27" fmla="*/ 45 h 165"/>
                <a:gd name="T28" fmla="*/ 205 w 283"/>
                <a:gd name="T29" fmla="*/ 54 h 165"/>
                <a:gd name="T30" fmla="*/ 190 w 283"/>
                <a:gd name="T31" fmla="*/ 66 h 165"/>
                <a:gd name="T32" fmla="*/ 181 w 283"/>
                <a:gd name="T33" fmla="*/ 73 h 165"/>
                <a:gd name="T34" fmla="*/ 171 w 283"/>
                <a:gd name="T35" fmla="*/ 63 h 165"/>
                <a:gd name="T36" fmla="*/ 167 w 283"/>
                <a:gd name="T37" fmla="*/ 59 h 165"/>
                <a:gd name="T38" fmla="*/ 156 w 283"/>
                <a:gd name="T39" fmla="*/ 48 h 165"/>
                <a:gd name="T40" fmla="*/ 154 w 283"/>
                <a:gd name="T41" fmla="*/ 46 h 165"/>
                <a:gd name="T42" fmla="*/ 141 w 283"/>
                <a:gd name="T43" fmla="*/ 45 h 165"/>
                <a:gd name="T44" fmla="*/ 131 w 283"/>
                <a:gd name="T45" fmla="*/ 53 h 165"/>
                <a:gd name="T46" fmla="*/ 119 w 283"/>
                <a:gd name="T47" fmla="*/ 62 h 165"/>
                <a:gd name="T48" fmla="*/ 112 w 283"/>
                <a:gd name="T49" fmla="*/ 67 h 165"/>
                <a:gd name="T50" fmla="*/ 108 w 283"/>
                <a:gd name="T51" fmla="*/ 70 h 165"/>
                <a:gd name="T52" fmla="*/ 71 w 283"/>
                <a:gd name="T53" fmla="*/ 98 h 165"/>
                <a:gd name="T54" fmla="*/ 70 w 283"/>
                <a:gd name="T55" fmla="*/ 98 h 165"/>
                <a:gd name="T56" fmla="*/ 59 w 283"/>
                <a:gd name="T57" fmla="*/ 107 h 165"/>
                <a:gd name="T58" fmla="*/ 11 w 283"/>
                <a:gd name="T59" fmla="*/ 142 h 165"/>
                <a:gd name="T60" fmla="*/ 6 w 283"/>
                <a:gd name="T61" fmla="*/ 147 h 165"/>
                <a:gd name="T62" fmla="*/ 4 w 283"/>
                <a:gd name="T63" fmla="*/ 160 h 165"/>
                <a:gd name="T64" fmla="*/ 13 w 283"/>
                <a:gd name="T65" fmla="*/ 164 h 165"/>
                <a:gd name="T66" fmla="*/ 17 w 283"/>
                <a:gd name="T67" fmla="*/ 162 h 165"/>
                <a:gd name="T68" fmla="*/ 59 w 283"/>
                <a:gd name="T69" fmla="*/ 131 h 165"/>
                <a:gd name="T70" fmla="*/ 70 w 283"/>
                <a:gd name="T71" fmla="*/ 123 h 165"/>
                <a:gd name="T72" fmla="*/ 71 w 283"/>
                <a:gd name="T73" fmla="*/ 122 h 165"/>
                <a:gd name="T74" fmla="*/ 108 w 283"/>
                <a:gd name="T75" fmla="*/ 94 h 165"/>
                <a:gd name="T76" fmla="*/ 112 w 283"/>
                <a:gd name="T77" fmla="*/ 91 h 165"/>
                <a:gd name="T78" fmla="*/ 119 w 283"/>
                <a:gd name="T79" fmla="*/ 86 h 165"/>
                <a:gd name="T80" fmla="*/ 131 w 283"/>
                <a:gd name="T81" fmla="*/ 77 h 165"/>
                <a:gd name="T82" fmla="*/ 146 w 283"/>
                <a:gd name="T83" fmla="*/ 65 h 165"/>
                <a:gd name="T84" fmla="*/ 156 w 283"/>
                <a:gd name="T85" fmla="*/ 76 h 165"/>
                <a:gd name="T86" fmla="*/ 167 w 283"/>
                <a:gd name="T87" fmla="*/ 87 h 165"/>
                <a:gd name="T88" fmla="*/ 171 w 283"/>
                <a:gd name="T89" fmla="*/ 91 h 165"/>
                <a:gd name="T90" fmla="*/ 173 w 283"/>
                <a:gd name="T91" fmla="*/ 93 h 165"/>
                <a:gd name="T92" fmla="*/ 186 w 283"/>
                <a:gd name="T93" fmla="*/ 94 h 165"/>
                <a:gd name="T94" fmla="*/ 190 w 283"/>
                <a:gd name="T95" fmla="*/ 90 h 165"/>
                <a:gd name="T96" fmla="*/ 205 w 283"/>
                <a:gd name="T97" fmla="*/ 79 h 165"/>
                <a:gd name="T98" fmla="*/ 216 w 283"/>
                <a:gd name="T99" fmla="*/ 70 h 165"/>
                <a:gd name="T100" fmla="*/ 231 w 283"/>
                <a:gd name="T101" fmla="*/ 58 h 165"/>
                <a:gd name="T102" fmla="*/ 263 w 283"/>
                <a:gd name="T103" fmla="*/ 31 h 165"/>
                <a:gd name="T104" fmla="*/ 264 w 283"/>
                <a:gd name="T105" fmla="*/ 31 h 165"/>
                <a:gd name="T106" fmla="*/ 264 w 283"/>
                <a:gd name="T107" fmla="*/ 53 h 165"/>
                <a:gd name="T108" fmla="*/ 274 w 283"/>
                <a:gd name="T109" fmla="*/ 62 h 165"/>
                <a:gd name="T110" fmla="*/ 283 w 283"/>
                <a:gd name="T111" fmla="*/ 53 h 165"/>
                <a:gd name="T112" fmla="*/ 283 w 283"/>
                <a:gd name="T113" fmla="*/ 1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83" h="165">
                  <a:moveTo>
                    <a:pt x="283" y="10"/>
                  </a:moveTo>
                  <a:cubicBezTo>
                    <a:pt x="283" y="7"/>
                    <a:pt x="282" y="5"/>
                    <a:pt x="280" y="3"/>
                  </a:cubicBezTo>
                  <a:cubicBezTo>
                    <a:pt x="278" y="1"/>
                    <a:pt x="276" y="0"/>
                    <a:pt x="273" y="0"/>
                  </a:cubicBezTo>
                  <a:cubicBezTo>
                    <a:pt x="263" y="0"/>
                    <a:pt x="263" y="0"/>
                    <a:pt x="263" y="0"/>
                  </a:cubicBezTo>
                  <a:cubicBezTo>
                    <a:pt x="229" y="0"/>
                    <a:pt x="229" y="0"/>
                    <a:pt x="229" y="0"/>
                  </a:cubicBezTo>
                  <a:cubicBezTo>
                    <a:pt x="227" y="0"/>
                    <a:pt x="226" y="1"/>
                    <a:pt x="225" y="1"/>
                  </a:cubicBezTo>
                  <a:cubicBezTo>
                    <a:pt x="225" y="1"/>
                    <a:pt x="225" y="1"/>
                    <a:pt x="225" y="1"/>
                  </a:cubicBezTo>
                  <a:cubicBezTo>
                    <a:pt x="221" y="3"/>
                    <a:pt x="219" y="6"/>
                    <a:pt x="219" y="10"/>
                  </a:cubicBezTo>
                  <a:cubicBezTo>
                    <a:pt x="219" y="14"/>
                    <a:pt x="222" y="18"/>
                    <a:pt x="225" y="19"/>
                  </a:cubicBezTo>
                  <a:cubicBezTo>
                    <a:pt x="226" y="20"/>
                    <a:pt x="227" y="20"/>
                    <a:pt x="229" y="20"/>
                  </a:cubicBezTo>
                  <a:cubicBezTo>
                    <a:pt x="240" y="20"/>
                    <a:pt x="240" y="20"/>
                    <a:pt x="240" y="20"/>
                  </a:cubicBezTo>
                  <a:cubicBezTo>
                    <a:pt x="246" y="20"/>
                    <a:pt x="246" y="20"/>
                    <a:pt x="246" y="20"/>
                  </a:cubicBezTo>
                  <a:cubicBezTo>
                    <a:pt x="235" y="28"/>
                    <a:pt x="235" y="28"/>
                    <a:pt x="235" y="28"/>
                  </a:cubicBezTo>
                  <a:cubicBezTo>
                    <a:pt x="216" y="45"/>
                    <a:pt x="216" y="45"/>
                    <a:pt x="216" y="45"/>
                  </a:cubicBezTo>
                  <a:cubicBezTo>
                    <a:pt x="205" y="54"/>
                    <a:pt x="205" y="54"/>
                    <a:pt x="205" y="54"/>
                  </a:cubicBezTo>
                  <a:cubicBezTo>
                    <a:pt x="190" y="66"/>
                    <a:pt x="190" y="66"/>
                    <a:pt x="190" y="66"/>
                  </a:cubicBezTo>
                  <a:cubicBezTo>
                    <a:pt x="181" y="73"/>
                    <a:pt x="181" y="73"/>
                    <a:pt x="181" y="73"/>
                  </a:cubicBezTo>
                  <a:cubicBezTo>
                    <a:pt x="171" y="63"/>
                    <a:pt x="171" y="63"/>
                    <a:pt x="171" y="63"/>
                  </a:cubicBezTo>
                  <a:cubicBezTo>
                    <a:pt x="167" y="59"/>
                    <a:pt x="167" y="59"/>
                    <a:pt x="167" y="59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1" y="42"/>
                    <a:pt x="145" y="42"/>
                    <a:pt x="141" y="45"/>
                  </a:cubicBezTo>
                  <a:cubicBezTo>
                    <a:pt x="131" y="53"/>
                    <a:pt x="131" y="53"/>
                    <a:pt x="131" y="53"/>
                  </a:cubicBezTo>
                  <a:cubicBezTo>
                    <a:pt x="119" y="62"/>
                    <a:pt x="119" y="62"/>
                    <a:pt x="119" y="62"/>
                  </a:cubicBezTo>
                  <a:cubicBezTo>
                    <a:pt x="112" y="67"/>
                    <a:pt x="112" y="67"/>
                    <a:pt x="112" y="67"/>
                  </a:cubicBezTo>
                  <a:cubicBezTo>
                    <a:pt x="108" y="70"/>
                    <a:pt x="108" y="70"/>
                    <a:pt x="108" y="70"/>
                  </a:cubicBezTo>
                  <a:cubicBezTo>
                    <a:pt x="71" y="98"/>
                    <a:pt x="71" y="98"/>
                    <a:pt x="71" y="98"/>
                  </a:cubicBezTo>
                  <a:cubicBezTo>
                    <a:pt x="70" y="98"/>
                    <a:pt x="70" y="98"/>
                    <a:pt x="70" y="98"/>
                  </a:cubicBezTo>
                  <a:cubicBezTo>
                    <a:pt x="59" y="107"/>
                    <a:pt x="59" y="107"/>
                    <a:pt x="59" y="107"/>
                  </a:cubicBezTo>
                  <a:cubicBezTo>
                    <a:pt x="11" y="142"/>
                    <a:pt x="11" y="142"/>
                    <a:pt x="11" y="142"/>
                  </a:cubicBezTo>
                  <a:cubicBezTo>
                    <a:pt x="6" y="147"/>
                    <a:pt x="6" y="147"/>
                    <a:pt x="6" y="147"/>
                  </a:cubicBezTo>
                  <a:cubicBezTo>
                    <a:pt x="1" y="150"/>
                    <a:pt x="0" y="156"/>
                    <a:pt x="4" y="160"/>
                  </a:cubicBezTo>
                  <a:cubicBezTo>
                    <a:pt x="6" y="163"/>
                    <a:pt x="10" y="165"/>
                    <a:pt x="13" y="164"/>
                  </a:cubicBezTo>
                  <a:cubicBezTo>
                    <a:pt x="15" y="164"/>
                    <a:pt x="16" y="163"/>
                    <a:pt x="17" y="162"/>
                  </a:cubicBezTo>
                  <a:cubicBezTo>
                    <a:pt x="59" y="131"/>
                    <a:pt x="59" y="131"/>
                    <a:pt x="59" y="131"/>
                  </a:cubicBezTo>
                  <a:cubicBezTo>
                    <a:pt x="70" y="123"/>
                    <a:pt x="70" y="123"/>
                    <a:pt x="70" y="123"/>
                  </a:cubicBezTo>
                  <a:cubicBezTo>
                    <a:pt x="71" y="122"/>
                    <a:pt x="71" y="122"/>
                    <a:pt x="71" y="122"/>
                  </a:cubicBezTo>
                  <a:cubicBezTo>
                    <a:pt x="108" y="94"/>
                    <a:pt x="108" y="94"/>
                    <a:pt x="108" y="94"/>
                  </a:cubicBezTo>
                  <a:cubicBezTo>
                    <a:pt x="112" y="91"/>
                    <a:pt x="112" y="91"/>
                    <a:pt x="112" y="91"/>
                  </a:cubicBezTo>
                  <a:cubicBezTo>
                    <a:pt x="119" y="86"/>
                    <a:pt x="119" y="86"/>
                    <a:pt x="119" y="86"/>
                  </a:cubicBezTo>
                  <a:cubicBezTo>
                    <a:pt x="131" y="77"/>
                    <a:pt x="131" y="77"/>
                    <a:pt x="131" y="77"/>
                  </a:cubicBezTo>
                  <a:cubicBezTo>
                    <a:pt x="146" y="65"/>
                    <a:pt x="146" y="65"/>
                    <a:pt x="146" y="65"/>
                  </a:cubicBezTo>
                  <a:cubicBezTo>
                    <a:pt x="156" y="76"/>
                    <a:pt x="156" y="76"/>
                    <a:pt x="156" y="76"/>
                  </a:cubicBezTo>
                  <a:cubicBezTo>
                    <a:pt x="167" y="87"/>
                    <a:pt x="167" y="87"/>
                    <a:pt x="167" y="87"/>
                  </a:cubicBezTo>
                  <a:cubicBezTo>
                    <a:pt x="171" y="91"/>
                    <a:pt x="171" y="91"/>
                    <a:pt x="171" y="91"/>
                  </a:cubicBezTo>
                  <a:cubicBezTo>
                    <a:pt x="173" y="93"/>
                    <a:pt x="173" y="93"/>
                    <a:pt x="173" y="93"/>
                  </a:cubicBezTo>
                  <a:cubicBezTo>
                    <a:pt x="177" y="96"/>
                    <a:pt x="182" y="97"/>
                    <a:pt x="186" y="9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205" y="79"/>
                    <a:pt x="205" y="79"/>
                    <a:pt x="205" y="79"/>
                  </a:cubicBezTo>
                  <a:cubicBezTo>
                    <a:pt x="216" y="70"/>
                    <a:pt x="216" y="70"/>
                    <a:pt x="216" y="70"/>
                  </a:cubicBezTo>
                  <a:cubicBezTo>
                    <a:pt x="231" y="58"/>
                    <a:pt x="231" y="58"/>
                    <a:pt x="231" y="58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4" y="31"/>
                    <a:pt x="264" y="31"/>
                    <a:pt x="264" y="31"/>
                  </a:cubicBezTo>
                  <a:cubicBezTo>
                    <a:pt x="264" y="53"/>
                    <a:pt x="264" y="53"/>
                    <a:pt x="264" y="53"/>
                  </a:cubicBezTo>
                  <a:cubicBezTo>
                    <a:pt x="264" y="58"/>
                    <a:pt x="268" y="62"/>
                    <a:pt x="274" y="62"/>
                  </a:cubicBezTo>
                  <a:cubicBezTo>
                    <a:pt x="279" y="62"/>
                    <a:pt x="283" y="58"/>
                    <a:pt x="283" y="53"/>
                  </a:cubicBezTo>
                  <a:lnTo>
                    <a:pt x="283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3013465" y="2668045"/>
            <a:ext cx="706438" cy="596900"/>
            <a:chOff x="8507413" y="4900613"/>
            <a:chExt cx="706438" cy="596900"/>
          </a:xfrm>
          <a:solidFill>
            <a:schemeClr val="bg1">
              <a:lumMod val="95000"/>
            </a:schemeClr>
          </a:solidFill>
        </p:grpSpPr>
        <p:sp>
          <p:nvSpPr>
            <p:cNvPr id="29" name="Oval 188"/>
            <p:cNvSpPr>
              <a:spLocks noChangeArrowheads="1"/>
            </p:cNvSpPr>
            <p:nvPr/>
          </p:nvSpPr>
          <p:spPr bwMode="auto">
            <a:xfrm>
              <a:off x="8759826" y="4967288"/>
              <a:ext cx="203200" cy="2032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0" name="Freeform 189"/>
            <p:cNvSpPr/>
            <p:nvPr/>
          </p:nvSpPr>
          <p:spPr bwMode="auto">
            <a:xfrm>
              <a:off x="8683626" y="5189538"/>
              <a:ext cx="357188" cy="307975"/>
            </a:xfrm>
            <a:custGeom>
              <a:avLst/>
              <a:gdLst>
                <a:gd name="T0" fmla="*/ 65 w 95"/>
                <a:gd name="T1" fmla="*/ 0 h 82"/>
                <a:gd name="T2" fmla="*/ 48 w 95"/>
                <a:gd name="T3" fmla="*/ 20 h 82"/>
                <a:gd name="T4" fmla="*/ 31 w 95"/>
                <a:gd name="T5" fmla="*/ 0 h 82"/>
                <a:gd name="T6" fmla="*/ 0 w 95"/>
                <a:gd name="T7" fmla="*/ 51 h 82"/>
                <a:gd name="T8" fmla="*/ 1 w 95"/>
                <a:gd name="T9" fmla="*/ 61 h 82"/>
                <a:gd name="T10" fmla="*/ 48 w 95"/>
                <a:gd name="T11" fmla="*/ 82 h 82"/>
                <a:gd name="T12" fmla="*/ 94 w 95"/>
                <a:gd name="T13" fmla="*/ 61 h 82"/>
                <a:gd name="T14" fmla="*/ 95 w 95"/>
                <a:gd name="T15" fmla="*/ 51 h 82"/>
                <a:gd name="T16" fmla="*/ 65 w 95"/>
                <a:gd name="T17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5" h="82">
                  <a:moveTo>
                    <a:pt x="65" y="0"/>
                  </a:moveTo>
                  <a:cubicBezTo>
                    <a:pt x="48" y="20"/>
                    <a:pt x="48" y="20"/>
                    <a:pt x="48" y="2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13" y="8"/>
                    <a:pt x="0" y="28"/>
                    <a:pt x="0" y="51"/>
                  </a:cubicBezTo>
                  <a:cubicBezTo>
                    <a:pt x="0" y="54"/>
                    <a:pt x="1" y="57"/>
                    <a:pt x="1" y="61"/>
                  </a:cubicBezTo>
                  <a:cubicBezTo>
                    <a:pt x="11" y="73"/>
                    <a:pt x="28" y="82"/>
                    <a:pt x="48" y="82"/>
                  </a:cubicBezTo>
                  <a:cubicBezTo>
                    <a:pt x="67" y="82"/>
                    <a:pt x="84" y="73"/>
                    <a:pt x="94" y="61"/>
                  </a:cubicBezTo>
                  <a:cubicBezTo>
                    <a:pt x="95" y="57"/>
                    <a:pt x="95" y="54"/>
                    <a:pt x="95" y="51"/>
                  </a:cubicBezTo>
                  <a:cubicBezTo>
                    <a:pt x="95" y="28"/>
                    <a:pt x="82" y="7"/>
                    <a:pt x="6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1" name="Freeform 190"/>
            <p:cNvSpPr/>
            <p:nvPr/>
          </p:nvSpPr>
          <p:spPr bwMode="auto">
            <a:xfrm>
              <a:off x="8958263" y="4900613"/>
              <a:ext cx="184150" cy="187325"/>
            </a:xfrm>
            <a:custGeom>
              <a:avLst/>
              <a:gdLst>
                <a:gd name="T0" fmla="*/ 24 w 49"/>
                <a:gd name="T1" fmla="*/ 0 h 50"/>
                <a:gd name="T2" fmla="*/ 0 w 49"/>
                <a:gd name="T3" fmla="*/ 18 h 50"/>
                <a:gd name="T4" fmla="*/ 11 w 49"/>
                <a:gd name="T5" fmla="*/ 45 h 50"/>
                <a:gd name="T6" fmla="*/ 11 w 49"/>
                <a:gd name="T7" fmla="*/ 46 h 50"/>
                <a:gd name="T8" fmla="*/ 24 w 49"/>
                <a:gd name="T9" fmla="*/ 50 h 50"/>
                <a:gd name="T10" fmla="*/ 49 w 49"/>
                <a:gd name="T11" fmla="*/ 25 h 50"/>
                <a:gd name="T12" fmla="*/ 24 w 49"/>
                <a:gd name="T13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50">
                  <a:moveTo>
                    <a:pt x="24" y="0"/>
                  </a:moveTo>
                  <a:cubicBezTo>
                    <a:pt x="12" y="0"/>
                    <a:pt x="2" y="8"/>
                    <a:pt x="0" y="18"/>
                  </a:cubicBezTo>
                  <a:cubicBezTo>
                    <a:pt x="6" y="25"/>
                    <a:pt x="11" y="34"/>
                    <a:pt x="11" y="45"/>
                  </a:cubicBezTo>
                  <a:cubicBezTo>
                    <a:pt x="11" y="45"/>
                    <a:pt x="11" y="46"/>
                    <a:pt x="11" y="46"/>
                  </a:cubicBezTo>
                  <a:cubicBezTo>
                    <a:pt x="14" y="49"/>
                    <a:pt x="19" y="50"/>
                    <a:pt x="24" y="50"/>
                  </a:cubicBezTo>
                  <a:cubicBezTo>
                    <a:pt x="37" y="50"/>
                    <a:pt x="49" y="39"/>
                    <a:pt x="49" y="25"/>
                  </a:cubicBezTo>
                  <a:cubicBezTo>
                    <a:pt x="49" y="11"/>
                    <a:pt x="37" y="0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2" name="Freeform 191"/>
            <p:cNvSpPr/>
            <p:nvPr/>
          </p:nvSpPr>
          <p:spPr bwMode="auto">
            <a:xfrm>
              <a:off x="8575676" y="4900613"/>
              <a:ext cx="187325" cy="187325"/>
            </a:xfrm>
            <a:custGeom>
              <a:avLst/>
              <a:gdLst>
                <a:gd name="T0" fmla="*/ 40 w 50"/>
                <a:gd name="T1" fmla="*/ 45 h 50"/>
                <a:gd name="T2" fmla="*/ 50 w 50"/>
                <a:gd name="T3" fmla="*/ 20 h 50"/>
                <a:gd name="T4" fmla="*/ 25 w 50"/>
                <a:gd name="T5" fmla="*/ 0 h 50"/>
                <a:gd name="T6" fmla="*/ 0 w 50"/>
                <a:gd name="T7" fmla="*/ 25 h 50"/>
                <a:gd name="T8" fmla="*/ 25 w 50"/>
                <a:gd name="T9" fmla="*/ 50 h 50"/>
                <a:gd name="T10" fmla="*/ 40 w 50"/>
                <a:gd name="T11" fmla="*/ 45 h 50"/>
                <a:gd name="T12" fmla="*/ 40 w 50"/>
                <a:gd name="T13" fmla="*/ 45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" h="50">
                  <a:moveTo>
                    <a:pt x="40" y="45"/>
                  </a:moveTo>
                  <a:cubicBezTo>
                    <a:pt x="40" y="35"/>
                    <a:pt x="44" y="26"/>
                    <a:pt x="50" y="20"/>
                  </a:cubicBezTo>
                  <a:cubicBezTo>
                    <a:pt x="48" y="8"/>
                    <a:pt x="37" y="0"/>
                    <a:pt x="25" y="0"/>
                  </a:cubicBezTo>
                  <a:cubicBezTo>
                    <a:pt x="12" y="0"/>
                    <a:pt x="0" y="11"/>
                    <a:pt x="0" y="25"/>
                  </a:cubicBezTo>
                  <a:cubicBezTo>
                    <a:pt x="0" y="39"/>
                    <a:pt x="12" y="50"/>
                    <a:pt x="25" y="50"/>
                  </a:cubicBezTo>
                  <a:cubicBezTo>
                    <a:pt x="31" y="50"/>
                    <a:pt x="36" y="48"/>
                    <a:pt x="40" y="45"/>
                  </a:cubicBezTo>
                  <a:cubicBezTo>
                    <a:pt x="40" y="45"/>
                    <a:pt x="40" y="45"/>
                    <a:pt x="40" y="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3" name="Freeform 192"/>
            <p:cNvSpPr/>
            <p:nvPr/>
          </p:nvSpPr>
          <p:spPr bwMode="auto">
            <a:xfrm>
              <a:off x="8958263" y="5103813"/>
              <a:ext cx="255588" cy="285750"/>
            </a:xfrm>
            <a:custGeom>
              <a:avLst/>
              <a:gdLst>
                <a:gd name="T0" fmla="*/ 40 w 68"/>
                <a:gd name="T1" fmla="*/ 0 h 76"/>
                <a:gd name="T2" fmla="*/ 24 w 68"/>
                <a:gd name="T3" fmla="*/ 19 h 76"/>
                <a:gd name="T4" fmla="*/ 9 w 68"/>
                <a:gd name="T5" fmla="*/ 2 h 76"/>
                <a:gd name="T6" fmla="*/ 0 w 68"/>
                <a:gd name="T7" fmla="*/ 16 h 76"/>
                <a:gd name="T8" fmla="*/ 32 w 68"/>
                <a:gd name="T9" fmla="*/ 74 h 76"/>
                <a:gd name="T10" fmla="*/ 31 w 68"/>
                <a:gd name="T11" fmla="*/ 76 h 76"/>
                <a:gd name="T12" fmla="*/ 67 w 68"/>
                <a:gd name="T13" fmla="*/ 57 h 76"/>
                <a:gd name="T14" fmla="*/ 68 w 68"/>
                <a:gd name="T15" fmla="*/ 48 h 76"/>
                <a:gd name="T16" fmla="*/ 40 w 68"/>
                <a:gd name="T17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8" h="76">
                  <a:moveTo>
                    <a:pt x="40" y="0"/>
                  </a:moveTo>
                  <a:cubicBezTo>
                    <a:pt x="24" y="19"/>
                    <a:pt x="24" y="19"/>
                    <a:pt x="24" y="19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7" y="7"/>
                    <a:pt x="4" y="12"/>
                    <a:pt x="0" y="16"/>
                  </a:cubicBezTo>
                  <a:cubicBezTo>
                    <a:pt x="19" y="27"/>
                    <a:pt x="32" y="49"/>
                    <a:pt x="32" y="74"/>
                  </a:cubicBezTo>
                  <a:cubicBezTo>
                    <a:pt x="32" y="75"/>
                    <a:pt x="31" y="75"/>
                    <a:pt x="31" y="76"/>
                  </a:cubicBezTo>
                  <a:cubicBezTo>
                    <a:pt x="46" y="74"/>
                    <a:pt x="59" y="67"/>
                    <a:pt x="67" y="57"/>
                  </a:cubicBezTo>
                  <a:cubicBezTo>
                    <a:pt x="68" y="54"/>
                    <a:pt x="68" y="51"/>
                    <a:pt x="68" y="48"/>
                  </a:cubicBezTo>
                  <a:cubicBezTo>
                    <a:pt x="68" y="26"/>
                    <a:pt x="56" y="8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4" name="Freeform 193"/>
            <p:cNvSpPr/>
            <p:nvPr/>
          </p:nvSpPr>
          <p:spPr bwMode="auto">
            <a:xfrm>
              <a:off x="8507413" y="5103813"/>
              <a:ext cx="258763" cy="285750"/>
            </a:xfrm>
            <a:custGeom>
              <a:avLst/>
              <a:gdLst>
                <a:gd name="T0" fmla="*/ 38 w 69"/>
                <a:gd name="T1" fmla="*/ 74 h 76"/>
                <a:gd name="T2" fmla="*/ 69 w 69"/>
                <a:gd name="T3" fmla="*/ 17 h 76"/>
                <a:gd name="T4" fmla="*/ 59 w 69"/>
                <a:gd name="T5" fmla="*/ 0 h 76"/>
                <a:gd name="T6" fmla="*/ 59 w 69"/>
                <a:gd name="T7" fmla="*/ 0 h 76"/>
                <a:gd name="T8" fmla="*/ 44 w 69"/>
                <a:gd name="T9" fmla="*/ 19 h 76"/>
                <a:gd name="T10" fmla="*/ 28 w 69"/>
                <a:gd name="T11" fmla="*/ 1 h 76"/>
                <a:gd name="T12" fmla="*/ 0 w 69"/>
                <a:gd name="T13" fmla="*/ 48 h 76"/>
                <a:gd name="T14" fmla="*/ 0 w 69"/>
                <a:gd name="T15" fmla="*/ 57 h 76"/>
                <a:gd name="T16" fmla="*/ 38 w 69"/>
                <a:gd name="T17" fmla="*/ 76 h 76"/>
                <a:gd name="T18" fmla="*/ 38 w 69"/>
                <a:gd name="T19" fmla="*/ 74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" h="76">
                  <a:moveTo>
                    <a:pt x="38" y="74"/>
                  </a:moveTo>
                  <a:cubicBezTo>
                    <a:pt x="38" y="49"/>
                    <a:pt x="50" y="28"/>
                    <a:pt x="69" y="17"/>
                  </a:cubicBezTo>
                  <a:cubicBezTo>
                    <a:pt x="65" y="12"/>
                    <a:pt x="61" y="7"/>
                    <a:pt x="59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12" y="8"/>
                    <a:pt x="0" y="26"/>
                    <a:pt x="0" y="48"/>
                  </a:cubicBezTo>
                  <a:cubicBezTo>
                    <a:pt x="0" y="51"/>
                    <a:pt x="0" y="54"/>
                    <a:pt x="0" y="57"/>
                  </a:cubicBezTo>
                  <a:cubicBezTo>
                    <a:pt x="9" y="67"/>
                    <a:pt x="22" y="75"/>
                    <a:pt x="38" y="76"/>
                  </a:cubicBezTo>
                  <a:cubicBezTo>
                    <a:pt x="38" y="75"/>
                    <a:pt x="38" y="75"/>
                    <a:pt x="38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</p:grpSp>
      <p:sp>
        <p:nvSpPr>
          <p:cNvPr id="42" name="TextBox 6"/>
          <p:cNvSpPr txBox="1">
            <a:spLocks noChangeArrowheads="1"/>
          </p:cNvSpPr>
          <p:nvPr/>
        </p:nvSpPr>
        <p:spPr bwMode="auto">
          <a:xfrm>
            <a:off x="3473783" y="434492"/>
            <a:ext cx="205105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0" lang="zh-CN" sz="18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+mn-ea"/>
              </a:rPr>
              <a:t>教师端问答</a:t>
            </a:r>
            <a:endParaRPr kumimoji="0" lang="zh-CN" sz="18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cs typeface="+mn-ea"/>
            </a:endParaRPr>
          </a:p>
        </p:txBody>
      </p:sp>
      <p:sp>
        <p:nvSpPr>
          <p:cNvPr id="43" name="TextBox 6"/>
          <p:cNvSpPr txBox="1">
            <a:spLocks noChangeArrowheads="1"/>
          </p:cNvSpPr>
          <p:nvPr/>
        </p:nvSpPr>
        <p:spPr bwMode="auto">
          <a:xfrm>
            <a:off x="3821045" y="752508"/>
            <a:ext cx="131597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sz="1100" i="0" u="none" strike="noStrike" cap="none" normalizeH="0" baseline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Arial Narrow" panose="020B0606020202030204" pitchFamily="34" charset="0"/>
              <a:cs typeface="+mn-ea"/>
            </a:endParaRPr>
          </a:p>
        </p:txBody>
      </p:sp>
      <p:pic>
        <p:nvPicPr>
          <p:cNvPr id="2" name="图片 1" descr="672AA0312C4E71586F3455693BD7A5F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465" y="802640"/>
            <a:ext cx="7663815" cy="41821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2270693" y="3834122"/>
            <a:ext cx="933449" cy="390525"/>
            <a:chOff x="1150938" y="1535113"/>
            <a:chExt cx="933449" cy="390525"/>
          </a:xfrm>
          <a:solidFill>
            <a:schemeClr val="bg1">
              <a:lumMod val="95000"/>
            </a:schemeClr>
          </a:solidFill>
        </p:grpSpPr>
        <p:sp>
          <p:nvSpPr>
            <p:cNvPr id="16" name="Freeform 66"/>
            <p:cNvSpPr/>
            <p:nvPr/>
          </p:nvSpPr>
          <p:spPr bwMode="auto">
            <a:xfrm>
              <a:off x="1150938" y="1677988"/>
              <a:ext cx="293687" cy="247650"/>
            </a:xfrm>
            <a:custGeom>
              <a:avLst/>
              <a:gdLst>
                <a:gd name="T0" fmla="*/ 0 w 115"/>
                <a:gd name="T1" fmla="*/ 30 h 97"/>
                <a:gd name="T2" fmla="*/ 72 w 115"/>
                <a:gd name="T3" fmla="*/ 97 h 97"/>
                <a:gd name="T4" fmla="*/ 115 w 115"/>
                <a:gd name="T5" fmla="*/ 65 h 97"/>
                <a:gd name="T6" fmla="*/ 39 w 115"/>
                <a:gd name="T7" fmla="*/ 0 h 97"/>
                <a:gd name="T8" fmla="*/ 0 w 115"/>
                <a:gd name="T9" fmla="*/ 3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97">
                  <a:moveTo>
                    <a:pt x="0" y="30"/>
                  </a:moveTo>
                  <a:cubicBezTo>
                    <a:pt x="72" y="97"/>
                    <a:pt x="72" y="97"/>
                    <a:pt x="72" y="97"/>
                  </a:cubicBezTo>
                  <a:cubicBezTo>
                    <a:pt x="72" y="97"/>
                    <a:pt x="94" y="80"/>
                    <a:pt x="115" y="65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11" y="20"/>
                    <a:pt x="0" y="30"/>
                    <a:pt x="0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7" name="Freeform 67"/>
            <p:cNvSpPr/>
            <p:nvPr/>
          </p:nvSpPr>
          <p:spPr bwMode="auto">
            <a:xfrm>
              <a:off x="1295400" y="1535113"/>
              <a:ext cx="788987" cy="292100"/>
            </a:xfrm>
            <a:custGeom>
              <a:avLst/>
              <a:gdLst>
                <a:gd name="T0" fmla="*/ 261 w 309"/>
                <a:gd name="T1" fmla="*/ 33 h 114"/>
                <a:gd name="T2" fmla="*/ 205 w 309"/>
                <a:gd name="T3" fmla="*/ 64 h 114"/>
                <a:gd name="T4" fmla="*/ 125 w 309"/>
                <a:gd name="T5" fmla="*/ 55 h 114"/>
                <a:gd name="T6" fmla="*/ 176 w 309"/>
                <a:gd name="T7" fmla="*/ 48 h 114"/>
                <a:gd name="T8" fmla="*/ 217 w 309"/>
                <a:gd name="T9" fmla="*/ 19 h 114"/>
                <a:gd name="T10" fmla="*/ 140 w 309"/>
                <a:gd name="T11" fmla="*/ 14 h 114"/>
                <a:gd name="T12" fmla="*/ 66 w 309"/>
                <a:gd name="T13" fmla="*/ 14 h 114"/>
                <a:gd name="T14" fmla="*/ 0 w 309"/>
                <a:gd name="T15" fmla="*/ 54 h 114"/>
                <a:gd name="T16" fmla="*/ 68 w 309"/>
                <a:gd name="T17" fmla="*/ 114 h 114"/>
                <a:gd name="T18" fmla="*/ 91 w 309"/>
                <a:gd name="T19" fmla="*/ 102 h 114"/>
                <a:gd name="T20" fmla="*/ 205 w 309"/>
                <a:gd name="T21" fmla="*/ 102 h 114"/>
                <a:gd name="T22" fmla="*/ 309 w 309"/>
                <a:gd name="T23" fmla="*/ 19 h 114"/>
                <a:gd name="T24" fmla="*/ 261 w 309"/>
                <a:gd name="T25" fmla="*/ 33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9" h="114">
                  <a:moveTo>
                    <a:pt x="261" y="33"/>
                  </a:moveTo>
                  <a:cubicBezTo>
                    <a:pt x="243" y="49"/>
                    <a:pt x="227" y="60"/>
                    <a:pt x="205" y="64"/>
                  </a:cubicBezTo>
                  <a:cubicBezTo>
                    <a:pt x="170" y="70"/>
                    <a:pt x="135" y="62"/>
                    <a:pt x="125" y="55"/>
                  </a:cubicBezTo>
                  <a:cubicBezTo>
                    <a:pt x="108" y="44"/>
                    <a:pt x="126" y="51"/>
                    <a:pt x="176" y="48"/>
                  </a:cubicBezTo>
                  <a:cubicBezTo>
                    <a:pt x="227" y="45"/>
                    <a:pt x="217" y="19"/>
                    <a:pt x="217" y="19"/>
                  </a:cubicBezTo>
                  <a:cubicBezTo>
                    <a:pt x="206" y="17"/>
                    <a:pt x="193" y="16"/>
                    <a:pt x="140" y="14"/>
                  </a:cubicBezTo>
                  <a:cubicBezTo>
                    <a:pt x="121" y="14"/>
                    <a:pt x="84" y="10"/>
                    <a:pt x="66" y="14"/>
                  </a:cubicBezTo>
                  <a:cubicBezTo>
                    <a:pt x="46" y="18"/>
                    <a:pt x="28" y="35"/>
                    <a:pt x="0" y="54"/>
                  </a:cubicBezTo>
                  <a:cubicBezTo>
                    <a:pt x="68" y="114"/>
                    <a:pt x="68" y="114"/>
                    <a:pt x="68" y="114"/>
                  </a:cubicBezTo>
                  <a:cubicBezTo>
                    <a:pt x="79" y="107"/>
                    <a:pt x="87" y="102"/>
                    <a:pt x="91" y="102"/>
                  </a:cubicBezTo>
                  <a:cubicBezTo>
                    <a:pt x="112" y="102"/>
                    <a:pt x="166" y="107"/>
                    <a:pt x="205" y="102"/>
                  </a:cubicBezTo>
                  <a:cubicBezTo>
                    <a:pt x="282" y="64"/>
                    <a:pt x="309" y="19"/>
                    <a:pt x="309" y="19"/>
                  </a:cubicBezTo>
                  <a:cubicBezTo>
                    <a:pt x="309" y="19"/>
                    <a:pt x="288" y="0"/>
                    <a:pt x="261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821504" y="3746839"/>
            <a:ext cx="722312" cy="441325"/>
            <a:chOff x="979488" y="2314575"/>
            <a:chExt cx="722312" cy="441325"/>
          </a:xfrm>
          <a:solidFill>
            <a:schemeClr val="bg1">
              <a:lumMod val="95000"/>
            </a:schemeClr>
          </a:solidFill>
        </p:grpSpPr>
        <p:sp>
          <p:nvSpPr>
            <p:cNvPr id="19" name="Freeform 84"/>
            <p:cNvSpPr/>
            <p:nvPr/>
          </p:nvSpPr>
          <p:spPr bwMode="auto">
            <a:xfrm>
              <a:off x="1047750" y="2692400"/>
              <a:ext cx="87312" cy="63500"/>
            </a:xfrm>
            <a:custGeom>
              <a:avLst/>
              <a:gdLst>
                <a:gd name="T0" fmla="*/ 34 w 34"/>
                <a:gd name="T1" fmla="*/ 21 h 25"/>
                <a:gd name="T2" fmla="*/ 34 w 34"/>
                <a:gd name="T3" fmla="*/ 0 h 25"/>
                <a:gd name="T4" fmla="*/ 1 w 34"/>
                <a:gd name="T5" fmla="*/ 25 h 25"/>
                <a:gd name="T6" fmla="*/ 31 w 34"/>
                <a:gd name="T7" fmla="*/ 25 h 25"/>
                <a:gd name="T8" fmla="*/ 34 w 34"/>
                <a:gd name="T9" fmla="*/ 21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25">
                  <a:moveTo>
                    <a:pt x="34" y="21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4" y="0"/>
                    <a:pt x="0" y="25"/>
                    <a:pt x="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3" y="25"/>
                    <a:pt x="34" y="23"/>
                    <a:pt x="34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0" name="Freeform 85"/>
            <p:cNvSpPr/>
            <p:nvPr/>
          </p:nvSpPr>
          <p:spPr bwMode="auto">
            <a:xfrm>
              <a:off x="1163638" y="2600325"/>
              <a:ext cx="93662" cy="155575"/>
            </a:xfrm>
            <a:custGeom>
              <a:avLst/>
              <a:gdLst>
                <a:gd name="T0" fmla="*/ 33 w 37"/>
                <a:gd name="T1" fmla="*/ 61 h 61"/>
                <a:gd name="T2" fmla="*/ 37 w 37"/>
                <a:gd name="T3" fmla="*/ 57 h 61"/>
                <a:gd name="T4" fmla="*/ 37 w 37"/>
                <a:gd name="T5" fmla="*/ 0 h 61"/>
                <a:gd name="T6" fmla="*/ 1 w 37"/>
                <a:gd name="T7" fmla="*/ 27 h 61"/>
                <a:gd name="T8" fmla="*/ 0 w 37"/>
                <a:gd name="T9" fmla="*/ 28 h 61"/>
                <a:gd name="T10" fmla="*/ 0 w 37"/>
                <a:gd name="T11" fmla="*/ 57 h 61"/>
                <a:gd name="T12" fmla="*/ 3 w 37"/>
                <a:gd name="T13" fmla="*/ 61 h 61"/>
                <a:gd name="T14" fmla="*/ 33 w 37"/>
                <a:gd name="T15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61">
                  <a:moveTo>
                    <a:pt x="33" y="61"/>
                  </a:moveTo>
                  <a:cubicBezTo>
                    <a:pt x="35" y="61"/>
                    <a:pt x="37" y="59"/>
                    <a:pt x="37" y="57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9"/>
                    <a:pt x="1" y="61"/>
                    <a:pt x="3" y="61"/>
                  </a:cubicBezTo>
                  <a:lnTo>
                    <a:pt x="33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1" name="Freeform 86"/>
            <p:cNvSpPr/>
            <p:nvPr/>
          </p:nvSpPr>
          <p:spPr bwMode="auto">
            <a:xfrm>
              <a:off x="1282700" y="2525713"/>
              <a:ext cx="95250" cy="230187"/>
            </a:xfrm>
            <a:custGeom>
              <a:avLst/>
              <a:gdLst>
                <a:gd name="T0" fmla="*/ 34 w 37"/>
                <a:gd name="T1" fmla="*/ 90 h 90"/>
                <a:gd name="T2" fmla="*/ 37 w 37"/>
                <a:gd name="T3" fmla="*/ 86 h 90"/>
                <a:gd name="T4" fmla="*/ 37 w 37"/>
                <a:gd name="T5" fmla="*/ 11 h 90"/>
                <a:gd name="T6" fmla="*/ 27 w 37"/>
                <a:gd name="T7" fmla="*/ 0 h 90"/>
                <a:gd name="T8" fmla="*/ 12 w 37"/>
                <a:gd name="T9" fmla="*/ 12 h 90"/>
                <a:gd name="T10" fmla="*/ 0 w 37"/>
                <a:gd name="T11" fmla="*/ 21 h 90"/>
                <a:gd name="T12" fmla="*/ 0 w 37"/>
                <a:gd name="T13" fmla="*/ 86 h 90"/>
                <a:gd name="T14" fmla="*/ 4 w 37"/>
                <a:gd name="T15" fmla="*/ 90 h 90"/>
                <a:gd name="T16" fmla="*/ 34 w 37"/>
                <a:gd name="T17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" h="90">
                  <a:moveTo>
                    <a:pt x="34" y="90"/>
                  </a:moveTo>
                  <a:cubicBezTo>
                    <a:pt x="35" y="90"/>
                    <a:pt x="37" y="88"/>
                    <a:pt x="37" y="86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88"/>
                    <a:pt x="2" y="90"/>
                    <a:pt x="4" y="90"/>
                  </a:cubicBezTo>
                  <a:lnTo>
                    <a:pt x="34" y="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2" name="Freeform 87"/>
            <p:cNvSpPr/>
            <p:nvPr/>
          </p:nvSpPr>
          <p:spPr bwMode="auto">
            <a:xfrm>
              <a:off x="1404938" y="2562225"/>
              <a:ext cx="92075" cy="193675"/>
            </a:xfrm>
            <a:custGeom>
              <a:avLst/>
              <a:gdLst>
                <a:gd name="T0" fmla="*/ 33 w 36"/>
                <a:gd name="T1" fmla="*/ 76 h 76"/>
                <a:gd name="T2" fmla="*/ 36 w 36"/>
                <a:gd name="T3" fmla="*/ 72 h 76"/>
                <a:gd name="T4" fmla="*/ 36 w 36"/>
                <a:gd name="T5" fmla="*/ 0 h 76"/>
                <a:gd name="T6" fmla="*/ 22 w 36"/>
                <a:gd name="T7" fmla="*/ 11 h 76"/>
                <a:gd name="T8" fmla="*/ 18 w 36"/>
                <a:gd name="T9" fmla="*/ 14 h 76"/>
                <a:gd name="T10" fmla="*/ 5 w 36"/>
                <a:gd name="T11" fmla="*/ 13 h 76"/>
                <a:gd name="T12" fmla="*/ 4 w 36"/>
                <a:gd name="T13" fmla="*/ 12 h 76"/>
                <a:gd name="T14" fmla="*/ 0 w 36"/>
                <a:gd name="T15" fmla="*/ 8 h 76"/>
                <a:gd name="T16" fmla="*/ 0 w 36"/>
                <a:gd name="T17" fmla="*/ 72 h 76"/>
                <a:gd name="T18" fmla="*/ 3 w 36"/>
                <a:gd name="T19" fmla="*/ 76 h 76"/>
                <a:gd name="T20" fmla="*/ 33 w 36"/>
                <a:gd name="T21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76">
                  <a:moveTo>
                    <a:pt x="33" y="76"/>
                  </a:moveTo>
                  <a:cubicBezTo>
                    <a:pt x="35" y="76"/>
                    <a:pt x="36" y="74"/>
                    <a:pt x="36" y="72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4" y="17"/>
                    <a:pt x="9" y="17"/>
                    <a:pt x="5" y="13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4"/>
                    <a:pt x="1" y="76"/>
                    <a:pt x="3" y="76"/>
                  </a:cubicBezTo>
                  <a:lnTo>
                    <a:pt x="33" y="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3" name="Freeform 88"/>
            <p:cNvSpPr/>
            <p:nvPr/>
          </p:nvSpPr>
          <p:spPr bwMode="auto">
            <a:xfrm>
              <a:off x="1525588" y="2465388"/>
              <a:ext cx="95250" cy="290512"/>
            </a:xfrm>
            <a:custGeom>
              <a:avLst/>
              <a:gdLst>
                <a:gd name="T0" fmla="*/ 33 w 37"/>
                <a:gd name="T1" fmla="*/ 114 h 114"/>
                <a:gd name="T2" fmla="*/ 37 w 37"/>
                <a:gd name="T3" fmla="*/ 110 h 114"/>
                <a:gd name="T4" fmla="*/ 37 w 37"/>
                <a:gd name="T5" fmla="*/ 0 h 114"/>
                <a:gd name="T6" fmla="*/ 15 w 37"/>
                <a:gd name="T7" fmla="*/ 18 h 114"/>
                <a:gd name="T8" fmla="*/ 0 w 37"/>
                <a:gd name="T9" fmla="*/ 29 h 114"/>
                <a:gd name="T10" fmla="*/ 0 w 37"/>
                <a:gd name="T11" fmla="*/ 110 h 114"/>
                <a:gd name="T12" fmla="*/ 3 w 37"/>
                <a:gd name="T13" fmla="*/ 114 h 114"/>
                <a:gd name="T14" fmla="*/ 33 w 37"/>
                <a:gd name="T15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114">
                  <a:moveTo>
                    <a:pt x="33" y="114"/>
                  </a:moveTo>
                  <a:cubicBezTo>
                    <a:pt x="35" y="114"/>
                    <a:pt x="37" y="112"/>
                    <a:pt x="37" y="11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0" y="112"/>
                    <a:pt x="1" y="114"/>
                    <a:pt x="3" y="114"/>
                  </a:cubicBezTo>
                  <a:lnTo>
                    <a:pt x="33" y="1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4" name="Freeform 89"/>
            <p:cNvSpPr/>
            <p:nvPr/>
          </p:nvSpPr>
          <p:spPr bwMode="auto">
            <a:xfrm>
              <a:off x="979488" y="2314575"/>
              <a:ext cx="722312" cy="420687"/>
            </a:xfrm>
            <a:custGeom>
              <a:avLst/>
              <a:gdLst>
                <a:gd name="T0" fmla="*/ 283 w 283"/>
                <a:gd name="T1" fmla="*/ 10 h 165"/>
                <a:gd name="T2" fmla="*/ 280 w 283"/>
                <a:gd name="T3" fmla="*/ 3 h 165"/>
                <a:gd name="T4" fmla="*/ 273 w 283"/>
                <a:gd name="T5" fmla="*/ 0 h 165"/>
                <a:gd name="T6" fmla="*/ 263 w 283"/>
                <a:gd name="T7" fmla="*/ 0 h 165"/>
                <a:gd name="T8" fmla="*/ 229 w 283"/>
                <a:gd name="T9" fmla="*/ 0 h 165"/>
                <a:gd name="T10" fmla="*/ 225 w 283"/>
                <a:gd name="T11" fmla="*/ 1 h 165"/>
                <a:gd name="T12" fmla="*/ 225 w 283"/>
                <a:gd name="T13" fmla="*/ 1 h 165"/>
                <a:gd name="T14" fmla="*/ 219 w 283"/>
                <a:gd name="T15" fmla="*/ 10 h 165"/>
                <a:gd name="T16" fmla="*/ 225 w 283"/>
                <a:gd name="T17" fmla="*/ 19 h 165"/>
                <a:gd name="T18" fmla="*/ 229 w 283"/>
                <a:gd name="T19" fmla="*/ 20 h 165"/>
                <a:gd name="T20" fmla="*/ 240 w 283"/>
                <a:gd name="T21" fmla="*/ 20 h 165"/>
                <a:gd name="T22" fmla="*/ 246 w 283"/>
                <a:gd name="T23" fmla="*/ 20 h 165"/>
                <a:gd name="T24" fmla="*/ 235 w 283"/>
                <a:gd name="T25" fmla="*/ 28 h 165"/>
                <a:gd name="T26" fmla="*/ 216 w 283"/>
                <a:gd name="T27" fmla="*/ 45 h 165"/>
                <a:gd name="T28" fmla="*/ 205 w 283"/>
                <a:gd name="T29" fmla="*/ 54 h 165"/>
                <a:gd name="T30" fmla="*/ 190 w 283"/>
                <a:gd name="T31" fmla="*/ 66 h 165"/>
                <a:gd name="T32" fmla="*/ 181 w 283"/>
                <a:gd name="T33" fmla="*/ 73 h 165"/>
                <a:gd name="T34" fmla="*/ 171 w 283"/>
                <a:gd name="T35" fmla="*/ 63 h 165"/>
                <a:gd name="T36" fmla="*/ 167 w 283"/>
                <a:gd name="T37" fmla="*/ 59 h 165"/>
                <a:gd name="T38" fmla="*/ 156 w 283"/>
                <a:gd name="T39" fmla="*/ 48 h 165"/>
                <a:gd name="T40" fmla="*/ 154 w 283"/>
                <a:gd name="T41" fmla="*/ 46 h 165"/>
                <a:gd name="T42" fmla="*/ 141 w 283"/>
                <a:gd name="T43" fmla="*/ 45 h 165"/>
                <a:gd name="T44" fmla="*/ 131 w 283"/>
                <a:gd name="T45" fmla="*/ 53 h 165"/>
                <a:gd name="T46" fmla="*/ 119 w 283"/>
                <a:gd name="T47" fmla="*/ 62 h 165"/>
                <a:gd name="T48" fmla="*/ 112 w 283"/>
                <a:gd name="T49" fmla="*/ 67 h 165"/>
                <a:gd name="T50" fmla="*/ 108 w 283"/>
                <a:gd name="T51" fmla="*/ 70 h 165"/>
                <a:gd name="T52" fmla="*/ 71 w 283"/>
                <a:gd name="T53" fmla="*/ 98 h 165"/>
                <a:gd name="T54" fmla="*/ 70 w 283"/>
                <a:gd name="T55" fmla="*/ 98 h 165"/>
                <a:gd name="T56" fmla="*/ 59 w 283"/>
                <a:gd name="T57" fmla="*/ 107 h 165"/>
                <a:gd name="T58" fmla="*/ 11 w 283"/>
                <a:gd name="T59" fmla="*/ 142 h 165"/>
                <a:gd name="T60" fmla="*/ 6 w 283"/>
                <a:gd name="T61" fmla="*/ 147 h 165"/>
                <a:gd name="T62" fmla="*/ 4 w 283"/>
                <a:gd name="T63" fmla="*/ 160 h 165"/>
                <a:gd name="T64" fmla="*/ 13 w 283"/>
                <a:gd name="T65" fmla="*/ 164 h 165"/>
                <a:gd name="T66" fmla="*/ 17 w 283"/>
                <a:gd name="T67" fmla="*/ 162 h 165"/>
                <a:gd name="T68" fmla="*/ 59 w 283"/>
                <a:gd name="T69" fmla="*/ 131 h 165"/>
                <a:gd name="T70" fmla="*/ 70 w 283"/>
                <a:gd name="T71" fmla="*/ 123 h 165"/>
                <a:gd name="T72" fmla="*/ 71 w 283"/>
                <a:gd name="T73" fmla="*/ 122 h 165"/>
                <a:gd name="T74" fmla="*/ 108 w 283"/>
                <a:gd name="T75" fmla="*/ 94 h 165"/>
                <a:gd name="T76" fmla="*/ 112 w 283"/>
                <a:gd name="T77" fmla="*/ 91 h 165"/>
                <a:gd name="T78" fmla="*/ 119 w 283"/>
                <a:gd name="T79" fmla="*/ 86 h 165"/>
                <a:gd name="T80" fmla="*/ 131 w 283"/>
                <a:gd name="T81" fmla="*/ 77 h 165"/>
                <a:gd name="T82" fmla="*/ 146 w 283"/>
                <a:gd name="T83" fmla="*/ 65 h 165"/>
                <a:gd name="T84" fmla="*/ 156 w 283"/>
                <a:gd name="T85" fmla="*/ 76 h 165"/>
                <a:gd name="T86" fmla="*/ 167 w 283"/>
                <a:gd name="T87" fmla="*/ 87 h 165"/>
                <a:gd name="T88" fmla="*/ 171 w 283"/>
                <a:gd name="T89" fmla="*/ 91 h 165"/>
                <a:gd name="T90" fmla="*/ 173 w 283"/>
                <a:gd name="T91" fmla="*/ 93 h 165"/>
                <a:gd name="T92" fmla="*/ 186 w 283"/>
                <a:gd name="T93" fmla="*/ 94 h 165"/>
                <a:gd name="T94" fmla="*/ 190 w 283"/>
                <a:gd name="T95" fmla="*/ 90 h 165"/>
                <a:gd name="T96" fmla="*/ 205 w 283"/>
                <a:gd name="T97" fmla="*/ 79 h 165"/>
                <a:gd name="T98" fmla="*/ 216 w 283"/>
                <a:gd name="T99" fmla="*/ 70 h 165"/>
                <a:gd name="T100" fmla="*/ 231 w 283"/>
                <a:gd name="T101" fmla="*/ 58 h 165"/>
                <a:gd name="T102" fmla="*/ 263 w 283"/>
                <a:gd name="T103" fmla="*/ 31 h 165"/>
                <a:gd name="T104" fmla="*/ 264 w 283"/>
                <a:gd name="T105" fmla="*/ 31 h 165"/>
                <a:gd name="T106" fmla="*/ 264 w 283"/>
                <a:gd name="T107" fmla="*/ 53 h 165"/>
                <a:gd name="T108" fmla="*/ 274 w 283"/>
                <a:gd name="T109" fmla="*/ 62 h 165"/>
                <a:gd name="T110" fmla="*/ 283 w 283"/>
                <a:gd name="T111" fmla="*/ 53 h 165"/>
                <a:gd name="T112" fmla="*/ 283 w 283"/>
                <a:gd name="T113" fmla="*/ 1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83" h="165">
                  <a:moveTo>
                    <a:pt x="283" y="10"/>
                  </a:moveTo>
                  <a:cubicBezTo>
                    <a:pt x="283" y="7"/>
                    <a:pt x="282" y="5"/>
                    <a:pt x="280" y="3"/>
                  </a:cubicBezTo>
                  <a:cubicBezTo>
                    <a:pt x="278" y="1"/>
                    <a:pt x="276" y="0"/>
                    <a:pt x="273" y="0"/>
                  </a:cubicBezTo>
                  <a:cubicBezTo>
                    <a:pt x="263" y="0"/>
                    <a:pt x="263" y="0"/>
                    <a:pt x="263" y="0"/>
                  </a:cubicBezTo>
                  <a:cubicBezTo>
                    <a:pt x="229" y="0"/>
                    <a:pt x="229" y="0"/>
                    <a:pt x="229" y="0"/>
                  </a:cubicBezTo>
                  <a:cubicBezTo>
                    <a:pt x="227" y="0"/>
                    <a:pt x="226" y="1"/>
                    <a:pt x="225" y="1"/>
                  </a:cubicBezTo>
                  <a:cubicBezTo>
                    <a:pt x="225" y="1"/>
                    <a:pt x="225" y="1"/>
                    <a:pt x="225" y="1"/>
                  </a:cubicBezTo>
                  <a:cubicBezTo>
                    <a:pt x="221" y="3"/>
                    <a:pt x="219" y="6"/>
                    <a:pt x="219" y="10"/>
                  </a:cubicBezTo>
                  <a:cubicBezTo>
                    <a:pt x="219" y="14"/>
                    <a:pt x="222" y="18"/>
                    <a:pt x="225" y="19"/>
                  </a:cubicBezTo>
                  <a:cubicBezTo>
                    <a:pt x="226" y="20"/>
                    <a:pt x="227" y="20"/>
                    <a:pt x="229" y="20"/>
                  </a:cubicBezTo>
                  <a:cubicBezTo>
                    <a:pt x="240" y="20"/>
                    <a:pt x="240" y="20"/>
                    <a:pt x="240" y="20"/>
                  </a:cubicBezTo>
                  <a:cubicBezTo>
                    <a:pt x="246" y="20"/>
                    <a:pt x="246" y="20"/>
                    <a:pt x="246" y="20"/>
                  </a:cubicBezTo>
                  <a:cubicBezTo>
                    <a:pt x="235" y="28"/>
                    <a:pt x="235" y="28"/>
                    <a:pt x="235" y="28"/>
                  </a:cubicBezTo>
                  <a:cubicBezTo>
                    <a:pt x="216" y="45"/>
                    <a:pt x="216" y="45"/>
                    <a:pt x="216" y="45"/>
                  </a:cubicBezTo>
                  <a:cubicBezTo>
                    <a:pt x="205" y="54"/>
                    <a:pt x="205" y="54"/>
                    <a:pt x="205" y="54"/>
                  </a:cubicBezTo>
                  <a:cubicBezTo>
                    <a:pt x="190" y="66"/>
                    <a:pt x="190" y="66"/>
                    <a:pt x="190" y="66"/>
                  </a:cubicBezTo>
                  <a:cubicBezTo>
                    <a:pt x="181" y="73"/>
                    <a:pt x="181" y="73"/>
                    <a:pt x="181" y="73"/>
                  </a:cubicBezTo>
                  <a:cubicBezTo>
                    <a:pt x="171" y="63"/>
                    <a:pt x="171" y="63"/>
                    <a:pt x="171" y="63"/>
                  </a:cubicBezTo>
                  <a:cubicBezTo>
                    <a:pt x="167" y="59"/>
                    <a:pt x="167" y="59"/>
                    <a:pt x="167" y="59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1" y="42"/>
                    <a:pt x="145" y="42"/>
                    <a:pt x="141" y="45"/>
                  </a:cubicBezTo>
                  <a:cubicBezTo>
                    <a:pt x="131" y="53"/>
                    <a:pt x="131" y="53"/>
                    <a:pt x="131" y="53"/>
                  </a:cubicBezTo>
                  <a:cubicBezTo>
                    <a:pt x="119" y="62"/>
                    <a:pt x="119" y="62"/>
                    <a:pt x="119" y="62"/>
                  </a:cubicBezTo>
                  <a:cubicBezTo>
                    <a:pt x="112" y="67"/>
                    <a:pt x="112" y="67"/>
                    <a:pt x="112" y="67"/>
                  </a:cubicBezTo>
                  <a:cubicBezTo>
                    <a:pt x="108" y="70"/>
                    <a:pt x="108" y="70"/>
                    <a:pt x="108" y="70"/>
                  </a:cubicBezTo>
                  <a:cubicBezTo>
                    <a:pt x="71" y="98"/>
                    <a:pt x="71" y="98"/>
                    <a:pt x="71" y="98"/>
                  </a:cubicBezTo>
                  <a:cubicBezTo>
                    <a:pt x="70" y="98"/>
                    <a:pt x="70" y="98"/>
                    <a:pt x="70" y="98"/>
                  </a:cubicBezTo>
                  <a:cubicBezTo>
                    <a:pt x="59" y="107"/>
                    <a:pt x="59" y="107"/>
                    <a:pt x="59" y="107"/>
                  </a:cubicBezTo>
                  <a:cubicBezTo>
                    <a:pt x="11" y="142"/>
                    <a:pt x="11" y="142"/>
                    <a:pt x="11" y="142"/>
                  </a:cubicBezTo>
                  <a:cubicBezTo>
                    <a:pt x="6" y="147"/>
                    <a:pt x="6" y="147"/>
                    <a:pt x="6" y="147"/>
                  </a:cubicBezTo>
                  <a:cubicBezTo>
                    <a:pt x="1" y="150"/>
                    <a:pt x="0" y="156"/>
                    <a:pt x="4" y="160"/>
                  </a:cubicBezTo>
                  <a:cubicBezTo>
                    <a:pt x="6" y="163"/>
                    <a:pt x="10" y="165"/>
                    <a:pt x="13" y="164"/>
                  </a:cubicBezTo>
                  <a:cubicBezTo>
                    <a:pt x="15" y="164"/>
                    <a:pt x="16" y="163"/>
                    <a:pt x="17" y="162"/>
                  </a:cubicBezTo>
                  <a:cubicBezTo>
                    <a:pt x="59" y="131"/>
                    <a:pt x="59" y="131"/>
                    <a:pt x="59" y="131"/>
                  </a:cubicBezTo>
                  <a:cubicBezTo>
                    <a:pt x="70" y="123"/>
                    <a:pt x="70" y="123"/>
                    <a:pt x="70" y="123"/>
                  </a:cubicBezTo>
                  <a:cubicBezTo>
                    <a:pt x="71" y="122"/>
                    <a:pt x="71" y="122"/>
                    <a:pt x="71" y="122"/>
                  </a:cubicBezTo>
                  <a:cubicBezTo>
                    <a:pt x="108" y="94"/>
                    <a:pt x="108" y="94"/>
                    <a:pt x="108" y="94"/>
                  </a:cubicBezTo>
                  <a:cubicBezTo>
                    <a:pt x="112" y="91"/>
                    <a:pt x="112" y="91"/>
                    <a:pt x="112" y="91"/>
                  </a:cubicBezTo>
                  <a:cubicBezTo>
                    <a:pt x="119" y="86"/>
                    <a:pt x="119" y="86"/>
                    <a:pt x="119" y="86"/>
                  </a:cubicBezTo>
                  <a:cubicBezTo>
                    <a:pt x="131" y="77"/>
                    <a:pt x="131" y="77"/>
                    <a:pt x="131" y="77"/>
                  </a:cubicBezTo>
                  <a:cubicBezTo>
                    <a:pt x="146" y="65"/>
                    <a:pt x="146" y="65"/>
                    <a:pt x="146" y="65"/>
                  </a:cubicBezTo>
                  <a:cubicBezTo>
                    <a:pt x="156" y="76"/>
                    <a:pt x="156" y="76"/>
                    <a:pt x="156" y="76"/>
                  </a:cubicBezTo>
                  <a:cubicBezTo>
                    <a:pt x="167" y="87"/>
                    <a:pt x="167" y="87"/>
                    <a:pt x="167" y="87"/>
                  </a:cubicBezTo>
                  <a:cubicBezTo>
                    <a:pt x="171" y="91"/>
                    <a:pt x="171" y="91"/>
                    <a:pt x="171" y="91"/>
                  </a:cubicBezTo>
                  <a:cubicBezTo>
                    <a:pt x="173" y="93"/>
                    <a:pt x="173" y="93"/>
                    <a:pt x="173" y="93"/>
                  </a:cubicBezTo>
                  <a:cubicBezTo>
                    <a:pt x="177" y="96"/>
                    <a:pt x="182" y="97"/>
                    <a:pt x="186" y="9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205" y="79"/>
                    <a:pt x="205" y="79"/>
                    <a:pt x="205" y="79"/>
                  </a:cubicBezTo>
                  <a:cubicBezTo>
                    <a:pt x="216" y="70"/>
                    <a:pt x="216" y="70"/>
                    <a:pt x="216" y="70"/>
                  </a:cubicBezTo>
                  <a:cubicBezTo>
                    <a:pt x="231" y="58"/>
                    <a:pt x="231" y="58"/>
                    <a:pt x="231" y="58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4" y="31"/>
                    <a:pt x="264" y="31"/>
                    <a:pt x="264" y="31"/>
                  </a:cubicBezTo>
                  <a:cubicBezTo>
                    <a:pt x="264" y="53"/>
                    <a:pt x="264" y="53"/>
                    <a:pt x="264" y="53"/>
                  </a:cubicBezTo>
                  <a:cubicBezTo>
                    <a:pt x="264" y="58"/>
                    <a:pt x="268" y="62"/>
                    <a:pt x="274" y="62"/>
                  </a:cubicBezTo>
                  <a:cubicBezTo>
                    <a:pt x="279" y="62"/>
                    <a:pt x="283" y="58"/>
                    <a:pt x="283" y="53"/>
                  </a:cubicBezTo>
                  <a:lnTo>
                    <a:pt x="283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3013465" y="2668045"/>
            <a:ext cx="706438" cy="596900"/>
            <a:chOff x="8507413" y="4900613"/>
            <a:chExt cx="706438" cy="596900"/>
          </a:xfrm>
          <a:solidFill>
            <a:schemeClr val="bg1">
              <a:lumMod val="95000"/>
            </a:schemeClr>
          </a:solidFill>
        </p:grpSpPr>
        <p:sp>
          <p:nvSpPr>
            <p:cNvPr id="29" name="Oval 188"/>
            <p:cNvSpPr>
              <a:spLocks noChangeArrowheads="1"/>
            </p:cNvSpPr>
            <p:nvPr/>
          </p:nvSpPr>
          <p:spPr bwMode="auto">
            <a:xfrm>
              <a:off x="8759826" y="4967288"/>
              <a:ext cx="203200" cy="2032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0" name="Freeform 189"/>
            <p:cNvSpPr/>
            <p:nvPr/>
          </p:nvSpPr>
          <p:spPr bwMode="auto">
            <a:xfrm>
              <a:off x="8683626" y="5189538"/>
              <a:ext cx="357188" cy="307975"/>
            </a:xfrm>
            <a:custGeom>
              <a:avLst/>
              <a:gdLst>
                <a:gd name="T0" fmla="*/ 65 w 95"/>
                <a:gd name="T1" fmla="*/ 0 h 82"/>
                <a:gd name="T2" fmla="*/ 48 w 95"/>
                <a:gd name="T3" fmla="*/ 20 h 82"/>
                <a:gd name="T4" fmla="*/ 31 w 95"/>
                <a:gd name="T5" fmla="*/ 0 h 82"/>
                <a:gd name="T6" fmla="*/ 0 w 95"/>
                <a:gd name="T7" fmla="*/ 51 h 82"/>
                <a:gd name="T8" fmla="*/ 1 w 95"/>
                <a:gd name="T9" fmla="*/ 61 h 82"/>
                <a:gd name="T10" fmla="*/ 48 w 95"/>
                <a:gd name="T11" fmla="*/ 82 h 82"/>
                <a:gd name="T12" fmla="*/ 94 w 95"/>
                <a:gd name="T13" fmla="*/ 61 h 82"/>
                <a:gd name="T14" fmla="*/ 95 w 95"/>
                <a:gd name="T15" fmla="*/ 51 h 82"/>
                <a:gd name="T16" fmla="*/ 65 w 95"/>
                <a:gd name="T17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5" h="82">
                  <a:moveTo>
                    <a:pt x="65" y="0"/>
                  </a:moveTo>
                  <a:cubicBezTo>
                    <a:pt x="48" y="20"/>
                    <a:pt x="48" y="20"/>
                    <a:pt x="48" y="2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13" y="8"/>
                    <a:pt x="0" y="28"/>
                    <a:pt x="0" y="51"/>
                  </a:cubicBezTo>
                  <a:cubicBezTo>
                    <a:pt x="0" y="54"/>
                    <a:pt x="1" y="57"/>
                    <a:pt x="1" y="61"/>
                  </a:cubicBezTo>
                  <a:cubicBezTo>
                    <a:pt x="11" y="73"/>
                    <a:pt x="28" y="82"/>
                    <a:pt x="48" y="82"/>
                  </a:cubicBezTo>
                  <a:cubicBezTo>
                    <a:pt x="67" y="82"/>
                    <a:pt x="84" y="73"/>
                    <a:pt x="94" y="61"/>
                  </a:cubicBezTo>
                  <a:cubicBezTo>
                    <a:pt x="95" y="57"/>
                    <a:pt x="95" y="54"/>
                    <a:pt x="95" y="51"/>
                  </a:cubicBezTo>
                  <a:cubicBezTo>
                    <a:pt x="95" y="28"/>
                    <a:pt x="82" y="7"/>
                    <a:pt x="6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1" name="Freeform 190"/>
            <p:cNvSpPr/>
            <p:nvPr/>
          </p:nvSpPr>
          <p:spPr bwMode="auto">
            <a:xfrm>
              <a:off x="8958263" y="4900613"/>
              <a:ext cx="184150" cy="187325"/>
            </a:xfrm>
            <a:custGeom>
              <a:avLst/>
              <a:gdLst>
                <a:gd name="T0" fmla="*/ 24 w 49"/>
                <a:gd name="T1" fmla="*/ 0 h 50"/>
                <a:gd name="T2" fmla="*/ 0 w 49"/>
                <a:gd name="T3" fmla="*/ 18 h 50"/>
                <a:gd name="T4" fmla="*/ 11 w 49"/>
                <a:gd name="T5" fmla="*/ 45 h 50"/>
                <a:gd name="T6" fmla="*/ 11 w 49"/>
                <a:gd name="T7" fmla="*/ 46 h 50"/>
                <a:gd name="T8" fmla="*/ 24 w 49"/>
                <a:gd name="T9" fmla="*/ 50 h 50"/>
                <a:gd name="T10" fmla="*/ 49 w 49"/>
                <a:gd name="T11" fmla="*/ 25 h 50"/>
                <a:gd name="T12" fmla="*/ 24 w 49"/>
                <a:gd name="T13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50">
                  <a:moveTo>
                    <a:pt x="24" y="0"/>
                  </a:moveTo>
                  <a:cubicBezTo>
                    <a:pt x="12" y="0"/>
                    <a:pt x="2" y="8"/>
                    <a:pt x="0" y="18"/>
                  </a:cubicBezTo>
                  <a:cubicBezTo>
                    <a:pt x="6" y="25"/>
                    <a:pt x="11" y="34"/>
                    <a:pt x="11" y="45"/>
                  </a:cubicBezTo>
                  <a:cubicBezTo>
                    <a:pt x="11" y="45"/>
                    <a:pt x="11" y="46"/>
                    <a:pt x="11" y="46"/>
                  </a:cubicBezTo>
                  <a:cubicBezTo>
                    <a:pt x="14" y="49"/>
                    <a:pt x="19" y="50"/>
                    <a:pt x="24" y="50"/>
                  </a:cubicBezTo>
                  <a:cubicBezTo>
                    <a:pt x="37" y="50"/>
                    <a:pt x="49" y="39"/>
                    <a:pt x="49" y="25"/>
                  </a:cubicBezTo>
                  <a:cubicBezTo>
                    <a:pt x="49" y="11"/>
                    <a:pt x="37" y="0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2" name="Freeform 191"/>
            <p:cNvSpPr/>
            <p:nvPr/>
          </p:nvSpPr>
          <p:spPr bwMode="auto">
            <a:xfrm>
              <a:off x="8575676" y="4900613"/>
              <a:ext cx="187325" cy="187325"/>
            </a:xfrm>
            <a:custGeom>
              <a:avLst/>
              <a:gdLst>
                <a:gd name="T0" fmla="*/ 40 w 50"/>
                <a:gd name="T1" fmla="*/ 45 h 50"/>
                <a:gd name="T2" fmla="*/ 50 w 50"/>
                <a:gd name="T3" fmla="*/ 20 h 50"/>
                <a:gd name="T4" fmla="*/ 25 w 50"/>
                <a:gd name="T5" fmla="*/ 0 h 50"/>
                <a:gd name="T6" fmla="*/ 0 w 50"/>
                <a:gd name="T7" fmla="*/ 25 h 50"/>
                <a:gd name="T8" fmla="*/ 25 w 50"/>
                <a:gd name="T9" fmla="*/ 50 h 50"/>
                <a:gd name="T10" fmla="*/ 40 w 50"/>
                <a:gd name="T11" fmla="*/ 45 h 50"/>
                <a:gd name="T12" fmla="*/ 40 w 50"/>
                <a:gd name="T13" fmla="*/ 45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" h="50">
                  <a:moveTo>
                    <a:pt x="40" y="45"/>
                  </a:moveTo>
                  <a:cubicBezTo>
                    <a:pt x="40" y="35"/>
                    <a:pt x="44" y="26"/>
                    <a:pt x="50" y="20"/>
                  </a:cubicBezTo>
                  <a:cubicBezTo>
                    <a:pt x="48" y="8"/>
                    <a:pt x="37" y="0"/>
                    <a:pt x="25" y="0"/>
                  </a:cubicBezTo>
                  <a:cubicBezTo>
                    <a:pt x="12" y="0"/>
                    <a:pt x="0" y="11"/>
                    <a:pt x="0" y="25"/>
                  </a:cubicBezTo>
                  <a:cubicBezTo>
                    <a:pt x="0" y="39"/>
                    <a:pt x="12" y="50"/>
                    <a:pt x="25" y="50"/>
                  </a:cubicBezTo>
                  <a:cubicBezTo>
                    <a:pt x="31" y="50"/>
                    <a:pt x="36" y="48"/>
                    <a:pt x="40" y="45"/>
                  </a:cubicBezTo>
                  <a:cubicBezTo>
                    <a:pt x="40" y="45"/>
                    <a:pt x="40" y="45"/>
                    <a:pt x="40" y="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3" name="Freeform 192"/>
            <p:cNvSpPr/>
            <p:nvPr/>
          </p:nvSpPr>
          <p:spPr bwMode="auto">
            <a:xfrm>
              <a:off x="8958263" y="5103813"/>
              <a:ext cx="255588" cy="285750"/>
            </a:xfrm>
            <a:custGeom>
              <a:avLst/>
              <a:gdLst>
                <a:gd name="T0" fmla="*/ 40 w 68"/>
                <a:gd name="T1" fmla="*/ 0 h 76"/>
                <a:gd name="T2" fmla="*/ 24 w 68"/>
                <a:gd name="T3" fmla="*/ 19 h 76"/>
                <a:gd name="T4" fmla="*/ 9 w 68"/>
                <a:gd name="T5" fmla="*/ 2 h 76"/>
                <a:gd name="T6" fmla="*/ 0 w 68"/>
                <a:gd name="T7" fmla="*/ 16 h 76"/>
                <a:gd name="T8" fmla="*/ 32 w 68"/>
                <a:gd name="T9" fmla="*/ 74 h 76"/>
                <a:gd name="T10" fmla="*/ 31 w 68"/>
                <a:gd name="T11" fmla="*/ 76 h 76"/>
                <a:gd name="T12" fmla="*/ 67 w 68"/>
                <a:gd name="T13" fmla="*/ 57 h 76"/>
                <a:gd name="T14" fmla="*/ 68 w 68"/>
                <a:gd name="T15" fmla="*/ 48 h 76"/>
                <a:gd name="T16" fmla="*/ 40 w 68"/>
                <a:gd name="T17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8" h="76">
                  <a:moveTo>
                    <a:pt x="40" y="0"/>
                  </a:moveTo>
                  <a:cubicBezTo>
                    <a:pt x="24" y="19"/>
                    <a:pt x="24" y="19"/>
                    <a:pt x="24" y="19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7" y="7"/>
                    <a:pt x="4" y="12"/>
                    <a:pt x="0" y="16"/>
                  </a:cubicBezTo>
                  <a:cubicBezTo>
                    <a:pt x="19" y="27"/>
                    <a:pt x="32" y="49"/>
                    <a:pt x="32" y="74"/>
                  </a:cubicBezTo>
                  <a:cubicBezTo>
                    <a:pt x="32" y="75"/>
                    <a:pt x="31" y="75"/>
                    <a:pt x="31" y="76"/>
                  </a:cubicBezTo>
                  <a:cubicBezTo>
                    <a:pt x="46" y="74"/>
                    <a:pt x="59" y="67"/>
                    <a:pt x="67" y="57"/>
                  </a:cubicBezTo>
                  <a:cubicBezTo>
                    <a:pt x="68" y="54"/>
                    <a:pt x="68" y="51"/>
                    <a:pt x="68" y="48"/>
                  </a:cubicBezTo>
                  <a:cubicBezTo>
                    <a:pt x="68" y="26"/>
                    <a:pt x="56" y="8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4" name="Freeform 193"/>
            <p:cNvSpPr/>
            <p:nvPr/>
          </p:nvSpPr>
          <p:spPr bwMode="auto">
            <a:xfrm>
              <a:off x="8507413" y="5103813"/>
              <a:ext cx="258763" cy="285750"/>
            </a:xfrm>
            <a:custGeom>
              <a:avLst/>
              <a:gdLst>
                <a:gd name="T0" fmla="*/ 38 w 69"/>
                <a:gd name="T1" fmla="*/ 74 h 76"/>
                <a:gd name="T2" fmla="*/ 69 w 69"/>
                <a:gd name="T3" fmla="*/ 17 h 76"/>
                <a:gd name="T4" fmla="*/ 59 w 69"/>
                <a:gd name="T5" fmla="*/ 0 h 76"/>
                <a:gd name="T6" fmla="*/ 59 w 69"/>
                <a:gd name="T7" fmla="*/ 0 h 76"/>
                <a:gd name="T8" fmla="*/ 44 w 69"/>
                <a:gd name="T9" fmla="*/ 19 h 76"/>
                <a:gd name="T10" fmla="*/ 28 w 69"/>
                <a:gd name="T11" fmla="*/ 1 h 76"/>
                <a:gd name="T12" fmla="*/ 0 w 69"/>
                <a:gd name="T13" fmla="*/ 48 h 76"/>
                <a:gd name="T14" fmla="*/ 0 w 69"/>
                <a:gd name="T15" fmla="*/ 57 h 76"/>
                <a:gd name="T16" fmla="*/ 38 w 69"/>
                <a:gd name="T17" fmla="*/ 76 h 76"/>
                <a:gd name="T18" fmla="*/ 38 w 69"/>
                <a:gd name="T19" fmla="*/ 74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" h="76">
                  <a:moveTo>
                    <a:pt x="38" y="74"/>
                  </a:moveTo>
                  <a:cubicBezTo>
                    <a:pt x="38" y="49"/>
                    <a:pt x="50" y="28"/>
                    <a:pt x="69" y="17"/>
                  </a:cubicBezTo>
                  <a:cubicBezTo>
                    <a:pt x="65" y="12"/>
                    <a:pt x="61" y="7"/>
                    <a:pt x="59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12" y="8"/>
                    <a:pt x="0" y="26"/>
                    <a:pt x="0" y="48"/>
                  </a:cubicBezTo>
                  <a:cubicBezTo>
                    <a:pt x="0" y="51"/>
                    <a:pt x="0" y="54"/>
                    <a:pt x="0" y="57"/>
                  </a:cubicBezTo>
                  <a:cubicBezTo>
                    <a:pt x="9" y="67"/>
                    <a:pt x="22" y="75"/>
                    <a:pt x="38" y="76"/>
                  </a:cubicBezTo>
                  <a:cubicBezTo>
                    <a:pt x="38" y="75"/>
                    <a:pt x="38" y="75"/>
                    <a:pt x="38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</p:grpSp>
      <p:sp>
        <p:nvSpPr>
          <p:cNvPr id="42" name="TextBox 6"/>
          <p:cNvSpPr txBox="1">
            <a:spLocks noChangeArrowheads="1"/>
          </p:cNvSpPr>
          <p:nvPr/>
        </p:nvSpPr>
        <p:spPr bwMode="auto">
          <a:xfrm>
            <a:off x="3473783" y="434492"/>
            <a:ext cx="205105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0" lang="zh-CN" sz="18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+mn-ea"/>
              </a:rPr>
              <a:t>教师端试题发布</a:t>
            </a:r>
            <a:endParaRPr kumimoji="0" lang="zh-CN" sz="18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cs typeface="+mn-ea"/>
            </a:endParaRPr>
          </a:p>
        </p:txBody>
      </p:sp>
      <p:sp>
        <p:nvSpPr>
          <p:cNvPr id="43" name="TextBox 6"/>
          <p:cNvSpPr txBox="1">
            <a:spLocks noChangeArrowheads="1"/>
          </p:cNvSpPr>
          <p:nvPr/>
        </p:nvSpPr>
        <p:spPr bwMode="auto">
          <a:xfrm>
            <a:off x="3821045" y="752508"/>
            <a:ext cx="131597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sz="1100" i="0" u="none" strike="noStrike" cap="none" normalizeH="0" baseline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Arial Narrow" panose="020B0606020202030204" pitchFamily="34" charset="0"/>
              <a:cs typeface="+mn-ea"/>
            </a:endParaRPr>
          </a:p>
        </p:txBody>
      </p:sp>
      <p:pic>
        <p:nvPicPr>
          <p:cNvPr id="2" name="图片 1" descr="9876C0317E42BA6CD608A197D46A8FA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860" y="1013460"/>
            <a:ext cx="7340600" cy="38722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2270693" y="3834122"/>
            <a:ext cx="933449" cy="390525"/>
            <a:chOff x="1150938" y="1535113"/>
            <a:chExt cx="933449" cy="390525"/>
          </a:xfrm>
          <a:solidFill>
            <a:schemeClr val="bg1">
              <a:lumMod val="95000"/>
            </a:schemeClr>
          </a:solidFill>
        </p:grpSpPr>
        <p:sp>
          <p:nvSpPr>
            <p:cNvPr id="16" name="Freeform 66"/>
            <p:cNvSpPr/>
            <p:nvPr/>
          </p:nvSpPr>
          <p:spPr bwMode="auto">
            <a:xfrm>
              <a:off x="1150938" y="1677988"/>
              <a:ext cx="293687" cy="247650"/>
            </a:xfrm>
            <a:custGeom>
              <a:avLst/>
              <a:gdLst>
                <a:gd name="T0" fmla="*/ 0 w 115"/>
                <a:gd name="T1" fmla="*/ 30 h 97"/>
                <a:gd name="T2" fmla="*/ 72 w 115"/>
                <a:gd name="T3" fmla="*/ 97 h 97"/>
                <a:gd name="T4" fmla="*/ 115 w 115"/>
                <a:gd name="T5" fmla="*/ 65 h 97"/>
                <a:gd name="T6" fmla="*/ 39 w 115"/>
                <a:gd name="T7" fmla="*/ 0 h 97"/>
                <a:gd name="T8" fmla="*/ 0 w 115"/>
                <a:gd name="T9" fmla="*/ 3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97">
                  <a:moveTo>
                    <a:pt x="0" y="30"/>
                  </a:moveTo>
                  <a:cubicBezTo>
                    <a:pt x="72" y="97"/>
                    <a:pt x="72" y="97"/>
                    <a:pt x="72" y="97"/>
                  </a:cubicBezTo>
                  <a:cubicBezTo>
                    <a:pt x="72" y="97"/>
                    <a:pt x="94" y="80"/>
                    <a:pt x="115" y="65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11" y="20"/>
                    <a:pt x="0" y="30"/>
                    <a:pt x="0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7" name="Freeform 67"/>
            <p:cNvSpPr/>
            <p:nvPr/>
          </p:nvSpPr>
          <p:spPr bwMode="auto">
            <a:xfrm>
              <a:off x="1295400" y="1535113"/>
              <a:ext cx="788987" cy="292100"/>
            </a:xfrm>
            <a:custGeom>
              <a:avLst/>
              <a:gdLst>
                <a:gd name="T0" fmla="*/ 261 w 309"/>
                <a:gd name="T1" fmla="*/ 33 h 114"/>
                <a:gd name="T2" fmla="*/ 205 w 309"/>
                <a:gd name="T3" fmla="*/ 64 h 114"/>
                <a:gd name="T4" fmla="*/ 125 w 309"/>
                <a:gd name="T5" fmla="*/ 55 h 114"/>
                <a:gd name="T6" fmla="*/ 176 w 309"/>
                <a:gd name="T7" fmla="*/ 48 h 114"/>
                <a:gd name="T8" fmla="*/ 217 w 309"/>
                <a:gd name="T9" fmla="*/ 19 h 114"/>
                <a:gd name="T10" fmla="*/ 140 w 309"/>
                <a:gd name="T11" fmla="*/ 14 h 114"/>
                <a:gd name="T12" fmla="*/ 66 w 309"/>
                <a:gd name="T13" fmla="*/ 14 h 114"/>
                <a:gd name="T14" fmla="*/ 0 w 309"/>
                <a:gd name="T15" fmla="*/ 54 h 114"/>
                <a:gd name="T16" fmla="*/ 68 w 309"/>
                <a:gd name="T17" fmla="*/ 114 h 114"/>
                <a:gd name="T18" fmla="*/ 91 w 309"/>
                <a:gd name="T19" fmla="*/ 102 h 114"/>
                <a:gd name="T20" fmla="*/ 205 w 309"/>
                <a:gd name="T21" fmla="*/ 102 h 114"/>
                <a:gd name="T22" fmla="*/ 309 w 309"/>
                <a:gd name="T23" fmla="*/ 19 h 114"/>
                <a:gd name="T24" fmla="*/ 261 w 309"/>
                <a:gd name="T25" fmla="*/ 33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9" h="114">
                  <a:moveTo>
                    <a:pt x="261" y="33"/>
                  </a:moveTo>
                  <a:cubicBezTo>
                    <a:pt x="243" y="49"/>
                    <a:pt x="227" y="60"/>
                    <a:pt x="205" y="64"/>
                  </a:cubicBezTo>
                  <a:cubicBezTo>
                    <a:pt x="170" y="70"/>
                    <a:pt x="135" y="62"/>
                    <a:pt x="125" y="55"/>
                  </a:cubicBezTo>
                  <a:cubicBezTo>
                    <a:pt x="108" y="44"/>
                    <a:pt x="126" y="51"/>
                    <a:pt x="176" y="48"/>
                  </a:cubicBezTo>
                  <a:cubicBezTo>
                    <a:pt x="227" y="45"/>
                    <a:pt x="217" y="19"/>
                    <a:pt x="217" y="19"/>
                  </a:cubicBezTo>
                  <a:cubicBezTo>
                    <a:pt x="206" y="17"/>
                    <a:pt x="193" y="16"/>
                    <a:pt x="140" y="14"/>
                  </a:cubicBezTo>
                  <a:cubicBezTo>
                    <a:pt x="121" y="14"/>
                    <a:pt x="84" y="10"/>
                    <a:pt x="66" y="14"/>
                  </a:cubicBezTo>
                  <a:cubicBezTo>
                    <a:pt x="46" y="18"/>
                    <a:pt x="28" y="35"/>
                    <a:pt x="0" y="54"/>
                  </a:cubicBezTo>
                  <a:cubicBezTo>
                    <a:pt x="68" y="114"/>
                    <a:pt x="68" y="114"/>
                    <a:pt x="68" y="114"/>
                  </a:cubicBezTo>
                  <a:cubicBezTo>
                    <a:pt x="79" y="107"/>
                    <a:pt x="87" y="102"/>
                    <a:pt x="91" y="102"/>
                  </a:cubicBezTo>
                  <a:cubicBezTo>
                    <a:pt x="112" y="102"/>
                    <a:pt x="166" y="107"/>
                    <a:pt x="205" y="102"/>
                  </a:cubicBezTo>
                  <a:cubicBezTo>
                    <a:pt x="282" y="64"/>
                    <a:pt x="309" y="19"/>
                    <a:pt x="309" y="19"/>
                  </a:cubicBezTo>
                  <a:cubicBezTo>
                    <a:pt x="309" y="19"/>
                    <a:pt x="288" y="0"/>
                    <a:pt x="261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821504" y="3746839"/>
            <a:ext cx="722312" cy="441325"/>
            <a:chOff x="979488" y="2314575"/>
            <a:chExt cx="722312" cy="441325"/>
          </a:xfrm>
          <a:solidFill>
            <a:schemeClr val="bg1">
              <a:lumMod val="95000"/>
            </a:schemeClr>
          </a:solidFill>
        </p:grpSpPr>
        <p:sp>
          <p:nvSpPr>
            <p:cNvPr id="19" name="Freeform 84"/>
            <p:cNvSpPr/>
            <p:nvPr/>
          </p:nvSpPr>
          <p:spPr bwMode="auto">
            <a:xfrm>
              <a:off x="1047750" y="2692400"/>
              <a:ext cx="87312" cy="63500"/>
            </a:xfrm>
            <a:custGeom>
              <a:avLst/>
              <a:gdLst>
                <a:gd name="T0" fmla="*/ 34 w 34"/>
                <a:gd name="T1" fmla="*/ 21 h 25"/>
                <a:gd name="T2" fmla="*/ 34 w 34"/>
                <a:gd name="T3" fmla="*/ 0 h 25"/>
                <a:gd name="T4" fmla="*/ 1 w 34"/>
                <a:gd name="T5" fmla="*/ 25 h 25"/>
                <a:gd name="T6" fmla="*/ 31 w 34"/>
                <a:gd name="T7" fmla="*/ 25 h 25"/>
                <a:gd name="T8" fmla="*/ 34 w 34"/>
                <a:gd name="T9" fmla="*/ 21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25">
                  <a:moveTo>
                    <a:pt x="34" y="21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4" y="0"/>
                    <a:pt x="0" y="25"/>
                    <a:pt x="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3" y="25"/>
                    <a:pt x="34" y="23"/>
                    <a:pt x="34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0" name="Freeform 85"/>
            <p:cNvSpPr/>
            <p:nvPr/>
          </p:nvSpPr>
          <p:spPr bwMode="auto">
            <a:xfrm>
              <a:off x="1163638" y="2600325"/>
              <a:ext cx="93662" cy="155575"/>
            </a:xfrm>
            <a:custGeom>
              <a:avLst/>
              <a:gdLst>
                <a:gd name="T0" fmla="*/ 33 w 37"/>
                <a:gd name="T1" fmla="*/ 61 h 61"/>
                <a:gd name="T2" fmla="*/ 37 w 37"/>
                <a:gd name="T3" fmla="*/ 57 h 61"/>
                <a:gd name="T4" fmla="*/ 37 w 37"/>
                <a:gd name="T5" fmla="*/ 0 h 61"/>
                <a:gd name="T6" fmla="*/ 1 w 37"/>
                <a:gd name="T7" fmla="*/ 27 h 61"/>
                <a:gd name="T8" fmla="*/ 0 w 37"/>
                <a:gd name="T9" fmla="*/ 28 h 61"/>
                <a:gd name="T10" fmla="*/ 0 w 37"/>
                <a:gd name="T11" fmla="*/ 57 h 61"/>
                <a:gd name="T12" fmla="*/ 3 w 37"/>
                <a:gd name="T13" fmla="*/ 61 h 61"/>
                <a:gd name="T14" fmla="*/ 33 w 37"/>
                <a:gd name="T15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61">
                  <a:moveTo>
                    <a:pt x="33" y="61"/>
                  </a:moveTo>
                  <a:cubicBezTo>
                    <a:pt x="35" y="61"/>
                    <a:pt x="37" y="59"/>
                    <a:pt x="37" y="57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9"/>
                    <a:pt x="1" y="61"/>
                    <a:pt x="3" y="61"/>
                  </a:cubicBezTo>
                  <a:lnTo>
                    <a:pt x="33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1" name="Freeform 86"/>
            <p:cNvSpPr/>
            <p:nvPr/>
          </p:nvSpPr>
          <p:spPr bwMode="auto">
            <a:xfrm>
              <a:off x="1282700" y="2525713"/>
              <a:ext cx="95250" cy="230187"/>
            </a:xfrm>
            <a:custGeom>
              <a:avLst/>
              <a:gdLst>
                <a:gd name="T0" fmla="*/ 34 w 37"/>
                <a:gd name="T1" fmla="*/ 90 h 90"/>
                <a:gd name="T2" fmla="*/ 37 w 37"/>
                <a:gd name="T3" fmla="*/ 86 h 90"/>
                <a:gd name="T4" fmla="*/ 37 w 37"/>
                <a:gd name="T5" fmla="*/ 11 h 90"/>
                <a:gd name="T6" fmla="*/ 27 w 37"/>
                <a:gd name="T7" fmla="*/ 0 h 90"/>
                <a:gd name="T8" fmla="*/ 12 w 37"/>
                <a:gd name="T9" fmla="*/ 12 h 90"/>
                <a:gd name="T10" fmla="*/ 0 w 37"/>
                <a:gd name="T11" fmla="*/ 21 h 90"/>
                <a:gd name="T12" fmla="*/ 0 w 37"/>
                <a:gd name="T13" fmla="*/ 86 h 90"/>
                <a:gd name="T14" fmla="*/ 4 w 37"/>
                <a:gd name="T15" fmla="*/ 90 h 90"/>
                <a:gd name="T16" fmla="*/ 34 w 37"/>
                <a:gd name="T17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" h="90">
                  <a:moveTo>
                    <a:pt x="34" y="90"/>
                  </a:moveTo>
                  <a:cubicBezTo>
                    <a:pt x="35" y="90"/>
                    <a:pt x="37" y="88"/>
                    <a:pt x="37" y="86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88"/>
                    <a:pt x="2" y="90"/>
                    <a:pt x="4" y="90"/>
                  </a:cubicBezTo>
                  <a:lnTo>
                    <a:pt x="34" y="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2" name="Freeform 87"/>
            <p:cNvSpPr/>
            <p:nvPr/>
          </p:nvSpPr>
          <p:spPr bwMode="auto">
            <a:xfrm>
              <a:off x="1404938" y="2562225"/>
              <a:ext cx="92075" cy="193675"/>
            </a:xfrm>
            <a:custGeom>
              <a:avLst/>
              <a:gdLst>
                <a:gd name="T0" fmla="*/ 33 w 36"/>
                <a:gd name="T1" fmla="*/ 76 h 76"/>
                <a:gd name="T2" fmla="*/ 36 w 36"/>
                <a:gd name="T3" fmla="*/ 72 h 76"/>
                <a:gd name="T4" fmla="*/ 36 w 36"/>
                <a:gd name="T5" fmla="*/ 0 h 76"/>
                <a:gd name="T6" fmla="*/ 22 w 36"/>
                <a:gd name="T7" fmla="*/ 11 h 76"/>
                <a:gd name="T8" fmla="*/ 18 w 36"/>
                <a:gd name="T9" fmla="*/ 14 h 76"/>
                <a:gd name="T10" fmla="*/ 5 w 36"/>
                <a:gd name="T11" fmla="*/ 13 h 76"/>
                <a:gd name="T12" fmla="*/ 4 w 36"/>
                <a:gd name="T13" fmla="*/ 12 h 76"/>
                <a:gd name="T14" fmla="*/ 0 w 36"/>
                <a:gd name="T15" fmla="*/ 8 h 76"/>
                <a:gd name="T16" fmla="*/ 0 w 36"/>
                <a:gd name="T17" fmla="*/ 72 h 76"/>
                <a:gd name="T18" fmla="*/ 3 w 36"/>
                <a:gd name="T19" fmla="*/ 76 h 76"/>
                <a:gd name="T20" fmla="*/ 33 w 36"/>
                <a:gd name="T21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76">
                  <a:moveTo>
                    <a:pt x="33" y="76"/>
                  </a:moveTo>
                  <a:cubicBezTo>
                    <a:pt x="35" y="76"/>
                    <a:pt x="36" y="74"/>
                    <a:pt x="36" y="72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4" y="17"/>
                    <a:pt x="9" y="17"/>
                    <a:pt x="5" y="13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4"/>
                    <a:pt x="1" y="76"/>
                    <a:pt x="3" y="76"/>
                  </a:cubicBezTo>
                  <a:lnTo>
                    <a:pt x="33" y="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3" name="Freeform 88"/>
            <p:cNvSpPr/>
            <p:nvPr/>
          </p:nvSpPr>
          <p:spPr bwMode="auto">
            <a:xfrm>
              <a:off x="1525588" y="2465388"/>
              <a:ext cx="95250" cy="290512"/>
            </a:xfrm>
            <a:custGeom>
              <a:avLst/>
              <a:gdLst>
                <a:gd name="T0" fmla="*/ 33 w 37"/>
                <a:gd name="T1" fmla="*/ 114 h 114"/>
                <a:gd name="T2" fmla="*/ 37 w 37"/>
                <a:gd name="T3" fmla="*/ 110 h 114"/>
                <a:gd name="T4" fmla="*/ 37 w 37"/>
                <a:gd name="T5" fmla="*/ 0 h 114"/>
                <a:gd name="T6" fmla="*/ 15 w 37"/>
                <a:gd name="T7" fmla="*/ 18 h 114"/>
                <a:gd name="T8" fmla="*/ 0 w 37"/>
                <a:gd name="T9" fmla="*/ 29 h 114"/>
                <a:gd name="T10" fmla="*/ 0 w 37"/>
                <a:gd name="T11" fmla="*/ 110 h 114"/>
                <a:gd name="T12" fmla="*/ 3 w 37"/>
                <a:gd name="T13" fmla="*/ 114 h 114"/>
                <a:gd name="T14" fmla="*/ 33 w 37"/>
                <a:gd name="T15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114">
                  <a:moveTo>
                    <a:pt x="33" y="114"/>
                  </a:moveTo>
                  <a:cubicBezTo>
                    <a:pt x="35" y="114"/>
                    <a:pt x="37" y="112"/>
                    <a:pt x="37" y="11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0" y="112"/>
                    <a:pt x="1" y="114"/>
                    <a:pt x="3" y="114"/>
                  </a:cubicBezTo>
                  <a:lnTo>
                    <a:pt x="33" y="1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4" name="Freeform 89"/>
            <p:cNvSpPr/>
            <p:nvPr/>
          </p:nvSpPr>
          <p:spPr bwMode="auto">
            <a:xfrm>
              <a:off x="979488" y="2314575"/>
              <a:ext cx="722312" cy="420687"/>
            </a:xfrm>
            <a:custGeom>
              <a:avLst/>
              <a:gdLst>
                <a:gd name="T0" fmla="*/ 283 w 283"/>
                <a:gd name="T1" fmla="*/ 10 h 165"/>
                <a:gd name="T2" fmla="*/ 280 w 283"/>
                <a:gd name="T3" fmla="*/ 3 h 165"/>
                <a:gd name="T4" fmla="*/ 273 w 283"/>
                <a:gd name="T5" fmla="*/ 0 h 165"/>
                <a:gd name="T6" fmla="*/ 263 w 283"/>
                <a:gd name="T7" fmla="*/ 0 h 165"/>
                <a:gd name="T8" fmla="*/ 229 w 283"/>
                <a:gd name="T9" fmla="*/ 0 h 165"/>
                <a:gd name="T10" fmla="*/ 225 w 283"/>
                <a:gd name="T11" fmla="*/ 1 h 165"/>
                <a:gd name="T12" fmla="*/ 225 w 283"/>
                <a:gd name="T13" fmla="*/ 1 h 165"/>
                <a:gd name="T14" fmla="*/ 219 w 283"/>
                <a:gd name="T15" fmla="*/ 10 h 165"/>
                <a:gd name="T16" fmla="*/ 225 w 283"/>
                <a:gd name="T17" fmla="*/ 19 h 165"/>
                <a:gd name="T18" fmla="*/ 229 w 283"/>
                <a:gd name="T19" fmla="*/ 20 h 165"/>
                <a:gd name="T20" fmla="*/ 240 w 283"/>
                <a:gd name="T21" fmla="*/ 20 h 165"/>
                <a:gd name="T22" fmla="*/ 246 w 283"/>
                <a:gd name="T23" fmla="*/ 20 h 165"/>
                <a:gd name="T24" fmla="*/ 235 w 283"/>
                <a:gd name="T25" fmla="*/ 28 h 165"/>
                <a:gd name="T26" fmla="*/ 216 w 283"/>
                <a:gd name="T27" fmla="*/ 45 h 165"/>
                <a:gd name="T28" fmla="*/ 205 w 283"/>
                <a:gd name="T29" fmla="*/ 54 h 165"/>
                <a:gd name="T30" fmla="*/ 190 w 283"/>
                <a:gd name="T31" fmla="*/ 66 h 165"/>
                <a:gd name="T32" fmla="*/ 181 w 283"/>
                <a:gd name="T33" fmla="*/ 73 h 165"/>
                <a:gd name="T34" fmla="*/ 171 w 283"/>
                <a:gd name="T35" fmla="*/ 63 h 165"/>
                <a:gd name="T36" fmla="*/ 167 w 283"/>
                <a:gd name="T37" fmla="*/ 59 h 165"/>
                <a:gd name="T38" fmla="*/ 156 w 283"/>
                <a:gd name="T39" fmla="*/ 48 h 165"/>
                <a:gd name="T40" fmla="*/ 154 w 283"/>
                <a:gd name="T41" fmla="*/ 46 h 165"/>
                <a:gd name="T42" fmla="*/ 141 w 283"/>
                <a:gd name="T43" fmla="*/ 45 h 165"/>
                <a:gd name="T44" fmla="*/ 131 w 283"/>
                <a:gd name="T45" fmla="*/ 53 h 165"/>
                <a:gd name="T46" fmla="*/ 119 w 283"/>
                <a:gd name="T47" fmla="*/ 62 h 165"/>
                <a:gd name="T48" fmla="*/ 112 w 283"/>
                <a:gd name="T49" fmla="*/ 67 h 165"/>
                <a:gd name="T50" fmla="*/ 108 w 283"/>
                <a:gd name="T51" fmla="*/ 70 h 165"/>
                <a:gd name="T52" fmla="*/ 71 w 283"/>
                <a:gd name="T53" fmla="*/ 98 h 165"/>
                <a:gd name="T54" fmla="*/ 70 w 283"/>
                <a:gd name="T55" fmla="*/ 98 h 165"/>
                <a:gd name="T56" fmla="*/ 59 w 283"/>
                <a:gd name="T57" fmla="*/ 107 h 165"/>
                <a:gd name="T58" fmla="*/ 11 w 283"/>
                <a:gd name="T59" fmla="*/ 142 h 165"/>
                <a:gd name="T60" fmla="*/ 6 w 283"/>
                <a:gd name="T61" fmla="*/ 147 h 165"/>
                <a:gd name="T62" fmla="*/ 4 w 283"/>
                <a:gd name="T63" fmla="*/ 160 h 165"/>
                <a:gd name="T64" fmla="*/ 13 w 283"/>
                <a:gd name="T65" fmla="*/ 164 h 165"/>
                <a:gd name="T66" fmla="*/ 17 w 283"/>
                <a:gd name="T67" fmla="*/ 162 h 165"/>
                <a:gd name="T68" fmla="*/ 59 w 283"/>
                <a:gd name="T69" fmla="*/ 131 h 165"/>
                <a:gd name="T70" fmla="*/ 70 w 283"/>
                <a:gd name="T71" fmla="*/ 123 h 165"/>
                <a:gd name="T72" fmla="*/ 71 w 283"/>
                <a:gd name="T73" fmla="*/ 122 h 165"/>
                <a:gd name="T74" fmla="*/ 108 w 283"/>
                <a:gd name="T75" fmla="*/ 94 h 165"/>
                <a:gd name="T76" fmla="*/ 112 w 283"/>
                <a:gd name="T77" fmla="*/ 91 h 165"/>
                <a:gd name="T78" fmla="*/ 119 w 283"/>
                <a:gd name="T79" fmla="*/ 86 h 165"/>
                <a:gd name="T80" fmla="*/ 131 w 283"/>
                <a:gd name="T81" fmla="*/ 77 h 165"/>
                <a:gd name="T82" fmla="*/ 146 w 283"/>
                <a:gd name="T83" fmla="*/ 65 h 165"/>
                <a:gd name="T84" fmla="*/ 156 w 283"/>
                <a:gd name="T85" fmla="*/ 76 h 165"/>
                <a:gd name="T86" fmla="*/ 167 w 283"/>
                <a:gd name="T87" fmla="*/ 87 h 165"/>
                <a:gd name="T88" fmla="*/ 171 w 283"/>
                <a:gd name="T89" fmla="*/ 91 h 165"/>
                <a:gd name="T90" fmla="*/ 173 w 283"/>
                <a:gd name="T91" fmla="*/ 93 h 165"/>
                <a:gd name="T92" fmla="*/ 186 w 283"/>
                <a:gd name="T93" fmla="*/ 94 h 165"/>
                <a:gd name="T94" fmla="*/ 190 w 283"/>
                <a:gd name="T95" fmla="*/ 90 h 165"/>
                <a:gd name="T96" fmla="*/ 205 w 283"/>
                <a:gd name="T97" fmla="*/ 79 h 165"/>
                <a:gd name="T98" fmla="*/ 216 w 283"/>
                <a:gd name="T99" fmla="*/ 70 h 165"/>
                <a:gd name="T100" fmla="*/ 231 w 283"/>
                <a:gd name="T101" fmla="*/ 58 h 165"/>
                <a:gd name="T102" fmla="*/ 263 w 283"/>
                <a:gd name="T103" fmla="*/ 31 h 165"/>
                <a:gd name="T104" fmla="*/ 264 w 283"/>
                <a:gd name="T105" fmla="*/ 31 h 165"/>
                <a:gd name="T106" fmla="*/ 264 w 283"/>
                <a:gd name="T107" fmla="*/ 53 h 165"/>
                <a:gd name="T108" fmla="*/ 274 w 283"/>
                <a:gd name="T109" fmla="*/ 62 h 165"/>
                <a:gd name="T110" fmla="*/ 283 w 283"/>
                <a:gd name="T111" fmla="*/ 53 h 165"/>
                <a:gd name="T112" fmla="*/ 283 w 283"/>
                <a:gd name="T113" fmla="*/ 1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83" h="165">
                  <a:moveTo>
                    <a:pt x="283" y="10"/>
                  </a:moveTo>
                  <a:cubicBezTo>
                    <a:pt x="283" y="7"/>
                    <a:pt x="282" y="5"/>
                    <a:pt x="280" y="3"/>
                  </a:cubicBezTo>
                  <a:cubicBezTo>
                    <a:pt x="278" y="1"/>
                    <a:pt x="276" y="0"/>
                    <a:pt x="273" y="0"/>
                  </a:cubicBezTo>
                  <a:cubicBezTo>
                    <a:pt x="263" y="0"/>
                    <a:pt x="263" y="0"/>
                    <a:pt x="263" y="0"/>
                  </a:cubicBezTo>
                  <a:cubicBezTo>
                    <a:pt x="229" y="0"/>
                    <a:pt x="229" y="0"/>
                    <a:pt x="229" y="0"/>
                  </a:cubicBezTo>
                  <a:cubicBezTo>
                    <a:pt x="227" y="0"/>
                    <a:pt x="226" y="1"/>
                    <a:pt x="225" y="1"/>
                  </a:cubicBezTo>
                  <a:cubicBezTo>
                    <a:pt x="225" y="1"/>
                    <a:pt x="225" y="1"/>
                    <a:pt x="225" y="1"/>
                  </a:cubicBezTo>
                  <a:cubicBezTo>
                    <a:pt x="221" y="3"/>
                    <a:pt x="219" y="6"/>
                    <a:pt x="219" y="10"/>
                  </a:cubicBezTo>
                  <a:cubicBezTo>
                    <a:pt x="219" y="14"/>
                    <a:pt x="222" y="18"/>
                    <a:pt x="225" y="19"/>
                  </a:cubicBezTo>
                  <a:cubicBezTo>
                    <a:pt x="226" y="20"/>
                    <a:pt x="227" y="20"/>
                    <a:pt x="229" y="20"/>
                  </a:cubicBezTo>
                  <a:cubicBezTo>
                    <a:pt x="240" y="20"/>
                    <a:pt x="240" y="20"/>
                    <a:pt x="240" y="20"/>
                  </a:cubicBezTo>
                  <a:cubicBezTo>
                    <a:pt x="246" y="20"/>
                    <a:pt x="246" y="20"/>
                    <a:pt x="246" y="20"/>
                  </a:cubicBezTo>
                  <a:cubicBezTo>
                    <a:pt x="235" y="28"/>
                    <a:pt x="235" y="28"/>
                    <a:pt x="235" y="28"/>
                  </a:cubicBezTo>
                  <a:cubicBezTo>
                    <a:pt x="216" y="45"/>
                    <a:pt x="216" y="45"/>
                    <a:pt x="216" y="45"/>
                  </a:cubicBezTo>
                  <a:cubicBezTo>
                    <a:pt x="205" y="54"/>
                    <a:pt x="205" y="54"/>
                    <a:pt x="205" y="54"/>
                  </a:cubicBezTo>
                  <a:cubicBezTo>
                    <a:pt x="190" y="66"/>
                    <a:pt x="190" y="66"/>
                    <a:pt x="190" y="66"/>
                  </a:cubicBezTo>
                  <a:cubicBezTo>
                    <a:pt x="181" y="73"/>
                    <a:pt x="181" y="73"/>
                    <a:pt x="181" y="73"/>
                  </a:cubicBezTo>
                  <a:cubicBezTo>
                    <a:pt x="171" y="63"/>
                    <a:pt x="171" y="63"/>
                    <a:pt x="171" y="63"/>
                  </a:cubicBezTo>
                  <a:cubicBezTo>
                    <a:pt x="167" y="59"/>
                    <a:pt x="167" y="59"/>
                    <a:pt x="167" y="59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1" y="42"/>
                    <a:pt x="145" y="42"/>
                    <a:pt x="141" y="45"/>
                  </a:cubicBezTo>
                  <a:cubicBezTo>
                    <a:pt x="131" y="53"/>
                    <a:pt x="131" y="53"/>
                    <a:pt x="131" y="53"/>
                  </a:cubicBezTo>
                  <a:cubicBezTo>
                    <a:pt x="119" y="62"/>
                    <a:pt x="119" y="62"/>
                    <a:pt x="119" y="62"/>
                  </a:cubicBezTo>
                  <a:cubicBezTo>
                    <a:pt x="112" y="67"/>
                    <a:pt x="112" y="67"/>
                    <a:pt x="112" y="67"/>
                  </a:cubicBezTo>
                  <a:cubicBezTo>
                    <a:pt x="108" y="70"/>
                    <a:pt x="108" y="70"/>
                    <a:pt x="108" y="70"/>
                  </a:cubicBezTo>
                  <a:cubicBezTo>
                    <a:pt x="71" y="98"/>
                    <a:pt x="71" y="98"/>
                    <a:pt x="71" y="98"/>
                  </a:cubicBezTo>
                  <a:cubicBezTo>
                    <a:pt x="70" y="98"/>
                    <a:pt x="70" y="98"/>
                    <a:pt x="70" y="98"/>
                  </a:cubicBezTo>
                  <a:cubicBezTo>
                    <a:pt x="59" y="107"/>
                    <a:pt x="59" y="107"/>
                    <a:pt x="59" y="107"/>
                  </a:cubicBezTo>
                  <a:cubicBezTo>
                    <a:pt x="11" y="142"/>
                    <a:pt x="11" y="142"/>
                    <a:pt x="11" y="142"/>
                  </a:cubicBezTo>
                  <a:cubicBezTo>
                    <a:pt x="6" y="147"/>
                    <a:pt x="6" y="147"/>
                    <a:pt x="6" y="147"/>
                  </a:cubicBezTo>
                  <a:cubicBezTo>
                    <a:pt x="1" y="150"/>
                    <a:pt x="0" y="156"/>
                    <a:pt x="4" y="160"/>
                  </a:cubicBezTo>
                  <a:cubicBezTo>
                    <a:pt x="6" y="163"/>
                    <a:pt x="10" y="165"/>
                    <a:pt x="13" y="164"/>
                  </a:cubicBezTo>
                  <a:cubicBezTo>
                    <a:pt x="15" y="164"/>
                    <a:pt x="16" y="163"/>
                    <a:pt x="17" y="162"/>
                  </a:cubicBezTo>
                  <a:cubicBezTo>
                    <a:pt x="59" y="131"/>
                    <a:pt x="59" y="131"/>
                    <a:pt x="59" y="131"/>
                  </a:cubicBezTo>
                  <a:cubicBezTo>
                    <a:pt x="70" y="123"/>
                    <a:pt x="70" y="123"/>
                    <a:pt x="70" y="123"/>
                  </a:cubicBezTo>
                  <a:cubicBezTo>
                    <a:pt x="71" y="122"/>
                    <a:pt x="71" y="122"/>
                    <a:pt x="71" y="122"/>
                  </a:cubicBezTo>
                  <a:cubicBezTo>
                    <a:pt x="108" y="94"/>
                    <a:pt x="108" y="94"/>
                    <a:pt x="108" y="94"/>
                  </a:cubicBezTo>
                  <a:cubicBezTo>
                    <a:pt x="112" y="91"/>
                    <a:pt x="112" y="91"/>
                    <a:pt x="112" y="91"/>
                  </a:cubicBezTo>
                  <a:cubicBezTo>
                    <a:pt x="119" y="86"/>
                    <a:pt x="119" y="86"/>
                    <a:pt x="119" y="86"/>
                  </a:cubicBezTo>
                  <a:cubicBezTo>
                    <a:pt x="131" y="77"/>
                    <a:pt x="131" y="77"/>
                    <a:pt x="131" y="77"/>
                  </a:cubicBezTo>
                  <a:cubicBezTo>
                    <a:pt x="146" y="65"/>
                    <a:pt x="146" y="65"/>
                    <a:pt x="146" y="65"/>
                  </a:cubicBezTo>
                  <a:cubicBezTo>
                    <a:pt x="156" y="76"/>
                    <a:pt x="156" y="76"/>
                    <a:pt x="156" y="76"/>
                  </a:cubicBezTo>
                  <a:cubicBezTo>
                    <a:pt x="167" y="87"/>
                    <a:pt x="167" y="87"/>
                    <a:pt x="167" y="87"/>
                  </a:cubicBezTo>
                  <a:cubicBezTo>
                    <a:pt x="171" y="91"/>
                    <a:pt x="171" y="91"/>
                    <a:pt x="171" y="91"/>
                  </a:cubicBezTo>
                  <a:cubicBezTo>
                    <a:pt x="173" y="93"/>
                    <a:pt x="173" y="93"/>
                    <a:pt x="173" y="93"/>
                  </a:cubicBezTo>
                  <a:cubicBezTo>
                    <a:pt x="177" y="96"/>
                    <a:pt x="182" y="97"/>
                    <a:pt x="186" y="9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205" y="79"/>
                    <a:pt x="205" y="79"/>
                    <a:pt x="205" y="79"/>
                  </a:cubicBezTo>
                  <a:cubicBezTo>
                    <a:pt x="216" y="70"/>
                    <a:pt x="216" y="70"/>
                    <a:pt x="216" y="70"/>
                  </a:cubicBezTo>
                  <a:cubicBezTo>
                    <a:pt x="231" y="58"/>
                    <a:pt x="231" y="58"/>
                    <a:pt x="231" y="58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4" y="31"/>
                    <a:pt x="264" y="31"/>
                    <a:pt x="264" y="31"/>
                  </a:cubicBezTo>
                  <a:cubicBezTo>
                    <a:pt x="264" y="53"/>
                    <a:pt x="264" y="53"/>
                    <a:pt x="264" y="53"/>
                  </a:cubicBezTo>
                  <a:cubicBezTo>
                    <a:pt x="264" y="58"/>
                    <a:pt x="268" y="62"/>
                    <a:pt x="274" y="62"/>
                  </a:cubicBezTo>
                  <a:cubicBezTo>
                    <a:pt x="279" y="62"/>
                    <a:pt x="283" y="58"/>
                    <a:pt x="283" y="53"/>
                  </a:cubicBezTo>
                  <a:lnTo>
                    <a:pt x="283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3013465" y="2668045"/>
            <a:ext cx="706438" cy="596900"/>
            <a:chOff x="8507413" y="4900613"/>
            <a:chExt cx="706438" cy="596900"/>
          </a:xfrm>
          <a:solidFill>
            <a:schemeClr val="bg1">
              <a:lumMod val="95000"/>
            </a:schemeClr>
          </a:solidFill>
        </p:grpSpPr>
        <p:sp>
          <p:nvSpPr>
            <p:cNvPr id="29" name="Oval 188"/>
            <p:cNvSpPr>
              <a:spLocks noChangeArrowheads="1"/>
            </p:cNvSpPr>
            <p:nvPr/>
          </p:nvSpPr>
          <p:spPr bwMode="auto">
            <a:xfrm>
              <a:off x="8759826" y="4967288"/>
              <a:ext cx="203200" cy="2032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0" name="Freeform 189"/>
            <p:cNvSpPr/>
            <p:nvPr/>
          </p:nvSpPr>
          <p:spPr bwMode="auto">
            <a:xfrm>
              <a:off x="8683626" y="5189538"/>
              <a:ext cx="357188" cy="307975"/>
            </a:xfrm>
            <a:custGeom>
              <a:avLst/>
              <a:gdLst>
                <a:gd name="T0" fmla="*/ 65 w 95"/>
                <a:gd name="T1" fmla="*/ 0 h 82"/>
                <a:gd name="T2" fmla="*/ 48 w 95"/>
                <a:gd name="T3" fmla="*/ 20 h 82"/>
                <a:gd name="T4" fmla="*/ 31 w 95"/>
                <a:gd name="T5" fmla="*/ 0 h 82"/>
                <a:gd name="T6" fmla="*/ 0 w 95"/>
                <a:gd name="T7" fmla="*/ 51 h 82"/>
                <a:gd name="T8" fmla="*/ 1 w 95"/>
                <a:gd name="T9" fmla="*/ 61 h 82"/>
                <a:gd name="T10" fmla="*/ 48 w 95"/>
                <a:gd name="T11" fmla="*/ 82 h 82"/>
                <a:gd name="T12" fmla="*/ 94 w 95"/>
                <a:gd name="T13" fmla="*/ 61 h 82"/>
                <a:gd name="T14" fmla="*/ 95 w 95"/>
                <a:gd name="T15" fmla="*/ 51 h 82"/>
                <a:gd name="T16" fmla="*/ 65 w 95"/>
                <a:gd name="T17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5" h="82">
                  <a:moveTo>
                    <a:pt x="65" y="0"/>
                  </a:moveTo>
                  <a:cubicBezTo>
                    <a:pt x="48" y="20"/>
                    <a:pt x="48" y="20"/>
                    <a:pt x="48" y="2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13" y="8"/>
                    <a:pt x="0" y="28"/>
                    <a:pt x="0" y="51"/>
                  </a:cubicBezTo>
                  <a:cubicBezTo>
                    <a:pt x="0" y="54"/>
                    <a:pt x="1" y="57"/>
                    <a:pt x="1" y="61"/>
                  </a:cubicBezTo>
                  <a:cubicBezTo>
                    <a:pt x="11" y="73"/>
                    <a:pt x="28" y="82"/>
                    <a:pt x="48" y="82"/>
                  </a:cubicBezTo>
                  <a:cubicBezTo>
                    <a:pt x="67" y="82"/>
                    <a:pt x="84" y="73"/>
                    <a:pt x="94" y="61"/>
                  </a:cubicBezTo>
                  <a:cubicBezTo>
                    <a:pt x="95" y="57"/>
                    <a:pt x="95" y="54"/>
                    <a:pt x="95" y="51"/>
                  </a:cubicBezTo>
                  <a:cubicBezTo>
                    <a:pt x="95" y="28"/>
                    <a:pt x="82" y="7"/>
                    <a:pt x="6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1" name="Freeform 190"/>
            <p:cNvSpPr/>
            <p:nvPr/>
          </p:nvSpPr>
          <p:spPr bwMode="auto">
            <a:xfrm>
              <a:off x="8958263" y="4900613"/>
              <a:ext cx="184150" cy="187325"/>
            </a:xfrm>
            <a:custGeom>
              <a:avLst/>
              <a:gdLst>
                <a:gd name="T0" fmla="*/ 24 w 49"/>
                <a:gd name="T1" fmla="*/ 0 h 50"/>
                <a:gd name="T2" fmla="*/ 0 w 49"/>
                <a:gd name="T3" fmla="*/ 18 h 50"/>
                <a:gd name="T4" fmla="*/ 11 w 49"/>
                <a:gd name="T5" fmla="*/ 45 h 50"/>
                <a:gd name="T6" fmla="*/ 11 w 49"/>
                <a:gd name="T7" fmla="*/ 46 h 50"/>
                <a:gd name="T8" fmla="*/ 24 w 49"/>
                <a:gd name="T9" fmla="*/ 50 h 50"/>
                <a:gd name="T10" fmla="*/ 49 w 49"/>
                <a:gd name="T11" fmla="*/ 25 h 50"/>
                <a:gd name="T12" fmla="*/ 24 w 49"/>
                <a:gd name="T13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50">
                  <a:moveTo>
                    <a:pt x="24" y="0"/>
                  </a:moveTo>
                  <a:cubicBezTo>
                    <a:pt x="12" y="0"/>
                    <a:pt x="2" y="8"/>
                    <a:pt x="0" y="18"/>
                  </a:cubicBezTo>
                  <a:cubicBezTo>
                    <a:pt x="6" y="25"/>
                    <a:pt x="11" y="34"/>
                    <a:pt x="11" y="45"/>
                  </a:cubicBezTo>
                  <a:cubicBezTo>
                    <a:pt x="11" y="45"/>
                    <a:pt x="11" y="46"/>
                    <a:pt x="11" y="46"/>
                  </a:cubicBezTo>
                  <a:cubicBezTo>
                    <a:pt x="14" y="49"/>
                    <a:pt x="19" y="50"/>
                    <a:pt x="24" y="50"/>
                  </a:cubicBezTo>
                  <a:cubicBezTo>
                    <a:pt x="37" y="50"/>
                    <a:pt x="49" y="39"/>
                    <a:pt x="49" y="25"/>
                  </a:cubicBezTo>
                  <a:cubicBezTo>
                    <a:pt x="49" y="11"/>
                    <a:pt x="37" y="0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2" name="Freeform 191"/>
            <p:cNvSpPr/>
            <p:nvPr/>
          </p:nvSpPr>
          <p:spPr bwMode="auto">
            <a:xfrm>
              <a:off x="8575676" y="4900613"/>
              <a:ext cx="187325" cy="187325"/>
            </a:xfrm>
            <a:custGeom>
              <a:avLst/>
              <a:gdLst>
                <a:gd name="T0" fmla="*/ 40 w 50"/>
                <a:gd name="T1" fmla="*/ 45 h 50"/>
                <a:gd name="T2" fmla="*/ 50 w 50"/>
                <a:gd name="T3" fmla="*/ 20 h 50"/>
                <a:gd name="T4" fmla="*/ 25 w 50"/>
                <a:gd name="T5" fmla="*/ 0 h 50"/>
                <a:gd name="T6" fmla="*/ 0 w 50"/>
                <a:gd name="T7" fmla="*/ 25 h 50"/>
                <a:gd name="T8" fmla="*/ 25 w 50"/>
                <a:gd name="T9" fmla="*/ 50 h 50"/>
                <a:gd name="T10" fmla="*/ 40 w 50"/>
                <a:gd name="T11" fmla="*/ 45 h 50"/>
                <a:gd name="T12" fmla="*/ 40 w 50"/>
                <a:gd name="T13" fmla="*/ 45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" h="50">
                  <a:moveTo>
                    <a:pt x="40" y="45"/>
                  </a:moveTo>
                  <a:cubicBezTo>
                    <a:pt x="40" y="35"/>
                    <a:pt x="44" y="26"/>
                    <a:pt x="50" y="20"/>
                  </a:cubicBezTo>
                  <a:cubicBezTo>
                    <a:pt x="48" y="8"/>
                    <a:pt x="37" y="0"/>
                    <a:pt x="25" y="0"/>
                  </a:cubicBezTo>
                  <a:cubicBezTo>
                    <a:pt x="12" y="0"/>
                    <a:pt x="0" y="11"/>
                    <a:pt x="0" y="25"/>
                  </a:cubicBezTo>
                  <a:cubicBezTo>
                    <a:pt x="0" y="39"/>
                    <a:pt x="12" y="50"/>
                    <a:pt x="25" y="50"/>
                  </a:cubicBezTo>
                  <a:cubicBezTo>
                    <a:pt x="31" y="50"/>
                    <a:pt x="36" y="48"/>
                    <a:pt x="40" y="45"/>
                  </a:cubicBezTo>
                  <a:cubicBezTo>
                    <a:pt x="40" y="45"/>
                    <a:pt x="40" y="45"/>
                    <a:pt x="40" y="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3" name="Freeform 192"/>
            <p:cNvSpPr/>
            <p:nvPr/>
          </p:nvSpPr>
          <p:spPr bwMode="auto">
            <a:xfrm>
              <a:off x="8958263" y="5103813"/>
              <a:ext cx="255588" cy="285750"/>
            </a:xfrm>
            <a:custGeom>
              <a:avLst/>
              <a:gdLst>
                <a:gd name="T0" fmla="*/ 40 w 68"/>
                <a:gd name="T1" fmla="*/ 0 h 76"/>
                <a:gd name="T2" fmla="*/ 24 w 68"/>
                <a:gd name="T3" fmla="*/ 19 h 76"/>
                <a:gd name="T4" fmla="*/ 9 w 68"/>
                <a:gd name="T5" fmla="*/ 2 h 76"/>
                <a:gd name="T6" fmla="*/ 0 w 68"/>
                <a:gd name="T7" fmla="*/ 16 h 76"/>
                <a:gd name="T8" fmla="*/ 32 w 68"/>
                <a:gd name="T9" fmla="*/ 74 h 76"/>
                <a:gd name="T10" fmla="*/ 31 w 68"/>
                <a:gd name="T11" fmla="*/ 76 h 76"/>
                <a:gd name="T12" fmla="*/ 67 w 68"/>
                <a:gd name="T13" fmla="*/ 57 h 76"/>
                <a:gd name="T14" fmla="*/ 68 w 68"/>
                <a:gd name="T15" fmla="*/ 48 h 76"/>
                <a:gd name="T16" fmla="*/ 40 w 68"/>
                <a:gd name="T17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8" h="76">
                  <a:moveTo>
                    <a:pt x="40" y="0"/>
                  </a:moveTo>
                  <a:cubicBezTo>
                    <a:pt x="24" y="19"/>
                    <a:pt x="24" y="19"/>
                    <a:pt x="24" y="19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7" y="7"/>
                    <a:pt x="4" y="12"/>
                    <a:pt x="0" y="16"/>
                  </a:cubicBezTo>
                  <a:cubicBezTo>
                    <a:pt x="19" y="27"/>
                    <a:pt x="32" y="49"/>
                    <a:pt x="32" y="74"/>
                  </a:cubicBezTo>
                  <a:cubicBezTo>
                    <a:pt x="32" y="75"/>
                    <a:pt x="31" y="75"/>
                    <a:pt x="31" y="76"/>
                  </a:cubicBezTo>
                  <a:cubicBezTo>
                    <a:pt x="46" y="74"/>
                    <a:pt x="59" y="67"/>
                    <a:pt x="67" y="57"/>
                  </a:cubicBezTo>
                  <a:cubicBezTo>
                    <a:pt x="68" y="54"/>
                    <a:pt x="68" y="51"/>
                    <a:pt x="68" y="48"/>
                  </a:cubicBezTo>
                  <a:cubicBezTo>
                    <a:pt x="68" y="26"/>
                    <a:pt x="56" y="8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4" name="Freeform 193"/>
            <p:cNvSpPr/>
            <p:nvPr/>
          </p:nvSpPr>
          <p:spPr bwMode="auto">
            <a:xfrm>
              <a:off x="8507413" y="5103813"/>
              <a:ext cx="258763" cy="285750"/>
            </a:xfrm>
            <a:custGeom>
              <a:avLst/>
              <a:gdLst>
                <a:gd name="T0" fmla="*/ 38 w 69"/>
                <a:gd name="T1" fmla="*/ 74 h 76"/>
                <a:gd name="T2" fmla="*/ 69 w 69"/>
                <a:gd name="T3" fmla="*/ 17 h 76"/>
                <a:gd name="T4" fmla="*/ 59 w 69"/>
                <a:gd name="T5" fmla="*/ 0 h 76"/>
                <a:gd name="T6" fmla="*/ 59 w 69"/>
                <a:gd name="T7" fmla="*/ 0 h 76"/>
                <a:gd name="T8" fmla="*/ 44 w 69"/>
                <a:gd name="T9" fmla="*/ 19 h 76"/>
                <a:gd name="T10" fmla="*/ 28 w 69"/>
                <a:gd name="T11" fmla="*/ 1 h 76"/>
                <a:gd name="T12" fmla="*/ 0 w 69"/>
                <a:gd name="T13" fmla="*/ 48 h 76"/>
                <a:gd name="T14" fmla="*/ 0 w 69"/>
                <a:gd name="T15" fmla="*/ 57 h 76"/>
                <a:gd name="T16" fmla="*/ 38 w 69"/>
                <a:gd name="T17" fmla="*/ 76 h 76"/>
                <a:gd name="T18" fmla="*/ 38 w 69"/>
                <a:gd name="T19" fmla="*/ 74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" h="76">
                  <a:moveTo>
                    <a:pt x="38" y="74"/>
                  </a:moveTo>
                  <a:cubicBezTo>
                    <a:pt x="38" y="49"/>
                    <a:pt x="50" y="28"/>
                    <a:pt x="69" y="17"/>
                  </a:cubicBezTo>
                  <a:cubicBezTo>
                    <a:pt x="65" y="12"/>
                    <a:pt x="61" y="7"/>
                    <a:pt x="59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12" y="8"/>
                    <a:pt x="0" y="26"/>
                    <a:pt x="0" y="48"/>
                  </a:cubicBezTo>
                  <a:cubicBezTo>
                    <a:pt x="0" y="51"/>
                    <a:pt x="0" y="54"/>
                    <a:pt x="0" y="57"/>
                  </a:cubicBezTo>
                  <a:cubicBezTo>
                    <a:pt x="9" y="67"/>
                    <a:pt x="22" y="75"/>
                    <a:pt x="38" y="76"/>
                  </a:cubicBezTo>
                  <a:cubicBezTo>
                    <a:pt x="38" y="75"/>
                    <a:pt x="38" y="75"/>
                    <a:pt x="38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</p:grpSp>
      <p:sp>
        <p:nvSpPr>
          <p:cNvPr id="43" name="TextBox 6"/>
          <p:cNvSpPr txBox="1">
            <a:spLocks noChangeArrowheads="1"/>
          </p:cNvSpPr>
          <p:nvPr/>
        </p:nvSpPr>
        <p:spPr bwMode="auto">
          <a:xfrm>
            <a:off x="3821045" y="752508"/>
            <a:ext cx="131597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sz="1100" i="0" u="none" strike="noStrike" cap="none" normalizeH="0" baseline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Arial Narrow" panose="020B0606020202030204" pitchFamily="34" charset="0"/>
              <a:cs typeface="+mn-ea"/>
            </a:endParaRPr>
          </a:p>
        </p:txBody>
      </p:sp>
      <p:pic>
        <p:nvPicPr>
          <p:cNvPr id="3" name="图片 2" descr="DF62E1A4177568D2B5228B295F3E6CA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730" y="698500"/>
            <a:ext cx="7701915" cy="413956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954655" y="267970"/>
            <a:ext cx="3048000" cy="2990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教室端学生管理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2270693" y="3834122"/>
            <a:ext cx="933449" cy="390525"/>
            <a:chOff x="1150938" y="1535113"/>
            <a:chExt cx="933449" cy="390525"/>
          </a:xfrm>
          <a:solidFill>
            <a:schemeClr val="bg1">
              <a:lumMod val="95000"/>
            </a:schemeClr>
          </a:solidFill>
        </p:grpSpPr>
        <p:sp>
          <p:nvSpPr>
            <p:cNvPr id="16" name="Freeform 66"/>
            <p:cNvSpPr/>
            <p:nvPr/>
          </p:nvSpPr>
          <p:spPr bwMode="auto">
            <a:xfrm>
              <a:off x="1150938" y="1677988"/>
              <a:ext cx="293687" cy="247650"/>
            </a:xfrm>
            <a:custGeom>
              <a:avLst/>
              <a:gdLst>
                <a:gd name="T0" fmla="*/ 0 w 115"/>
                <a:gd name="T1" fmla="*/ 30 h 97"/>
                <a:gd name="T2" fmla="*/ 72 w 115"/>
                <a:gd name="T3" fmla="*/ 97 h 97"/>
                <a:gd name="T4" fmla="*/ 115 w 115"/>
                <a:gd name="T5" fmla="*/ 65 h 97"/>
                <a:gd name="T6" fmla="*/ 39 w 115"/>
                <a:gd name="T7" fmla="*/ 0 h 97"/>
                <a:gd name="T8" fmla="*/ 0 w 115"/>
                <a:gd name="T9" fmla="*/ 3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97">
                  <a:moveTo>
                    <a:pt x="0" y="30"/>
                  </a:moveTo>
                  <a:cubicBezTo>
                    <a:pt x="72" y="97"/>
                    <a:pt x="72" y="97"/>
                    <a:pt x="72" y="97"/>
                  </a:cubicBezTo>
                  <a:cubicBezTo>
                    <a:pt x="72" y="97"/>
                    <a:pt x="94" y="80"/>
                    <a:pt x="115" y="65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11" y="20"/>
                    <a:pt x="0" y="30"/>
                    <a:pt x="0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7" name="Freeform 67"/>
            <p:cNvSpPr/>
            <p:nvPr/>
          </p:nvSpPr>
          <p:spPr bwMode="auto">
            <a:xfrm>
              <a:off x="1295400" y="1535113"/>
              <a:ext cx="788987" cy="292100"/>
            </a:xfrm>
            <a:custGeom>
              <a:avLst/>
              <a:gdLst>
                <a:gd name="T0" fmla="*/ 261 w 309"/>
                <a:gd name="T1" fmla="*/ 33 h 114"/>
                <a:gd name="T2" fmla="*/ 205 w 309"/>
                <a:gd name="T3" fmla="*/ 64 h 114"/>
                <a:gd name="T4" fmla="*/ 125 w 309"/>
                <a:gd name="T5" fmla="*/ 55 h 114"/>
                <a:gd name="T6" fmla="*/ 176 w 309"/>
                <a:gd name="T7" fmla="*/ 48 h 114"/>
                <a:gd name="T8" fmla="*/ 217 w 309"/>
                <a:gd name="T9" fmla="*/ 19 h 114"/>
                <a:gd name="T10" fmla="*/ 140 w 309"/>
                <a:gd name="T11" fmla="*/ 14 h 114"/>
                <a:gd name="T12" fmla="*/ 66 w 309"/>
                <a:gd name="T13" fmla="*/ 14 h 114"/>
                <a:gd name="T14" fmla="*/ 0 w 309"/>
                <a:gd name="T15" fmla="*/ 54 h 114"/>
                <a:gd name="T16" fmla="*/ 68 w 309"/>
                <a:gd name="T17" fmla="*/ 114 h 114"/>
                <a:gd name="T18" fmla="*/ 91 w 309"/>
                <a:gd name="T19" fmla="*/ 102 h 114"/>
                <a:gd name="T20" fmla="*/ 205 w 309"/>
                <a:gd name="T21" fmla="*/ 102 h 114"/>
                <a:gd name="T22" fmla="*/ 309 w 309"/>
                <a:gd name="T23" fmla="*/ 19 h 114"/>
                <a:gd name="T24" fmla="*/ 261 w 309"/>
                <a:gd name="T25" fmla="*/ 33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9" h="114">
                  <a:moveTo>
                    <a:pt x="261" y="33"/>
                  </a:moveTo>
                  <a:cubicBezTo>
                    <a:pt x="243" y="49"/>
                    <a:pt x="227" y="60"/>
                    <a:pt x="205" y="64"/>
                  </a:cubicBezTo>
                  <a:cubicBezTo>
                    <a:pt x="170" y="70"/>
                    <a:pt x="135" y="62"/>
                    <a:pt x="125" y="55"/>
                  </a:cubicBezTo>
                  <a:cubicBezTo>
                    <a:pt x="108" y="44"/>
                    <a:pt x="126" y="51"/>
                    <a:pt x="176" y="48"/>
                  </a:cubicBezTo>
                  <a:cubicBezTo>
                    <a:pt x="227" y="45"/>
                    <a:pt x="217" y="19"/>
                    <a:pt x="217" y="19"/>
                  </a:cubicBezTo>
                  <a:cubicBezTo>
                    <a:pt x="206" y="17"/>
                    <a:pt x="193" y="16"/>
                    <a:pt x="140" y="14"/>
                  </a:cubicBezTo>
                  <a:cubicBezTo>
                    <a:pt x="121" y="14"/>
                    <a:pt x="84" y="10"/>
                    <a:pt x="66" y="14"/>
                  </a:cubicBezTo>
                  <a:cubicBezTo>
                    <a:pt x="46" y="18"/>
                    <a:pt x="28" y="35"/>
                    <a:pt x="0" y="54"/>
                  </a:cubicBezTo>
                  <a:cubicBezTo>
                    <a:pt x="68" y="114"/>
                    <a:pt x="68" y="114"/>
                    <a:pt x="68" y="114"/>
                  </a:cubicBezTo>
                  <a:cubicBezTo>
                    <a:pt x="79" y="107"/>
                    <a:pt x="87" y="102"/>
                    <a:pt x="91" y="102"/>
                  </a:cubicBezTo>
                  <a:cubicBezTo>
                    <a:pt x="112" y="102"/>
                    <a:pt x="166" y="107"/>
                    <a:pt x="205" y="102"/>
                  </a:cubicBezTo>
                  <a:cubicBezTo>
                    <a:pt x="282" y="64"/>
                    <a:pt x="309" y="19"/>
                    <a:pt x="309" y="19"/>
                  </a:cubicBezTo>
                  <a:cubicBezTo>
                    <a:pt x="309" y="19"/>
                    <a:pt x="288" y="0"/>
                    <a:pt x="261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821504" y="3746839"/>
            <a:ext cx="722312" cy="441325"/>
            <a:chOff x="979488" y="2314575"/>
            <a:chExt cx="722312" cy="441325"/>
          </a:xfrm>
          <a:solidFill>
            <a:schemeClr val="bg1">
              <a:lumMod val="95000"/>
            </a:schemeClr>
          </a:solidFill>
        </p:grpSpPr>
        <p:sp>
          <p:nvSpPr>
            <p:cNvPr id="19" name="Freeform 84"/>
            <p:cNvSpPr/>
            <p:nvPr/>
          </p:nvSpPr>
          <p:spPr bwMode="auto">
            <a:xfrm>
              <a:off x="1047750" y="2692400"/>
              <a:ext cx="87312" cy="63500"/>
            </a:xfrm>
            <a:custGeom>
              <a:avLst/>
              <a:gdLst>
                <a:gd name="T0" fmla="*/ 34 w 34"/>
                <a:gd name="T1" fmla="*/ 21 h 25"/>
                <a:gd name="T2" fmla="*/ 34 w 34"/>
                <a:gd name="T3" fmla="*/ 0 h 25"/>
                <a:gd name="T4" fmla="*/ 1 w 34"/>
                <a:gd name="T5" fmla="*/ 25 h 25"/>
                <a:gd name="T6" fmla="*/ 31 w 34"/>
                <a:gd name="T7" fmla="*/ 25 h 25"/>
                <a:gd name="T8" fmla="*/ 34 w 34"/>
                <a:gd name="T9" fmla="*/ 21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25">
                  <a:moveTo>
                    <a:pt x="34" y="21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4" y="0"/>
                    <a:pt x="0" y="25"/>
                    <a:pt x="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3" y="25"/>
                    <a:pt x="34" y="23"/>
                    <a:pt x="34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0" name="Freeform 85"/>
            <p:cNvSpPr/>
            <p:nvPr/>
          </p:nvSpPr>
          <p:spPr bwMode="auto">
            <a:xfrm>
              <a:off x="1163638" y="2600325"/>
              <a:ext cx="93662" cy="155575"/>
            </a:xfrm>
            <a:custGeom>
              <a:avLst/>
              <a:gdLst>
                <a:gd name="T0" fmla="*/ 33 w 37"/>
                <a:gd name="T1" fmla="*/ 61 h 61"/>
                <a:gd name="T2" fmla="*/ 37 w 37"/>
                <a:gd name="T3" fmla="*/ 57 h 61"/>
                <a:gd name="T4" fmla="*/ 37 w 37"/>
                <a:gd name="T5" fmla="*/ 0 h 61"/>
                <a:gd name="T6" fmla="*/ 1 w 37"/>
                <a:gd name="T7" fmla="*/ 27 h 61"/>
                <a:gd name="T8" fmla="*/ 0 w 37"/>
                <a:gd name="T9" fmla="*/ 28 h 61"/>
                <a:gd name="T10" fmla="*/ 0 w 37"/>
                <a:gd name="T11" fmla="*/ 57 h 61"/>
                <a:gd name="T12" fmla="*/ 3 w 37"/>
                <a:gd name="T13" fmla="*/ 61 h 61"/>
                <a:gd name="T14" fmla="*/ 33 w 37"/>
                <a:gd name="T15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61">
                  <a:moveTo>
                    <a:pt x="33" y="61"/>
                  </a:moveTo>
                  <a:cubicBezTo>
                    <a:pt x="35" y="61"/>
                    <a:pt x="37" y="59"/>
                    <a:pt x="37" y="57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9"/>
                    <a:pt x="1" y="61"/>
                    <a:pt x="3" y="61"/>
                  </a:cubicBezTo>
                  <a:lnTo>
                    <a:pt x="33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1" name="Freeform 86"/>
            <p:cNvSpPr/>
            <p:nvPr/>
          </p:nvSpPr>
          <p:spPr bwMode="auto">
            <a:xfrm>
              <a:off x="1282700" y="2525713"/>
              <a:ext cx="95250" cy="230187"/>
            </a:xfrm>
            <a:custGeom>
              <a:avLst/>
              <a:gdLst>
                <a:gd name="T0" fmla="*/ 34 w 37"/>
                <a:gd name="T1" fmla="*/ 90 h 90"/>
                <a:gd name="T2" fmla="*/ 37 w 37"/>
                <a:gd name="T3" fmla="*/ 86 h 90"/>
                <a:gd name="T4" fmla="*/ 37 w 37"/>
                <a:gd name="T5" fmla="*/ 11 h 90"/>
                <a:gd name="T6" fmla="*/ 27 w 37"/>
                <a:gd name="T7" fmla="*/ 0 h 90"/>
                <a:gd name="T8" fmla="*/ 12 w 37"/>
                <a:gd name="T9" fmla="*/ 12 h 90"/>
                <a:gd name="T10" fmla="*/ 0 w 37"/>
                <a:gd name="T11" fmla="*/ 21 h 90"/>
                <a:gd name="T12" fmla="*/ 0 w 37"/>
                <a:gd name="T13" fmla="*/ 86 h 90"/>
                <a:gd name="T14" fmla="*/ 4 w 37"/>
                <a:gd name="T15" fmla="*/ 90 h 90"/>
                <a:gd name="T16" fmla="*/ 34 w 37"/>
                <a:gd name="T17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" h="90">
                  <a:moveTo>
                    <a:pt x="34" y="90"/>
                  </a:moveTo>
                  <a:cubicBezTo>
                    <a:pt x="35" y="90"/>
                    <a:pt x="37" y="88"/>
                    <a:pt x="37" y="86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88"/>
                    <a:pt x="2" y="90"/>
                    <a:pt x="4" y="90"/>
                  </a:cubicBezTo>
                  <a:lnTo>
                    <a:pt x="34" y="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2" name="Freeform 87"/>
            <p:cNvSpPr/>
            <p:nvPr/>
          </p:nvSpPr>
          <p:spPr bwMode="auto">
            <a:xfrm>
              <a:off x="1404938" y="2562225"/>
              <a:ext cx="92075" cy="193675"/>
            </a:xfrm>
            <a:custGeom>
              <a:avLst/>
              <a:gdLst>
                <a:gd name="T0" fmla="*/ 33 w 36"/>
                <a:gd name="T1" fmla="*/ 76 h 76"/>
                <a:gd name="T2" fmla="*/ 36 w 36"/>
                <a:gd name="T3" fmla="*/ 72 h 76"/>
                <a:gd name="T4" fmla="*/ 36 w 36"/>
                <a:gd name="T5" fmla="*/ 0 h 76"/>
                <a:gd name="T6" fmla="*/ 22 w 36"/>
                <a:gd name="T7" fmla="*/ 11 h 76"/>
                <a:gd name="T8" fmla="*/ 18 w 36"/>
                <a:gd name="T9" fmla="*/ 14 h 76"/>
                <a:gd name="T10" fmla="*/ 5 w 36"/>
                <a:gd name="T11" fmla="*/ 13 h 76"/>
                <a:gd name="T12" fmla="*/ 4 w 36"/>
                <a:gd name="T13" fmla="*/ 12 h 76"/>
                <a:gd name="T14" fmla="*/ 0 w 36"/>
                <a:gd name="T15" fmla="*/ 8 h 76"/>
                <a:gd name="T16" fmla="*/ 0 w 36"/>
                <a:gd name="T17" fmla="*/ 72 h 76"/>
                <a:gd name="T18" fmla="*/ 3 w 36"/>
                <a:gd name="T19" fmla="*/ 76 h 76"/>
                <a:gd name="T20" fmla="*/ 33 w 36"/>
                <a:gd name="T21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76">
                  <a:moveTo>
                    <a:pt x="33" y="76"/>
                  </a:moveTo>
                  <a:cubicBezTo>
                    <a:pt x="35" y="76"/>
                    <a:pt x="36" y="74"/>
                    <a:pt x="36" y="72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4" y="17"/>
                    <a:pt x="9" y="17"/>
                    <a:pt x="5" y="13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4"/>
                    <a:pt x="1" y="76"/>
                    <a:pt x="3" y="76"/>
                  </a:cubicBezTo>
                  <a:lnTo>
                    <a:pt x="33" y="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3" name="Freeform 88"/>
            <p:cNvSpPr/>
            <p:nvPr/>
          </p:nvSpPr>
          <p:spPr bwMode="auto">
            <a:xfrm>
              <a:off x="1525588" y="2465388"/>
              <a:ext cx="95250" cy="290512"/>
            </a:xfrm>
            <a:custGeom>
              <a:avLst/>
              <a:gdLst>
                <a:gd name="T0" fmla="*/ 33 w 37"/>
                <a:gd name="T1" fmla="*/ 114 h 114"/>
                <a:gd name="T2" fmla="*/ 37 w 37"/>
                <a:gd name="T3" fmla="*/ 110 h 114"/>
                <a:gd name="T4" fmla="*/ 37 w 37"/>
                <a:gd name="T5" fmla="*/ 0 h 114"/>
                <a:gd name="T6" fmla="*/ 15 w 37"/>
                <a:gd name="T7" fmla="*/ 18 h 114"/>
                <a:gd name="T8" fmla="*/ 0 w 37"/>
                <a:gd name="T9" fmla="*/ 29 h 114"/>
                <a:gd name="T10" fmla="*/ 0 w 37"/>
                <a:gd name="T11" fmla="*/ 110 h 114"/>
                <a:gd name="T12" fmla="*/ 3 w 37"/>
                <a:gd name="T13" fmla="*/ 114 h 114"/>
                <a:gd name="T14" fmla="*/ 33 w 37"/>
                <a:gd name="T15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114">
                  <a:moveTo>
                    <a:pt x="33" y="114"/>
                  </a:moveTo>
                  <a:cubicBezTo>
                    <a:pt x="35" y="114"/>
                    <a:pt x="37" y="112"/>
                    <a:pt x="37" y="11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0" y="112"/>
                    <a:pt x="1" y="114"/>
                    <a:pt x="3" y="114"/>
                  </a:cubicBezTo>
                  <a:lnTo>
                    <a:pt x="33" y="1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4" name="Freeform 89"/>
            <p:cNvSpPr/>
            <p:nvPr/>
          </p:nvSpPr>
          <p:spPr bwMode="auto">
            <a:xfrm>
              <a:off x="979488" y="2314575"/>
              <a:ext cx="722312" cy="420687"/>
            </a:xfrm>
            <a:custGeom>
              <a:avLst/>
              <a:gdLst>
                <a:gd name="T0" fmla="*/ 283 w 283"/>
                <a:gd name="T1" fmla="*/ 10 h 165"/>
                <a:gd name="T2" fmla="*/ 280 w 283"/>
                <a:gd name="T3" fmla="*/ 3 h 165"/>
                <a:gd name="T4" fmla="*/ 273 w 283"/>
                <a:gd name="T5" fmla="*/ 0 h 165"/>
                <a:gd name="T6" fmla="*/ 263 w 283"/>
                <a:gd name="T7" fmla="*/ 0 h 165"/>
                <a:gd name="T8" fmla="*/ 229 w 283"/>
                <a:gd name="T9" fmla="*/ 0 h 165"/>
                <a:gd name="T10" fmla="*/ 225 w 283"/>
                <a:gd name="T11" fmla="*/ 1 h 165"/>
                <a:gd name="T12" fmla="*/ 225 w 283"/>
                <a:gd name="T13" fmla="*/ 1 h 165"/>
                <a:gd name="T14" fmla="*/ 219 w 283"/>
                <a:gd name="T15" fmla="*/ 10 h 165"/>
                <a:gd name="T16" fmla="*/ 225 w 283"/>
                <a:gd name="T17" fmla="*/ 19 h 165"/>
                <a:gd name="T18" fmla="*/ 229 w 283"/>
                <a:gd name="T19" fmla="*/ 20 h 165"/>
                <a:gd name="T20" fmla="*/ 240 w 283"/>
                <a:gd name="T21" fmla="*/ 20 h 165"/>
                <a:gd name="T22" fmla="*/ 246 w 283"/>
                <a:gd name="T23" fmla="*/ 20 h 165"/>
                <a:gd name="T24" fmla="*/ 235 w 283"/>
                <a:gd name="T25" fmla="*/ 28 h 165"/>
                <a:gd name="T26" fmla="*/ 216 w 283"/>
                <a:gd name="T27" fmla="*/ 45 h 165"/>
                <a:gd name="T28" fmla="*/ 205 w 283"/>
                <a:gd name="T29" fmla="*/ 54 h 165"/>
                <a:gd name="T30" fmla="*/ 190 w 283"/>
                <a:gd name="T31" fmla="*/ 66 h 165"/>
                <a:gd name="T32" fmla="*/ 181 w 283"/>
                <a:gd name="T33" fmla="*/ 73 h 165"/>
                <a:gd name="T34" fmla="*/ 171 w 283"/>
                <a:gd name="T35" fmla="*/ 63 h 165"/>
                <a:gd name="T36" fmla="*/ 167 w 283"/>
                <a:gd name="T37" fmla="*/ 59 h 165"/>
                <a:gd name="T38" fmla="*/ 156 w 283"/>
                <a:gd name="T39" fmla="*/ 48 h 165"/>
                <a:gd name="T40" fmla="*/ 154 w 283"/>
                <a:gd name="T41" fmla="*/ 46 h 165"/>
                <a:gd name="T42" fmla="*/ 141 w 283"/>
                <a:gd name="T43" fmla="*/ 45 h 165"/>
                <a:gd name="T44" fmla="*/ 131 w 283"/>
                <a:gd name="T45" fmla="*/ 53 h 165"/>
                <a:gd name="T46" fmla="*/ 119 w 283"/>
                <a:gd name="T47" fmla="*/ 62 h 165"/>
                <a:gd name="T48" fmla="*/ 112 w 283"/>
                <a:gd name="T49" fmla="*/ 67 h 165"/>
                <a:gd name="T50" fmla="*/ 108 w 283"/>
                <a:gd name="T51" fmla="*/ 70 h 165"/>
                <a:gd name="T52" fmla="*/ 71 w 283"/>
                <a:gd name="T53" fmla="*/ 98 h 165"/>
                <a:gd name="T54" fmla="*/ 70 w 283"/>
                <a:gd name="T55" fmla="*/ 98 h 165"/>
                <a:gd name="T56" fmla="*/ 59 w 283"/>
                <a:gd name="T57" fmla="*/ 107 h 165"/>
                <a:gd name="T58" fmla="*/ 11 w 283"/>
                <a:gd name="T59" fmla="*/ 142 h 165"/>
                <a:gd name="T60" fmla="*/ 6 w 283"/>
                <a:gd name="T61" fmla="*/ 147 h 165"/>
                <a:gd name="T62" fmla="*/ 4 w 283"/>
                <a:gd name="T63" fmla="*/ 160 h 165"/>
                <a:gd name="T64" fmla="*/ 13 w 283"/>
                <a:gd name="T65" fmla="*/ 164 h 165"/>
                <a:gd name="T66" fmla="*/ 17 w 283"/>
                <a:gd name="T67" fmla="*/ 162 h 165"/>
                <a:gd name="T68" fmla="*/ 59 w 283"/>
                <a:gd name="T69" fmla="*/ 131 h 165"/>
                <a:gd name="T70" fmla="*/ 70 w 283"/>
                <a:gd name="T71" fmla="*/ 123 h 165"/>
                <a:gd name="T72" fmla="*/ 71 w 283"/>
                <a:gd name="T73" fmla="*/ 122 h 165"/>
                <a:gd name="T74" fmla="*/ 108 w 283"/>
                <a:gd name="T75" fmla="*/ 94 h 165"/>
                <a:gd name="T76" fmla="*/ 112 w 283"/>
                <a:gd name="T77" fmla="*/ 91 h 165"/>
                <a:gd name="T78" fmla="*/ 119 w 283"/>
                <a:gd name="T79" fmla="*/ 86 h 165"/>
                <a:gd name="T80" fmla="*/ 131 w 283"/>
                <a:gd name="T81" fmla="*/ 77 h 165"/>
                <a:gd name="T82" fmla="*/ 146 w 283"/>
                <a:gd name="T83" fmla="*/ 65 h 165"/>
                <a:gd name="T84" fmla="*/ 156 w 283"/>
                <a:gd name="T85" fmla="*/ 76 h 165"/>
                <a:gd name="T86" fmla="*/ 167 w 283"/>
                <a:gd name="T87" fmla="*/ 87 h 165"/>
                <a:gd name="T88" fmla="*/ 171 w 283"/>
                <a:gd name="T89" fmla="*/ 91 h 165"/>
                <a:gd name="T90" fmla="*/ 173 w 283"/>
                <a:gd name="T91" fmla="*/ 93 h 165"/>
                <a:gd name="T92" fmla="*/ 186 w 283"/>
                <a:gd name="T93" fmla="*/ 94 h 165"/>
                <a:gd name="T94" fmla="*/ 190 w 283"/>
                <a:gd name="T95" fmla="*/ 90 h 165"/>
                <a:gd name="T96" fmla="*/ 205 w 283"/>
                <a:gd name="T97" fmla="*/ 79 h 165"/>
                <a:gd name="T98" fmla="*/ 216 w 283"/>
                <a:gd name="T99" fmla="*/ 70 h 165"/>
                <a:gd name="T100" fmla="*/ 231 w 283"/>
                <a:gd name="T101" fmla="*/ 58 h 165"/>
                <a:gd name="T102" fmla="*/ 263 w 283"/>
                <a:gd name="T103" fmla="*/ 31 h 165"/>
                <a:gd name="T104" fmla="*/ 264 w 283"/>
                <a:gd name="T105" fmla="*/ 31 h 165"/>
                <a:gd name="T106" fmla="*/ 264 w 283"/>
                <a:gd name="T107" fmla="*/ 53 h 165"/>
                <a:gd name="T108" fmla="*/ 274 w 283"/>
                <a:gd name="T109" fmla="*/ 62 h 165"/>
                <a:gd name="T110" fmla="*/ 283 w 283"/>
                <a:gd name="T111" fmla="*/ 53 h 165"/>
                <a:gd name="T112" fmla="*/ 283 w 283"/>
                <a:gd name="T113" fmla="*/ 1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83" h="165">
                  <a:moveTo>
                    <a:pt x="283" y="10"/>
                  </a:moveTo>
                  <a:cubicBezTo>
                    <a:pt x="283" y="7"/>
                    <a:pt x="282" y="5"/>
                    <a:pt x="280" y="3"/>
                  </a:cubicBezTo>
                  <a:cubicBezTo>
                    <a:pt x="278" y="1"/>
                    <a:pt x="276" y="0"/>
                    <a:pt x="273" y="0"/>
                  </a:cubicBezTo>
                  <a:cubicBezTo>
                    <a:pt x="263" y="0"/>
                    <a:pt x="263" y="0"/>
                    <a:pt x="263" y="0"/>
                  </a:cubicBezTo>
                  <a:cubicBezTo>
                    <a:pt x="229" y="0"/>
                    <a:pt x="229" y="0"/>
                    <a:pt x="229" y="0"/>
                  </a:cubicBezTo>
                  <a:cubicBezTo>
                    <a:pt x="227" y="0"/>
                    <a:pt x="226" y="1"/>
                    <a:pt x="225" y="1"/>
                  </a:cubicBezTo>
                  <a:cubicBezTo>
                    <a:pt x="225" y="1"/>
                    <a:pt x="225" y="1"/>
                    <a:pt x="225" y="1"/>
                  </a:cubicBezTo>
                  <a:cubicBezTo>
                    <a:pt x="221" y="3"/>
                    <a:pt x="219" y="6"/>
                    <a:pt x="219" y="10"/>
                  </a:cubicBezTo>
                  <a:cubicBezTo>
                    <a:pt x="219" y="14"/>
                    <a:pt x="222" y="18"/>
                    <a:pt x="225" y="19"/>
                  </a:cubicBezTo>
                  <a:cubicBezTo>
                    <a:pt x="226" y="20"/>
                    <a:pt x="227" y="20"/>
                    <a:pt x="229" y="20"/>
                  </a:cubicBezTo>
                  <a:cubicBezTo>
                    <a:pt x="240" y="20"/>
                    <a:pt x="240" y="20"/>
                    <a:pt x="240" y="20"/>
                  </a:cubicBezTo>
                  <a:cubicBezTo>
                    <a:pt x="246" y="20"/>
                    <a:pt x="246" y="20"/>
                    <a:pt x="246" y="20"/>
                  </a:cubicBezTo>
                  <a:cubicBezTo>
                    <a:pt x="235" y="28"/>
                    <a:pt x="235" y="28"/>
                    <a:pt x="235" y="28"/>
                  </a:cubicBezTo>
                  <a:cubicBezTo>
                    <a:pt x="216" y="45"/>
                    <a:pt x="216" y="45"/>
                    <a:pt x="216" y="45"/>
                  </a:cubicBezTo>
                  <a:cubicBezTo>
                    <a:pt x="205" y="54"/>
                    <a:pt x="205" y="54"/>
                    <a:pt x="205" y="54"/>
                  </a:cubicBezTo>
                  <a:cubicBezTo>
                    <a:pt x="190" y="66"/>
                    <a:pt x="190" y="66"/>
                    <a:pt x="190" y="66"/>
                  </a:cubicBezTo>
                  <a:cubicBezTo>
                    <a:pt x="181" y="73"/>
                    <a:pt x="181" y="73"/>
                    <a:pt x="181" y="73"/>
                  </a:cubicBezTo>
                  <a:cubicBezTo>
                    <a:pt x="171" y="63"/>
                    <a:pt x="171" y="63"/>
                    <a:pt x="171" y="63"/>
                  </a:cubicBezTo>
                  <a:cubicBezTo>
                    <a:pt x="167" y="59"/>
                    <a:pt x="167" y="59"/>
                    <a:pt x="167" y="59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1" y="42"/>
                    <a:pt x="145" y="42"/>
                    <a:pt x="141" y="45"/>
                  </a:cubicBezTo>
                  <a:cubicBezTo>
                    <a:pt x="131" y="53"/>
                    <a:pt x="131" y="53"/>
                    <a:pt x="131" y="53"/>
                  </a:cubicBezTo>
                  <a:cubicBezTo>
                    <a:pt x="119" y="62"/>
                    <a:pt x="119" y="62"/>
                    <a:pt x="119" y="62"/>
                  </a:cubicBezTo>
                  <a:cubicBezTo>
                    <a:pt x="112" y="67"/>
                    <a:pt x="112" y="67"/>
                    <a:pt x="112" y="67"/>
                  </a:cubicBezTo>
                  <a:cubicBezTo>
                    <a:pt x="108" y="70"/>
                    <a:pt x="108" y="70"/>
                    <a:pt x="108" y="70"/>
                  </a:cubicBezTo>
                  <a:cubicBezTo>
                    <a:pt x="71" y="98"/>
                    <a:pt x="71" y="98"/>
                    <a:pt x="71" y="98"/>
                  </a:cubicBezTo>
                  <a:cubicBezTo>
                    <a:pt x="70" y="98"/>
                    <a:pt x="70" y="98"/>
                    <a:pt x="70" y="98"/>
                  </a:cubicBezTo>
                  <a:cubicBezTo>
                    <a:pt x="59" y="107"/>
                    <a:pt x="59" y="107"/>
                    <a:pt x="59" y="107"/>
                  </a:cubicBezTo>
                  <a:cubicBezTo>
                    <a:pt x="11" y="142"/>
                    <a:pt x="11" y="142"/>
                    <a:pt x="11" y="142"/>
                  </a:cubicBezTo>
                  <a:cubicBezTo>
                    <a:pt x="6" y="147"/>
                    <a:pt x="6" y="147"/>
                    <a:pt x="6" y="147"/>
                  </a:cubicBezTo>
                  <a:cubicBezTo>
                    <a:pt x="1" y="150"/>
                    <a:pt x="0" y="156"/>
                    <a:pt x="4" y="160"/>
                  </a:cubicBezTo>
                  <a:cubicBezTo>
                    <a:pt x="6" y="163"/>
                    <a:pt x="10" y="165"/>
                    <a:pt x="13" y="164"/>
                  </a:cubicBezTo>
                  <a:cubicBezTo>
                    <a:pt x="15" y="164"/>
                    <a:pt x="16" y="163"/>
                    <a:pt x="17" y="162"/>
                  </a:cubicBezTo>
                  <a:cubicBezTo>
                    <a:pt x="59" y="131"/>
                    <a:pt x="59" y="131"/>
                    <a:pt x="59" y="131"/>
                  </a:cubicBezTo>
                  <a:cubicBezTo>
                    <a:pt x="70" y="123"/>
                    <a:pt x="70" y="123"/>
                    <a:pt x="70" y="123"/>
                  </a:cubicBezTo>
                  <a:cubicBezTo>
                    <a:pt x="71" y="122"/>
                    <a:pt x="71" y="122"/>
                    <a:pt x="71" y="122"/>
                  </a:cubicBezTo>
                  <a:cubicBezTo>
                    <a:pt x="108" y="94"/>
                    <a:pt x="108" y="94"/>
                    <a:pt x="108" y="94"/>
                  </a:cubicBezTo>
                  <a:cubicBezTo>
                    <a:pt x="112" y="91"/>
                    <a:pt x="112" y="91"/>
                    <a:pt x="112" y="91"/>
                  </a:cubicBezTo>
                  <a:cubicBezTo>
                    <a:pt x="119" y="86"/>
                    <a:pt x="119" y="86"/>
                    <a:pt x="119" y="86"/>
                  </a:cubicBezTo>
                  <a:cubicBezTo>
                    <a:pt x="131" y="77"/>
                    <a:pt x="131" y="77"/>
                    <a:pt x="131" y="77"/>
                  </a:cubicBezTo>
                  <a:cubicBezTo>
                    <a:pt x="146" y="65"/>
                    <a:pt x="146" y="65"/>
                    <a:pt x="146" y="65"/>
                  </a:cubicBezTo>
                  <a:cubicBezTo>
                    <a:pt x="156" y="76"/>
                    <a:pt x="156" y="76"/>
                    <a:pt x="156" y="76"/>
                  </a:cubicBezTo>
                  <a:cubicBezTo>
                    <a:pt x="167" y="87"/>
                    <a:pt x="167" y="87"/>
                    <a:pt x="167" y="87"/>
                  </a:cubicBezTo>
                  <a:cubicBezTo>
                    <a:pt x="171" y="91"/>
                    <a:pt x="171" y="91"/>
                    <a:pt x="171" y="91"/>
                  </a:cubicBezTo>
                  <a:cubicBezTo>
                    <a:pt x="173" y="93"/>
                    <a:pt x="173" y="93"/>
                    <a:pt x="173" y="93"/>
                  </a:cubicBezTo>
                  <a:cubicBezTo>
                    <a:pt x="177" y="96"/>
                    <a:pt x="182" y="97"/>
                    <a:pt x="186" y="9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205" y="79"/>
                    <a:pt x="205" y="79"/>
                    <a:pt x="205" y="79"/>
                  </a:cubicBezTo>
                  <a:cubicBezTo>
                    <a:pt x="216" y="70"/>
                    <a:pt x="216" y="70"/>
                    <a:pt x="216" y="70"/>
                  </a:cubicBezTo>
                  <a:cubicBezTo>
                    <a:pt x="231" y="58"/>
                    <a:pt x="231" y="58"/>
                    <a:pt x="231" y="58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4" y="31"/>
                    <a:pt x="264" y="31"/>
                    <a:pt x="264" y="31"/>
                  </a:cubicBezTo>
                  <a:cubicBezTo>
                    <a:pt x="264" y="53"/>
                    <a:pt x="264" y="53"/>
                    <a:pt x="264" y="53"/>
                  </a:cubicBezTo>
                  <a:cubicBezTo>
                    <a:pt x="264" y="58"/>
                    <a:pt x="268" y="62"/>
                    <a:pt x="274" y="62"/>
                  </a:cubicBezTo>
                  <a:cubicBezTo>
                    <a:pt x="279" y="62"/>
                    <a:pt x="283" y="58"/>
                    <a:pt x="283" y="53"/>
                  </a:cubicBezTo>
                  <a:lnTo>
                    <a:pt x="283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3013465" y="2668045"/>
            <a:ext cx="706438" cy="596900"/>
            <a:chOff x="8507413" y="4900613"/>
            <a:chExt cx="706438" cy="596900"/>
          </a:xfrm>
          <a:solidFill>
            <a:schemeClr val="bg1">
              <a:lumMod val="95000"/>
            </a:schemeClr>
          </a:solidFill>
        </p:grpSpPr>
        <p:sp>
          <p:nvSpPr>
            <p:cNvPr id="29" name="Oval 188"/>
            <p:cNvSpPr>
              <a:spLocks noChangeArrowheads="1"/>
            </p:cNvSpPr>
            <p:nvPr/>
          </p:nvSpPr>
          <p:spPr bwMode="auto">
            <a:xfrm>
              <a:off x="8759826" y="4967288"/>
              <a:ext cx="203200" cy="2032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0" name="Freeform 189"/>
            <p:cNvSpPr/>
            <p:nvPr/>
          </p:nvSpPr>
          <p:spPr bwMode="auto">
            <a:xfrm>
              <a:off x="8683626" y="5189538"/>
              <a:ext cx="357188" cy="307975"/>
            </a:xfrm>
            <a:custGeom>
              <a:avLst/>
              <a:gdLst>
                <a:gd name="T0" fmla="*/ 65 w 95"/>
                <a:gd name="T1" fmla="*/ 0 h 82"/>
                <a:gd name="T2" fmla="*/ 48 w 95"/>
                <a:gd name="T3" fmla="*/ 20 h 82"/>
                <a:gd name="T4" fmla="*/ 31 w 95"/>
                <a:gd name="T5" fmla="*/ 0 h 82"/>
                <a:gd name="T6" fmla="*/ 0 w 95"/>
                <a:gd name="T7" fmla="*/ 51 h 82"/>
                <a:gd name="T8" fmla="*/ 1 w 95"/>
                <a:gd name="T9" fmla="*/ 61 h 82"/>
                <a:gd name="T10" fmla="*/ 48 w 95"/>
                <a:gd name="T11" fmla="*/ 82 h 82"/>
                <a:gd name="T12" fmla="*/ 94 w 95"/>
                <a:gd name="T13" fmla="*/ 61 h 82"/>
                <a:gd name="T14" fmla="*/ 95 w 95"/>
                <a:gd name="T15" fmla="*/ 51 h 82"/>
                <a:gd name="T16" fmla="*/ 65 w 95"/>
                <a:gd name="T17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5" h="82">
                  <a:moveTo>
                    <a:pt x="65" y="0"/>
                  </a:moveTo>
                  <a:cubicBezTo>
                    <a:pt x="48" y="20"/>
                    <a:pt x="48" y="20"/>
                    <a:pt x="48" y="2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13" y="8"/>
                    <a:pt x="0" y="28"/>
                    <a:pt x="0" y="51"/>
                  </a:cubicBezTo>
                  <a:cubicBezTo>
                    <a:pt x="0" y="54"/>
                    <a:pt x="1" y="57"/>
                    <a:pt x="1" y="61"/>
                  </a:cubicBezTo>
                  <a:cubicBezTo>
                    <a:pt x="11" y="73"/>
                    <a:pt x="28" y="82"/>
                    <a:pt x="48" y="82"/>
                  </a:cubicBezTo>
                  <a:cubicBezTo>
                    <a:pt x="67" y="82"/>
                    <a:pt x="84" y="73"/>
                    <a:pt x="94" y="61"/>
                  </a:cubicBezTo>
                  <a:cubicBezTo>
                    <a:pt x="95" y="57"/>
                    <a:pt x="95" y="54"/>
                    <a:pt x="95" y="51"/>
                  </a:cubicBezTo>
                  <a:cubicBezTo>
                    <a:pt x="95" y="28"/>
                    <a:pt x="82" y="7"/>
                    <a:pt x="6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1" name="Freeform 190"/>
            <p:cNvSpPr/>
            <p:nvPr/>
          </p:nvSpPr>
          <p:spPr bwMode="auto">
            <a:xfrm>
              <a:off x="8958263" y="4900613"/>
              <a:ext cx="184150" cy="187325"/>
            </a:xfrm>
            <a:custGeom>
              <a:avLst/>
              <a:gdLst>
                <a:gd name="T0" fmla="*/ 24 w 49"/>
                <a:gd name="T1" fmla="*/ 0 h 50"/>
                <a:gd name="T2" fmla="*/ 0 w 49"/>
                <a:gd name="T3" fmla="*/ 18 h 50"/>
                <a:gd name="T4" fmla="*/ 11 w 49"/>
                <a:gd name="T5" fmla="*/ 45 h 50"/>
                <a:gd name="T6" fmla="*/ 11 w 49"/>
                <a:gd name="T7" fmla="*/ 46 h 50"/>
                <a:gd name="T8" fmla="*/ 24 w 49"/>
                <a:gd name="T9" fmla="*/ 50 h 50"/>
                <a:gd name="T10" fmla="*/ 49 w 49"/>
                <a:gd name="T11" fmla="*/ 25 h 50"/>
                <a:gd name="T12" fmla="*/ 24 w 49"/>
                <a:gd name="T13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50">
                  <a:moveTo>
                    <a:pt x="24" y="0"/>
                  </a:moveTo>
                  <a:cubicBezTo>
                    <a:pt x="12" y="0"/>
                    <a:pt x="2" y="8"/>
                    <a:pt x="0" y="18"/>
                  </a:cubicBezTo>
                  <a:cubicBezTo>
                    <a:pt x="6" y="25"/>
                    <a:pt x="11" y="34"/>
                    <a:pt x="11" y="45"/>
                  </a:cubicBezTo>
                  <a:cubicBezTo>
                    <a:pt x="11" y="45"/>
                    <a:pt x="11" y="46"/>
                    <a:pt x="11" y="46"/>
                  </a:cubicBezTo>
                  <a:cubicBezTo>
                    <a:pt x="14" y="49"/>
                    <a:pt x="19" y="50"/>
                    <a:pt x="24" y="50"/>
                  </a:cubicBezTo>
                  <a:cubicBezTo>
                    <a:pt x="37" y="50"/>
                    <a:pt x="49" y="39"/>
                    <a:pt x="49" y="25"/>
                  </a:cubicBezTo>
                  <a:cubicBezTo>
                    <a:pt x="49" y="11"/>
                    <a:pt x="37" y="0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2" name="Freeform 191"/>
            <p:cNvSpPr/>
            <p:nvPr/>
          </p:nvSpPr>
          <p:spPr bwMode="auto">
            <a:xfrm>
              <a:off x="8575676" y="4900613"/>
              <a:ext cx="187325" cy="187325"/>
            </a:xfrm>
            <a:custGeom>
              <a:avLst/>
              <a:gdLst>
                <a:gd name="T0" fmla="*/ 40 w 50"/>
                <a:gd name="T1" fmla="*/ 45 h 50"/>
                <a:gd name="T2" fmla="*/ 50 w 50"/>
                <a:gd name="T3" fmla="*/ 20 h 50"/>
                <a:gd name="T4" fmla="*/ 25 w 50"/>
                <a:gd name="T5" fmla="*/ 0 h 50"/>
                <a:gd name="T6" fmla="*/ 0 w 50"/>
                <a:gd name="T7" fmla="*/ 25 h 50"/>
                <a:gd name="T8" fmla="*/ 25 w 50"/>
                <a:gd name="T9" fmla="*/ 50 h 50"/>
                <a:gd name="T10" fmla="*/ 40 w 50"/>
                <a:gd name="T11" fmla="*/ 45 h 50"/>
                <a:gd name="T12" fmla="*/ 40 w 50"/>
                <a:gd name="T13" fmla="*/ 45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" h="50">
                  <a:moveTo>
                    <a:pt x="40" y="45"/>
                  </a:moveTo>
                  <a:cubicBezTo>
                    <a:pt x="40" y="35"/>
                    <a:pt x="44" y="26"/>
                    <a:pt x="50" y="20"/>
                  </a:cubicBezTo>
                  <a:cubicBezTo>
                    <a:pt x="48" y="8"/>
                    <a:pt x="37" y="0"/>
                    <a:pt x="25" y="0"/>
                  </a:cubicBezTo>
                  <a:cubicBezTo>
                    <a:pt x="12" y="0"/>
                    <a:pt x="0" y="11"/>
                    <a:pt x="0" y="25"/>
                  </a:cubicBezTo>
                  <a:cubicBezTo>
                    <a:pt x="0" y="39"/>
                    <a:pt x="12" y="50"/>
                    <a:pt x="25" y="50"/>
                  </a:cubicBezTo>
                  <a:cubicBezTo>
                    <a:pt x="31" y="50"/>
                    <a:pt x="36" y="48"/>
                    <a:pt x="40" y="45"/>
                  </a:cubicBezTo>
                  <a:cubicBezTo>
                    <a:pt x="40" y="45"/>
                    <a:pt x="40" y="45"/>
                    <a:pt x="40" y="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3" name="Freeform 192"/>
            <p:cNvSpPr/>
            <p:nvPr/>
          </p:nvSpPr>
          <p:spPr bwMode="auto">
            <a:xfrm>
              <a:off x="8958263" y="5103813"/>
              <a:ext cx="255588" cy="285750"/>
            </a:xfrm>
            <a:custGeom>
              <a:avLst/>
              <a:gdLst>
                <a:gd name="T0" fmla="*/ 40 w 68"/>
                <a:gd name="T1" fmla="*/ 0 h 76"/>
                <a:gd name="T2" fmla="*/ 24 w 68"/>
                <a:gd name="T3" fmla="*/ 19 h 76"/>
                <a:gd name="T4" fmla="*/ 9 w 68"/>
                <a:gd name="T5" fmla="*/ 2 h 76"/>
                <a:gd name="T6" fmla="*/ 0 w 68"/>
                <a:gd name="T7" fmla="*/ 16 h 76"/>
                <a:gd name="T8" fmla="*/ 32 w 68"/>
                <a:gd name="T9" fmla="*/ 74 h 76"/>
                <a:gd name="T10" fmla="*/ 31 w 68"/>
                <a:gd name="T11" fmla="*/ 76 h 76"/>
                <a:gd name="T12" fmla="*/ 67 w 68"/>
                <a:gd name="T13" fmla="*/ 57 h 76"/>
                <a:gd name="T14" fmla="*/ 68 w 68"/>
                <a:gd name="T15" fmla="*/ 48 h 76"/>
                <a:gd name="T16" fmla="*/ 40 w 68"/>
                <a:gd name="T17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8" h="76">
                  <a:moveTo>
                    <a:pt x="40" y="0"/>
                  </a:moveTo>
                  <a:cubicBezTo>
                    <a:pt x="24" y="19"/>
                    <a:pt x="24" y="19"/>
                    <a:pt x="24" y="19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7" y="7"/>
                    <a:pt x="4" y="12"/>
                    <a:pt x="0" y="16"/>
                  </a:cubicBezTo>
                  <a:cubicBezTo>
                    <a:pt x="19" y="27"/>
                    <a:pt x="32" y="49"/>
                    <a:pt x="32" y="74"/>
                  </a:cubicBezTo>
                  <a:cubicBezTo>
                    <a:pt x="32" y="75"/>
                    <a:pt x="31" y="75"/>
                    <a:pt x="31" y="76"/>
                  </a:cubicBezTo>
                  <a:cubicBezTo>
                    <a:pt x="46" y="74"/>
                    <a:pt x="59" y="67"/>
                    <a:pt x="67" y="57"/>
                  </a:cubicBezTo>
                  <a:cubicBezTo>
                    <a:pt x="68" y="54"/>
                    <a:pt x="68" y="51"/>
                    <a:pt x="68" y="48"/>
                  </a:cubicBezTo>
                  <a:cubicBezTo>
                    <a:pt x="68" y="26"/>
                    <a:pt x="56" y="8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4" name="Freeform 193"/>
            <p:cNvSpPr/>
            <p:nvPr/>
          </p:nvSpPr>
          <p:spPr bwMode="auto">
            <a:xfrm>
              <a:off x="8507413" y="5103813"/>
              <a:ext cx="258763" cy="285750"/>
            </a:xfrm>
            <a:custGeom>
              <a:avLst/>
              <a:gdLst>
                <a:gd name="T0" fmla="*/ 38 w 69"/>
                <a:gd name="T1" fmla="*/ 74 h 76"/>
                <a:gd name="T2" fmla="*/ 69 w 69"/>
                <a:gd name="T3" fmla="*/ 17 h 76"/>
                <a:gd name="T4" fmla="*/ 59 w 69"/>
                <a:gd name="T5" fmla="*/ 0 h 76"/>
                <a:gd name="T6" fmla="*/ 59 w 69"/>
                <a:gd name="T7" fmla="*/ 0 h 76"/>
                <a:gd name="T8" fmla="*/ 44 w 69"/>
                <a:gd name="T9" fmla="*/ 19 h 76"/>
                <a:gd name="T10" fmla="*/ 28 w 69"/>
                <a:gd name="T11" fmla="*/ 1 h 76"/>
                <a:gd name="T12" fmla="*/ 0 w 69"/>
                <a:gd name="T13" fmla="*/ 48 h 76"/>
                <a:gd name="T14" fmla="*/ 0 w 69"/>
                <a:gd name="T15" fmla="*/ 57 h 76"/>
                <a:gd name="T16" fmla="*/ 38 w 69"/>
                <a:gd name="T17" fmla="*/ 76 h 76"/>
                <a:gd name="T18" fmla="*/ 38 w 69"/>
                <a:gd name="T19" fmla="*/ 74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" h="76">
                  <a:moveTo>
                    <a:pt x="38" y="74"/>
                  </a:moveTo>
                  <a:cubicBezTo>
                    <a:pt x="38" y="49"/>
                    <a:pt x="50" y="28"/>
                    <a:pt x="69" y="17"/>
                  </a:cubicBezTo>
                  <a:cubicBezTo>
                    <a:pt x="65" y="12"/>
                    <a:pt x="61" y="7"/>
                    <a:pt x="59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12" y="8"/>
                    <a:pt x="0" y="26"/>
                    <a:pt x="0" y="48"/>
                  </a:cubicBezTo>
                  <a:cubicBezTo>
                    <a:pt x="0" y="51"/>
                    <a:pt x="0" y="54"/>
                    <a:pt x="0" y="57"/>
                  </a:cubicBezTo>
                  <a:cubicBezTo>
                    <a:pt x="9" y="67"/>
                    <a:pt x="22" y="75"/>
                    <a:pt x="38" y="76"/>
                  </a:cubicBezTo>
                  <a:cubicBezTo>
                    <a:pt x="38" y="75"/>
                    <a:pt x="38" y="75"/>
                    <a:pt x="38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</p:grpSp>
      <p:sp>
        <p:nvSpPr>
          <p:cNvPr id="42" name="TextBox 6"/>
          <p:cNvSpPr txBox="1">
            <a:spLocks noChangeArrowheads="1"/>
          </p:cNvSpPr>
          <p:nvPr/>
        </p:nvSpPr>
        <p:spPr bwMode="auto">
          <a:xfrm>
            <a:off x="3473783" y="434492"/>
            <a:ext cx="205105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0" lang="zh-CN" sz="18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+mn-ea"/>
              </a:rPr>
              <a:t>教室端视频管理</a:t>
            </a:r>
            <a:endParaRPr kumimoji="0" lang="zh-CN" sz="18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cs typeface="+mn-ea"/>
            </a:endParaRPr>
          </a:p>
        </p:txBody>
      </p:sp>
      <p:sp>
        <p:nvSpPr>
          <p:cNvPr id="43" name="TextBox 6"/>
          <p:cNvSpPr txBox="1">
            <a:spLocks noChangeArrowheads="1"/>
          </p:cNvSpPr>
          <p:nvPr/>
        </p:nvSpPr>
        <p:spPr bwMode="auto">
          <a:xfrm>
            <a:off x="3821045" y="752508"/>
            <a:ext cx="131597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sz="1100" i="0" u="none" strike="noStrike" cap="none" normalizeH="0" baseline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Arial Narrow" panose="020B0606020202030204" pitchFamily="34" charset="0"/>
              <a:cs typeface="+mn-ea"/>
            </a:endParaRPr>
          </a:p>
        </p:txBody>
      </p:sp>
      <p:pic>
        <p:nvPicPr>
          <p:cNvPr id="5" name="图片 4" descr="7D6F42C1DF2C81DA68CA069D49ECFAB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145" y="802640"/>
            <a:ext cx="7556500" cy="40366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2270693" y="3834122"/>
            <a:ext cx="933449" cy="390525"/>
            <a:chOff x="1150938" y="1535113"/>
            <a:chExt cx="933449" cy="390525"/>
          </a:xfrm>
          <a:solidFill>
            <a:schemeClr val="bg1">
              <a:lumMod val="95000"/>
            </a:schemeClr>
          </a:solidFill>
        </p:grpSpPr>
        <p:sp>
          <p:nvSpPr>
            <p:cNvPr id="16" name="Freeform 66"/>
            <p:cNvSpPr/>
            <p:nvPr/>
          </p:nvSpPr>
          <p:spPr bwMode="auto">
            <a:xfrm>
              <a:off x="1150938" y="1677988"/>
              <a:ext cx="293687" cy="247650"/>
            </a:xfrm>
            <a:custGeom>
              <a:avLst/>
              <a:gdLst>
                <a:gd name="T0" fmla="*/ 0 w 115"/>
                <a:gd name="T1" fmla="*/ 30 h 97"/>
                <a:gd name="T2" fmla="*/ 72 w 115"/>
                <a:gd name="T3" fmla="*/ 97 h 97"/>
                <a:gd name="T4" fmla="*/ 115 w 115"/>
                <a:gd name="T5" fmla="*/ 65 h 97"/>
                <a:gd name="T6" fmla="*/ 39 w 115"/>
                <a:gd name="T7" fmla="*/ 0 h 97"/>
                <a:gd name="T8" fmla="*/ 0 w 115"/>
                <a:gd name="T9" fmla="*/ 3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97">
                  <a:moveTo>
                    <a:pt x="0" y="30"/>
                  </a:moveTo>
                  <a:cubicBezTo>
                    <a:pt x="72" y="97"/>
                    <a:pt x="72" y="97"/>
                    <a:pt x="72" y="97"/>
                  </a:cubicBezTo>
                  <a:cubicBezTo>
                    <a:pt x="72" y="97"/>
                    <a:pt x="94" y="80"/>
                    <a:pt x="115" y="65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11" y="20"/>
                    <a:pt x="0" y="30"/>
                    <a:pt x="0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7" name="Freeform 67"/>
            <p:cNvSpPr/>
            <p:nvPr/>
          </p:nvSpPr>
          <p:spPr bwMode="auto">
            <a:xfrm>
              <a:off x="1295400" y="1535113"/>
              <a:ext cx="788987" cy="292100"/>
            </a:xfrm>
            <a:custGeom>
              <a:avLst/>
              <a:gdLst>
                <a:gd name="T0" fmla="*/ 261 w 309"/>
                <a:gd name="T1" fmla="*/ 33 h 114"/>
                <a:gd name="T2" fmla="*/ 205 w 309"/>
                <a:gd name="T3" fmla="*/ 64 h 114"/>
                <a:gd name="T4" fmla="*/ 125 w 309"/>
                <a:gd name="T5" fmla="*/ 55 h 114"/>
                <a:gd name="T6" fmla="*/ 176 w 309"/>
                <a:gd name="T7" fmla="*/ 48 h 114"/>
                <a:gd name="T8" fmla="*/ 217 w 309"/>
                <a:gd name="T9" fmla="*/ 19 h 114"/>
                <a:gd name="T10" fmla="*/ 140 w 309"/>
                <a:gd name="T11" fmla="*/ 14 h 114"/>
                <a:gd name="T12" fmla="*/ 66 w 309"/>
                <a:gd name="T13" fmla="*/ 14 h 114"/>
                <a:gd name="T14" fmla="*/ 0 w 309"/>
                <a:gd name="T15" fmla="*/ 54 h 114"/>
                <a:gd name="T16" fmla="*/ 68 w 309"/>
                <a:gd name="T17" fmla="*/ 114 h 114"/>
                <a:gd name="T18" fmla="*/ 91 w 309"/>
                <a:gd name="T19" fmla="*/ 102 h 114"/>
                <a:gd name="T20" fmla="*/ 205 w 309"/>
                <a:gd name="T21" fmla="*/ 102 h 114"/>
                <a:gd name="T22" fmla="*/ 309 w 309"/>
                <a:gd name="T23" fmla="*/ 19 h 114"/>
                <a:gd name="T24" fmla="*/ 261 w 309"/>
                <a:gd name="T25" fmla="*/ 33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9" h="114">
                  <a:moveTo>
                    <a:pt x="261" y="33"/>
                  </a:moveTo>
                  <a:cubicBezTo>
                    <a:pt x="243" y="49"/>
                    <a:pt x="227" y="60"/>
                    <a:pt x="205" y="64"/>
                  </a:cubicBezTo>
                  <a:cubicBezTo>
                    <a:pt x="170" y="70"/>
                    <a:pt x="135" y="62"/>
                    <a:pt x="125" y="55"/>
                  </a:cubicBezTo>
                  <a:cubicBezTo>
                    <a:pt x="108" y="44"/>
                    <a:pt x="126" y="51"/>
                    <a:pt x="176" y="48"/>
                  </a:cubicBezTo>
                  <a:cubicBezTo>
                    <a:pt x="227" y="45"/>
                    <a:pt x="217" y="19"/>
                    <a:pt x="217" y="19"/>
                  </a:cubicBezTo>
                  <a:cubicBezTo>
                    <a:pt x="206" y="17"/>
                    <a:pt x="193" y="16"/>
                    <a:pt x="140" y="14"/>
                  </a:cubicBezTo>
                  <a:cubicBezTo>
                    <a:pt x="121" y="14"/>
                    <a:pt x="84" y="10"/>
                    <a:pt x="66" y="14"/>
                  </a:cubicBezTo>
                  <a:cubicBezTo>
                    <a:pt x="46" y="18"/>
                    <a:pt x="28" y="35"/>
                    <a:pt x="0" y="54"/>
                  </a:cubicBezTo>
                  <a:cubicBezTo>
                    <a:pt x="68" y="114"/>
                    <a:pt x="68" y="114"/>
                    <a:pt x="68" y="114"/>
                  </a:cubicBezTo>
                  <a:cubicBezTo>
                    <a:pt x="79" y="107"/>
                    <a:pt x="87" y="102"/>
                    <a:pt x="91" y="102"/>
                  </a:cubicBezTo>
                  <a:cubicBezTo>
                    <a:pt x="112" y="102"/>
                    <a:pt x="166" y="107"/>
                    <a:pt x="205" y="102"/>
                  </a:cubicBezTo>
                  <a:cubicBezTo>
                    <a:pt x="282" y="64"/>
                    <a:pt x="309" y="19"/>
                    <a:pt x="309" y="19"/>
                  </a:cubicBezTo>
                  <a:cubicBezTo>
                    <a:pt x="309" y="19"/>
                    <a:pt x="288" y="0"/>
                    <a:pt x="261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821504" y="3746839"/>
            <a:ext cx="722312" cy="441325"/>
            <a:chOff x="979488" y="2314575"/>
            <a:chExt cx="722312" cy="441325"/>
          </a:xfrm>
          <a:solidFill>
            <a:schemeClr val="bg1">
              <a:lumMod val="95000"/>
            </a:schemeClr>
          </a:solidFill>
        </p:grpSpPr>
        <p:sp>
          <p:nvSpPr>
            <p:cNvPr id="19" name="Freeform 84"/>
            <p:cNvSpPr/>
            <p:nvPr/>
          </p:nvSpPr>
          <p:spPr bwMode="auto">
            <a:xfrm>
              <a:off x="1047750" y="2692400"/>
              <a:ext cx="87312" cy="63500"/>
            </a:xfrm>
            <a:custGeom>
              <a:avLst/>
              <a:gdLst>
                <a:gd name="T0" fmla="*/ 34 w 34"/>
                <a:gd name="T1" fmla="*/ 21 h 25"/>
                <a:gd name="T2" fmla="*/ 34 w 34"/>
                <a:gd name="T3" fmla="*/ 0 h 25"/>
                <a:gd name="T4" fmla="*/ 1 w 34"/>
                <a:gd name="T5" fmla="*/ 25 h 25"/>
                <a:gd name="T6" fmla="*/ 31 w 34"/>
                <a:gd name="T7" fmla="*/ 25 h 25"/>
                <a:gd name="T8" fmla="*/ 34 w 34"/>
                <a:gd name="T9" fmla="*/ 21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25">
                  <a:moveTo>
                    <a:pt x="34" y="21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4" y="0"/>
                    <a:pt x="0" y="25"/>
                    <a:pt x="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3" y="25"/>
                    <a:pt x="34" y="23"/>
                    <a:pt x="34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0" name="Freeform 85"/>
            <p:cNvSpPr/>
            <p:nvPr/>
          </p:nvSpPr>
          <p:spPr bwMode="auto">
            <a:xfrm>
              <a:off x="1163638" y="2600325"/>
              <a:ext cx="93662" cy="155575"/>
            </a:xfrm>
            <a:custGeom>
              <a:avLst/>
              <a:gdLst>
                <a:gd name="T0" fmla="*/ 33 w 37"/>
                <a:gd name="T1" fmla="*/ 61 h 61"/>
                <a:gd name="T2" fmla="*/ 37 w 37"/>
                <a:gd name="T3" fmla="*/ 57 h 61"/>
                <a:gd name="T4" fmla="*/ 37 w 37"/>
                <a:gd name="T5" fmla="*/ 0 h 61"/>
                <a:gd name="T6" fmla="*/ 1 w 37"/>
                <a:gd name="T7" fmla="*/ 27 h 61"/>
                <a:gd name="T8" fmla="*/ 0 w 37"/>
                <a:gd name="T9" fmla="*/ 28 h 61"/>
                <a:gd name="T10" fmla="*/ 0 w 37"/>
                <a:gd name="T11" fmla="*/ 57 h 61"/>
                <a:gd name="T12" fmla="*/ 3 w 37"/>
                <a:gd name="T13" fmla="*/ 61 h 61"/>
                <a:gd name="T14" fmla="*/ 33 w 37"/>
                <a:gd name="T15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61">
                  <a:moveTo>
                    <a:pt x="33" y="61"/>
                  </a:moveTo>
                  <a:cubicBezTo>
                    <a:pt x="35" y="61"/>
                    <a:pt x="37" y="59"/>
                    <a:pt x="37" y="57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9"/>
                    <a:pt x="1" y="61"/>
                    <a:pt x="3" y="61"/>
                  </a:cubicBezTo>
                  <a:lnTo>
                    <a:pt x="33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1" name="Freeform 86"/>
            <p:cNvSpPr/>
            <p:nvPr/>
          </p:nvSpPr>
          <p:spPr bwMode="auto">
            <a:xfrm>
              <a:off x="1282700" y="2525713"/>
              <a:ext cx="95250" cy="230187"/>
            </a:xfrm>
            <a:custGeom>
              <a:avLst/>
              <a:gdLst>
                <a:gd name="T0" fmla="*/ 34 w 37"/>
                <a:gd name="T1" fmla="*/ 90 h 90"/>
                <a:gd name="T2" fmla="*/ 37 w 37"/>
                <a:gd name="T3" fmla="*/ 86 h 90"/>
                <a:gd name="T4" fmla="*/ 37 w 37"/>
                <a:gd name="T5" fmla="*/ 11 h 90"/>
                <a:gd name="T6" fmla="*/ 27 w 37"/>
                <a:gd name="T7" fmla="*/ 0 h 90"/>
                <a:gd name="T8" fmla="*/ 12 w 37"/>
                <a:gd name="T9" fmla="*/ 12 h 90"/>
                <a:gd name="T10" fmla="*/ 0 w 37"/>
                <a:gd name="T11" fmla="*/ 21 h 90"/>
                <a:gd name="T12" fmla="*/ 0 w 37"/>
                <a:gd name="T13" fmla="*/ 86 h 90"/>
                <a:gd name="T14" fmla="*/ 4 w 37"/>
                <a:gd name="T15" fmla="*/ 90 h 90"/>
                <a:gd name="T16" fmla="*/ 34 w 37"/>
                <a:gd name="T17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" h="90">
                  <a:moveTo>
                    <a:pt x="34" y="90"/>
                  </a:moveTo>
                  <a:cubicBezTo>
                    <a:pt x="35" y="90"/>
                    <a:pt x="37" y="88"/>
                    <a:pt x="37" y="86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88"/>
                    <a:pt x="2" y="90"/>
                    <a:pt x="4" y="90"/>
                  </a:cubicBezTo>
                  <a:lnTo>
                    <a:pt x="34" y="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2" name="Freeform 87"/>
            <p:cNvSpPr/>
            <p:nvPr/>
          </p:nvSpPr>
          <p:spPr bwMode="auto">
            <a:xfrm>
              <a:off x="1404938" y="2562225"/>
              <a:ext cx="92075" cy="193675"/>
            </a:xfrm>
            <a:custGeom>
              <a:avLst/>
              <a:gdLst>
                <a:gd name="T0" fmla="*/ 33 w 36"/>
                <a:gd name="T1" fmla="*/ 76 h 76"/>
                <a:gd name="T2" fmla="*/ 36 w 36"/>
                <a:gd name="T3" fmla="*/ 72 h 76"/>
                <a:gd name="T4" fmla="*/ 36 w 36"/>
                <a:gd name="T5" fmla="*/ 0 h 76"/>
                <a:gd name="T6" fmla="*/ 22 w 36"/>
                <a:gd name="T7" fmla="*/ 11 h 76"/>
                <a:gd name="T8" fmla="*/ 18 w 36"/>
                <a:gd name="T9" fmla="*/ 14 h 76"/>
                <a:gd name="T10" fmla="*/ 5 w 36"/>
                <a:gd name="T11" fmla="*/ 13 h 76"/>
                <a:gd name="T12" fmla="*/ 4 w 36"/>
                <a:gd name="T13" fmla="*/ 12 h 76"/>
                <a:gd name="T14" fmla="*/ 0 w 36"/>
                <a:gd name="T15" fmla="*/ 8 h 76"/>
                <a:gd name="T16" fmla="*/ 0 w 36"/>
                <a:gd name="T17" fmla="*/ 72 h 76"/>
                <a:gd name="T18" fmla="*/ 3 w 36"/>
                <a:gd name="T19" fmla="*/ 76 h 76"/>
                <a:gd name="T20" fmla="*/ 33 w 36"/>
                <a:gd name="T21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76">
                  <a:moveTo>
                    <a:pt x="33" y="76"/>
                  </a:moveTo>
                  <a:cubicBezTo>
                    <a:pt x="35" y="76"/>
                    <a:pt x="36" y="74"/>
                    <a:pt x="36" y="72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4" y="17"/>
                    <a:pt x="9" y="17"/>
                    <a:pt x="5" y="13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4"/>
                    <a:pt x="1" y="76"/>
                    <a:pt x="3" y="76"/>
                  </a:cubicBezTo>
                  <a:lnTo>
                    <a:pt x="33" y="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3" name="Freeform 88"/>
            <p:cNvSpPr/>
            <p:nvPr/>
          </p:nvSpPr>
          <p:spPr bwMode="auto">
            <a:xfrm>
              <a:off x="1525588" y="2465388"/>
              <a:ext cx="95250" cy="290512"/>
            </a:xfrm>
            <a:custGeom>
              <a:avLst/>
              <a:gdLst>
                <a:gd name="T0" fmla="*/ 33 w 37"/>
                <a:gd name="T1" fmla="*/ 114 h 114"/>
                <a:gd name="T2" fmla="*/ 37 w 37"/>
                <a:gd name="T3" fmla="*/ 110 h 114"/>
                <a:gd name="T4" fmla="*/ 37 w 37"/>
                <a:gd name="T5" fmla="*/ 0 h 114"/>
                <a:gd name="T6" fmla="*/ 15 w 37"/>
                <a:gd name="T7" fmla="*/ 18 h 114"/>
                <a:gd name="T8" fmla="*/ 0 w 37"/>
                <a:gd name="T9" fmla="*/ 29 h 114"/>
                <a:gd name="T10" fmla="*/ 0 w 37"/>
                <a:gd name="T11" fmla="*/ 110 h 114"/>
                <a:gd name="T12" fmla="*/ 3 w 37"/>
                <a:gd name="T13" fmla="*/ 114 h 114"/>
                <a:gd name="T14" fmla="*/ 33 w 37"/>
                <a:gd name="T15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114">
                  <a:moveTo>
                    <a:pt x="33" y="114"/>
                  </a:moveTo>
                  <a:cubicBezTo>
                    <a:pt x="35" y="114"/>
                    <a:pt x="37" y="112"/>
                    <a:pt x="37" y="11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0" y="112"/>
                    <a:pt x="1" y="114"/>
                    <a:pt x="3" y="114"/>
                  </a:cubicBezTo>
                  <a:lnTo>
                    <a:pt x="33" y="1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4" name="Freeform 89"/>
            <p:cNvSpPr/>
            <p:nvPr/>
          </p:nvSpPr>
          <p:spPr bwMode="auto">
            <a:xfrm>
              <a:off x="979488" y="2314575"/>
              <a:ext cx="722312" cy="420687"/>
            </a:xfrm>
            <a:custGeom>
              <a:avLst/>
              <a:gdLst>
                <a:gd name="T0" fmla="*/ 283 w 283"/>
                <a:gd name="T1" fmla="*/ 10 h 165"/>
                <a:gd name="T2" fmla="*/ 280 w 283"/>
                <a:gd name="T3" fmla="*/ 3 h 165"/>
                <a:gd name="T4" fmla="*/ 273 w 283"/>
                <a:gd name="T5" fmla="*/ 0 h 165"/>
                <a:gd name="T6" fmla="*/ 263 w 283"/>
                <a:gd name="T7" fmla="*/ 0 h 165"/>
                <a:gd name="T8" fmla="*/ 229 w 283"/>
                <a:gd name="T9" fmla="*/ 0 h 165"/>
                <a:gd name="T10" fmla="*/ 225 w 283"/>
                <a:gd name="T11" fmla="*/ 1 h 165"/>
                <a:gd name="T12" fmla="*/ 225 w 283"/>
                <a:gd name="T13" fmla="*/ 1 h 165"/>
                <a:gd name="T14" fmla="*/ 219 w 283"/>
                <a:gd name="T15" fmla="*/ 10 h 165"/>
                <a:gd name="T16" fmla="*/ 225 w 283"/>
                <a:gd name="T17" fmla="*/ 19 h 165"/>
                <a:gd name="T18" fmla="*/ 229 w 283"/>
                <a:gd name="T19" fmla="*/ 20 h 165"/>
                <a:gd name="T20" fmla="*/ 240 w 283"/>
                <a:gd name="T21" fmla="*/ 20 h 165"/>
                <a:gd name="T22" fmla="*/ 246 w 283"/>
                <a:gd name="T23" fmla="*/ 20 h 165"/>
                <a:gd name="T24" fmla="*/ 235 w 283"/>
                <a:gd name="T25" fmla="*/ 28 h 165"/>
                <a:gd name="T26" fmla="*/ 216 w 283"/>
                <a:gd name="T27" fmla="*/ 45 h 165"/>
                <a:gd name="T28" fmla="*/ 205 w 283"/>
                <a:gd name="T29" fmla="*/ 54 h 165"/>
                <a:gd name="T30" fmla="*/ 190 w 283"/>
                <a:gd name="T31" fmla="*/ 66 h 165"/>
                <a:gd name="T32" fmla="*/ 181 w 283"/>
                <a:gd name="T33" fmla="*/ 73 h 165"/>
                <a:gd name="T34" fmla="*/ 171 w 283"/>
                <a:gd name="T35" fmla="*/ 63 h 165"/>
                <a:gd name="T36" fmla="*/ 167 w 283"/>
                <a:gd name="T37" fmla="*/ 59 h 165"/>
                <a:gd name="T38" fmla="*/ 156 w 283"/>
                <a:gd name="T39" fmla="*/ 48 h 165"/>
                <a:gd name="T40" fmla="*/ 154 w 283"/>
                <a:gd name="T41" fmla="*/ 46 h 165"/>
                <a:gd name="T42" fmla="*/ 141 w 283"/>
                <a:gd name="T43" fmla="*/ 45 h 165"/>
                <a:gd name="T44" fmla="*/ 131 w 283"/>
                <a:gd name="T45" fmla="*/ 53 h 165"/>
                <a:gd name="T46" fmla="*/ 119 w 283"/>
                <a:gd name="T47" fmla="*/ 62 h 165"/>
                <a:gd name="T48" fmla="*/ 112 w 283"/>
                <a:gd name="T49" fmla="*/ 67 h 165"/>
                <a:gd name="T50" fmla="*/ 108 w 283"/>
                <a:gd name="T51" fmla="*/ 70 h 165"/>
                <a:gd name="T52" fmla="*/ 71 w 283"/>
                <a:gd name="T53" fmla="*/ 98 h 165"/>
                <a:gd name="T54" fmla="*/ 70 w 283"/>
                <a:gd name="T55" fmla="*/ 98 h 165"/>
                <a:gd name="T56" fmla="*/ 59 w 283"/>
                <a:gd name="T57" fmla="*/ 107 h 165"/>
                <a:gd name="T58" fmla="*/ 11 w 283"/>
                <a:gd name="T59" fmla="*/ 142 h 165"/>
                <a:gd name="T60" fmla="*/ 6 w 283"/>
                <a:gd name="T61" fmla="*/ 147 h 165"/>
                <a:gd name="T62" fmla="*/ 4 w 283"/>
                <a:gd name="T63" fmla="*/ 160 h 165"/>
                <a:gd name="T64" fmla="*/ 13 w 283"/>
                <a:gd name="T65" fmla="*/ 164 h 165"/>
                <a:gd name="T66" fmla="*/ 17 w 283"/>
                <a:gd name="T67" fmla="*/ 162 h 165"/>
                <a:gd name="T68" fmla="*/ 59 w 283"/>
                <a:gd name="T69" fmla="*/ 131 h 165"/>
                <a:gd name="T70" fmla="*/ 70 w 283"/>
                <a:gd name="T71" fmla="*/ 123 h 165"/>
                <a:gd name="T72" fmla="*/ 71 w 283"/>
                <a:gd name="T73" fmla="*/ 122 h 165"/>
                <a:gd name="T74" fmla="*/ 108 w 283"/>
                <a:gd name="T75" fmla="*/ 94 h 165"/>
                <a:gd name="T76" fmla="*/ 112 w 283"/>
                <a:gd name="T77" fmla="*/ 91 h 165"/>
                <a:gd name="T78" fmla="*/ 119 w 283"/>
                <a:gd name="T79" fmla="*/ 86 h 165"/>
                <a:gd name="T80" fmla="*/ 131 w 283"/>
                <a:gd name="T81" fmla="*/ 77 h 165"/>
                <a:gd name="T82" fmla="*/ 146 w 283"/>
                <a:gd name="T83" fmla="*/ 65 h 165"/>
                <a:gd name="T84" fmla="*/ 156 w 283"/>
                <a:gd name="T85" fmla="*/ 76 h 165"/>
                <a:gd name="T86" fmla="*/ 167 w 283"/>
                <a:gd name="T87" fmla="*/ 87 h 165"/>
                <a:gd name="T88" fmla="*/ 171 w 283"/>
                <a:gd name="T89" fmla="*/ 91 h 165"/>
                <a:gd name="T90" fmla="*/ 173 w 283"/>
                <a:gd name="T91" fmla="*/ 93 h 165"/>
                <a:gd name="T92" fmla="*/ 186 w 283"/>
                <a:gd name="T93" fmla="*/ 94 h 165"/>
                <a:gd name="T94" fmla="*/ 190 w 283"/>
                <a:gd name="T95" fmla="*/ 90 h 165"/>
                <a:gd name="T96" fmla="*/ 205 w 283"/>
                <a:gd name="T97" fmla="*/ 79 h 165"/>
                <a:gd name="T98" fmla="*/ 216 w 283"/>
                <a:gd name="T99" fmla="*/ 70 h 165"/>
                <a:gd name="T100" fmla="*/ 231 w 283"/>
                <a:gd name="T101" fmla="*/ 58 h 165"/>
                <a:gd name="T102" fmla="*/ 263 w 283"/>
                <a:gd name="T103" fmla="*/ 31 h 165"/>
                <a:gd name="T104" fmla="*/ 264 w 283"/>
                <a:gd name="T105" fmla="*/ 31 h 165"/>
                <a:gd name="T106" fmla="*/ 264 w 283"/>
                <a:gd name="T107" fmla="*/ 53 h 165"/>
                <a:gd name="T108" fmla="*/ 274 w 283"/>
                <a:gd name="T109" fmla="*/ 62 h 165"/>
                <a:gd name="T110" fmla="*/ 283 w 283"/>
                <a:gd name="T111" fmla="*/ 53 h 165"/>
                <a:gd name="T112" fmla="*/ 283 w 283"/>
                <a:gd name="T113" fmla="*/ 1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83" h="165">
                  <a:moveTo>
                    <a:pt x="283" y="10"/>
                  </a:moveTo>
                  <a:cubicBezTo>
                    <a:pt x="283" y="7"/>
                    <a:pt x="282" y="5"/>
                    <a:pt x="280" y="3"/>
                  </a:cubicBezTo>
                  <a:cubicBezTo>
                    <a:pt x="278" y="1"/>
                    <a:pt x="276" y="0"/>
                    <a:pt x="273" y="0"/>
                  </a:cubicBezTo>
                  <a:cubicBezTo>
                    <a:pt x="263" y="0"/>
                    <a:pt x="263" y="0"/>
                    <a:pt x="263" y="0"/>
                  </a:cubicBezTo>
                  <a:cubicBezTo>
                    <a:pt x="229" y="0"/>
                    <a:pt x="229" y="0"/>
                    <a:pt x="229" y="0"/>
                  </a:cubicBezTo>
                  <a:cubicBezTo>
                    <a:pt x="227" y="0"/>
                    <a:pt x="226" y="1"/>
                    <a:pt x="225" y="1"/>
                  </a:cubicBezTo>
                  <a:cubicBezTo>
                    <a:pt x="225" y="1"/>
                    <a:pt x="225" y="1"/>
                    <a:pt x="225" y="1"/>
                  </a:cubicBezTo>
                  <a:cubicBezTo>
                    <a:pt x="221" y="3"/>
                    <a:pt x="219" y="6"/>
                    <a:pt x="219" y="10"/>
                  </a:cubicBezTo>
                  <a:cubicBezTo>
                    <a:pt x="219" y="14"/>
                    <a:pt x="222" y="18"/>
                    <a:pt x="225" y="19"/>
                  </a:cubicBezTo>
                  <a:cubicBezTo>
                    <a:pt x="226" y="20"/>
                    <a:pt x="227" y="20"/>
                    <a:pt x="229" y="20"/>
                  </a:cubicBezTo>
                  <a:cubicBezTo>
                    <a:pt x="240" y="20"/>
                    <a:pt x="240" y="20"/>
                    <a:pt x="240" y="20"/>
                  </a:cubicBezTo>
                  <a:cubicBezTo>
                    <a:pt x="246" y="20"/>
                    <a:pt x="246" y="20"/>
                    <a:pt x="246" y="20"/>
                  </a:cubicBezTo>
                  <a:cubicBezTo>
                    <a:pt x="235" y="28"/>
                    <a:pt x="235" y="28"/>
                    <a:pt x="235" y="28"/>
                  </a:cubicBezTo>
                  <a:cubicBezTo>
                    <a:pt x="216" y="45"/>
                    <a:pt x="216" y="45"/>
                    <a:pt x="216" y="45"/>
                  </a:cubicBezTo>
                  <a:cubicBezTo>
                    <a:pt x="205" y="54"/>
                    <a:pt x="205" y="54"/>
                    <a:pt x="205" y="54"/>
                  </a:cubicBezTo>
                  <a:cubicBezTo>
                    <a:pt x="190" y="66"/>
                    <a:pt x="190" y="66"/>
                    <a:pt x="190" y="66"/>
                  </a:cubicBezTo>
                  <a:cubicBezTo>
                    <a:pt x="181" y="73"/>
                    <a:pt x="181" y="73"/>
                    <a:pt x="181" y="73"/>
                  </a:cubicBezTo>
                  <a:cubicBezTo>
                    <a:pt x="171" y="63"/>
                    <a:pt x="171" y="63"/>
                    <a:pt x="171" y="63"/>
                  </a:cubicBezTo>
                  <a:cubicBezTo>
                    <a:pt x="167" y="59"/>
                    <a:pt x="167" y="59"/>
                    <a:pt x="167" y="59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1" y="42"/>
                    <a:pt x="145" y="42"/>
                    <a:pt x="141" y="45"/>
                  </a:cubicBezTo>
                  <a:cubicBezTo>
                    <a:pt x="131" y="53"/>
                    <a:pt x="131" y="53"/>
                    <a:pt x="131" y="53"/>
                  </a:cubicBezTo>
                  <a:cubicBezTo>
                    <a:pt x="119" y="62"/>
                    <a:pt x="119" y="62"/>
                    <a:pt x="119" y="62"/>
                  </a:cubicBezTo>
                  <a:cubicBezTo>
                    <a:pt x="112" y="67"/>
                    <a:pt x="112" y="67"/>
                    <a:pt x="112" y="67"/>
                  </a:cubicBezTo>
                  <a:cubicBezTo>
                    <a:pt x="108" y="70"/>
                    <a:pt x="108" y="70"/>
                    <a:pt x="108" y="70"/>
                  </a:cubicBezTo>
                  <a:cubicBezTo>
                    <a:pt x="71" y="98"/>
                    <a:pt x="71" y="98"/>
                    <a:pt x="71" y="98"/>
                  </a:cubicBezTo>
                  <a:cubicBezTo>
                    <a:pt x="70" y="98"/>
                    <a:pt x="70" y="98"/>
                    <a:pt x="70" y="98"/>
                  </a:cubicBezTo>
                  <a:cubicBezTo>
                    <a:pt x="59" y="107"/>
                    <a:pt x="59" y="107"/>
                    <a:pt x="59" y="107"/>
                  </a:cubicBezTo>
                  <a:cubicBezTo>
                    <a:pt x="11" y="142"/>
                    <a:pt x="11" y="142"/>
                    <a:pt x="11" y="142"/>
                  </a:cubicBezTo>
                  <a:cubicBezTo>
                    <a:pt x="6" y="147"/>
                    <a:pt x="6" y="147"/>
                    <a:pt x="6" y="147"/>
                  </a:cubicBezTo>
                  <a:cubicBezTo>
                    <a:pt x="1" y="150"/>
                    <a:pt x="0" y="156"/>
                    <a:pt x="4" y="160"/>
                  </a:cubicBezTo>
                  <a:cubicBezTo>
                    <a:pt x="6" y="163"/>
                    <a:pt x="10" y="165"/>
                    <a:pt x="13" y="164"/>
                  </a:cubicBezTo>
                  <a:cubicBezTo>
                    <a:pt x="15" y="164"/>
                    <a:pt x="16" y="163"/>
                    <a:pt x="17" y="162"/>
                  </a:cubicBezTo>
                  <a:cubicBezTo>
                    <a:pt x="59" y="131"/>
                    <a:pt x="59" y="131"/>
                    <a:pt x="59" y="131"/>
                  </a:cubicBezTo>
                  <a:cubicBezTo>
                    <a:pt x="70" y="123"/>
                    <a:pt x="70" y="123"/>
                    <a:pt x="70" y="123"/>
                  </a:cubicBezTo>
                  <a:cubicBezTo>
                    <a:pt x="71" y="122"/>
                    <a:pt x="71" y="122"/>
                    <a:pt x="71" y="122"/>
                  </a:cubicBezTo>
                  <a:cubicBezTo>
                    <a:pt x="108" y="94"/>
                    <a:pt x="108" y="94"/>
                    <a:pt x="108" y="94"/>
                  </a:cubicBezTo>
                  <a:cubicBezTo>
                    <a:pt x="112" y="91"/>
                    <a:pt x="112" y="91"/>
                    <a:pt x="112" y="91"/>
                  </a:cubicBezTo>
                  <a:cubicBezTo>
                    <a:pt x="119" y="86"/>
                    <a:pt x="119" y="86"/>
                    <a:pt x="119" y="86"/>
                  </a:cubicBezTo>
                  <a:cubicBezTo>
                    <a:pt x="131" y="77"/>
                    <a:pt x="131" y="77"/>
                    <a:pt x="131" y="77"/>
                  </a:cubicBezTo>
                  <a:cubicBezTo>
                    <a:pt x="146" y="65"/>
                    <a:pt x="146" y="65"/>
                    <a:pt x="146" y="65"/>
                  </a:cubicBezTo>
                  <a:cubicBezTo>
                    <a:pt x="156" y="76"/>
                    <a:pt x="156" y="76"/>
                    <a:pt x="156" y="76"/>
                  </a:cubicBezTo>
                  <a:cubicBezTo>
                    <a:pt x="167" y="87"/>
                    <a:pt x="167" y="87"/>
                    <a:pt x="167" y="87"/>
                  </a:cubicBezTo>
                  <a:cubicBezTo>
                    <a:pt x="171" y="91"/>
                    <a:pt x="171" y="91"/>
                    <a:pt x="171" y="91"/>
                  </a:cubicBezTo>
                  <a:cubicBezTo>
                    <a:pt x="173" y="93"/>
                    <a:pt x="173" y="93"/>
                    <a:pt x="173" y="93"/>
                  </a:cubicBezTo>
                  <a:cubicBezTo>
                    <a:pt x="177" y="96"/>
                    <a:pt x="182" y="97"/>
                    <a:pt x="186" y="9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205" y="79"/>
                    <a:pt x="205" y="79"/>
                    <a:pt x="205" y="79"/>
                  </a:cubicBezTo>
                  <a:cubicBezTo>
                    <a:pt x="216" y="70"/>
                    <a:pt x="216" y="70"/>
                    <a:pt x="216" y="70"/>
                  </a:cubicBezTo>
                  <a:cubicBezTo>
                    <a:pt x="231" y="58"/>
                    <a:pt x="231" y="58"/>
                    <a:pt x="231" y="58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4" y="31"/>
                    <a:pt x="264" y="31"/>
                    <a:pt x="264" y="31"/>
                  </a:cubicBezTo>
                  <a:cubicBezTo>
                    <a:pt x="264" y="53"/>
                    <a:pt x="264" y="53"/>
                    <a:pt x="264" y="53"/>
                  </a:cubicBezTo>
                  <a:cubicBezTo>
                    <a:pt x="264" y="58"/>
                    <a:pt x="268" y="62"/>
                    <a:pt x="274" y="62"/>
                  </a:cubicBezTo>
                  <a:cubicBezTo>
                    <a:pt x="279" y="62"/>
                    <a:pt x="283" y="58"/>
                    <a:pt x="283" y="53"/>
                  </a:cubicBezTo>
                  <a:lnTo>
                    <a:pt x="283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3013465" y="2668045"/>
            <a:ext cx="706438" cy="596900"/>
            <a:chOff x="8507413" y="4900613"/>
            <a:chExt cx="706438" cy="596900"/>
          </a:xfrm>
          <a:solidFill>
            <a:schemeClr val="bg1">
              <a:lumMod val="95000"/>
            </a:schemeClr>
          </a:solidFill>
        </p:grpSpPr>
        <p:sp>
          <p:nvSpPr>
            <p:cNvPr id="29" name="Oval 188"/>
            <p:cNvSpPr>
              <a:spLocks noChangeArrowheads="1"/>
            </p:cNvSpPr>
            <p:nvPr/>
          </p:nvSpPr>
          <p:spPr bwMode="auto">
            <a:xfrm>
              <a:off x="8759826" y="4967288"/>
              <a:ext cx="203200" cy="2032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0" name="Freeform 189"/>
            <p:cNvSpPr/>
            <p:nvPr/>
          </p:nvSpPr>
          <p:spPr bwMode="auto">
            <a:xfrm>
              <a:off x="8683626" y="5189538"/>
              <a:ext cx="357188" cy="307975"/>
            </a:xfrm>
            <a:custGeom>
              <a:avLst/>
              <a:gdLst>
                <a:gd name="T0" fmla="*/ 65 w 95"/>
                <a:gd name="T1" fmla="*/ 0 h 82"/>
                <a:gd name="T2" fmla="*/ 48 w 95"/>
                <a:gd name="T3" fmla="*/ 20 h 82"/>
                <a:gd name="T4" fmla="*/ 31 w 95"/>
                <a:gd name="T5" fmla="*/ 0 h 82"/>
                <a:gd name="T6" fmla="*/ 0 w 95"/>
                <a:gd name="T7" fmla="*/ 51 h 82"/>
                <a:gd name="T8" fmla="*/ 1 w 95"/>
                <a:gd name="T9" fmla="*/ 61 h 82"/>
                <a:gd name="T10" fmla="*/ 48 w 95"/>
                <a:gd name="T11" fmla="*/ 82 h 82"/>
                <a:gd name="T12" fmla="*/ 94 w 95"/>
                <a:gd name="T13" fmla="*/ 61 h 82"/>
                <a:gd name="T14" fmla="*/ 95 w 95"/>
                <a:gd name="T15" fmla="*/ 51 h 82"/>
                <a:gd name="T16" fmla="*/ 65 w 95"/>
                <a:gd name="T17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5" h="82">
                  <a:moveTo>
                    <a:pt x="65" y="0"/>
                  </a:moveTo>
                  <a:cubicBezTo>
                    <a:pt x="48" y="20"/>
                    <a:pt x="48" y="20"/>
                    <a:pt x="48" y="2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13" y="8"/>
                    <a:pt x="0" y="28"/>
                    <a:pt x="0" y="51"/>
                  </a:cubicBezTo>
                  <a:cubicBezTo>
                    <a:pt x="0" y="54"/>
                    <a:pt x="1" y="57"/>
                    <a:pt x="1" y="61"/>
                  </a:cubicBezTo>
                  <a:cubicBezTo>
                    <a:pt x="11" y="73"/>
                    <a:pt x="28" y="82"/>
                    <a:pt x="48" y="82"/>
                  </a:cubicBezTo>
                  <a:cubicBezTo>
                    <a:pt x="67" y="82"/>
                    <a:pt x="84" y="73"/>
                    <a:pt x="94" y="61"/>
                  </a:cubicBezTo>
                  <a:cubicBezTo>
                    <a:pt x="95" y="57"/>
                    <a:pt x="95" y="54"/>
                    <a:pt x="95" y="51"/>
                  </a:cubicBezTo>
                  <a:cubicBezTo>
                    <a:pt x="95" y="28"/>
                    <a:pt x="82" y="7"/>
                    <a:pt x="6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1" name="Freeform 190"/>
            <p:cNvSpPr/>
            <p:nvPr/>
          </p:nvSpPr>
          <p:spPr bwMode="auto">
            <a:xfrm>
              <a:off x="8958263" y="4900613"/>
              <a:ext cx="184150" cy="187325"/>
            </a:xfrm>
            <a:custGeom>
              <a:avLst/>
              <a:gdLst>
                <a:gd name="T0" fmla="*/ 24 w 49"/>
                <a:gd name="T1" fmla="*/ 0 h 50"/>
                <a:gd name="T2" fmla="*/ 0 w 49"/>
                <a:gd name="T3" fmla="*/ 18 h 50"/>
                <a:gd name="T4" fmla="*/ 11 w 49"/>
                <a:gd name="T5" fmla="*/ 45 h 50"/>
                <a:gd name="T6" fmla="*/ 11 w 49"/>
                <a:gd name="T7" fmla="*/ 46 h 50"/>
                <a:gd name="T8" fmla="*/ 24 w 49"/>
                <a:gd name="T9" fmla="*/ 50 h 50"/>
                <a:gd name="T10" fmla="*/ 49 w 49"/>
                <a:gd name="T11" fmla="*/ 25 h 50"/>
                <a:gd name="T12" fmla="*/ 24 w 49"/>
                <a:gd name="T13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50">
                  <a:moveTo>
                    <a:pt x="24" y="0"/>
                  </a:moveTo>
                  <a:cubicBezTo>
                    <a:pt x="12" y="0"/>
                    <a:pt x="2" y="8"/>
                    <a:pt x="0" y="18"/>
                  </a:cubicBezTo>
                  <a:cubicBezTo>
                    <a:pt x="6" y="25"/>
                    <a:pt x="11" y="34"/>
                    <a:pt x="11" y="45"/>
                  </a:cubicBezTo>
                  <a:cubicBezTo>
                    <a:pt x="11" y="45"/>
                    <a:pt x="11" y="46"/>
                    <a:pt x="11" y="46"/>
                  </a:cubicBezTo>
                  <a:cubicBezTo>
                    <a:pt x="14" y="49"/>
                    <a:pt x="19" y="50"/>
                    <a:pt x="24" y="50"/>
                  </a:cubicBezTo>
                  <a:cubicBezTo>
                    <a:pt x="37" y="50"/>
                    <a:pt x="49" y="39"/>
                    <a:pt x="49" y="25"/>
                  </a:cubicBezTo>
                  <a:cubicBezTo>
                    <a:pt x="49" y="11"/>
                    <a:pt x="37" y="0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2" name="Freeform 191"/>
            <p:cNvSpPr/>
            <p:nvPr/>
          </p:nvSpPr>
          <p:spPr bwMode="auto">
            <a:xfrm>
              <a:off x="8575676" y="4900613"/>
              <a:ext cx="187325" cy="187325"/>
            </a:xfrm>
            <a:custGeom>
              <a:avLst/>
              <a:gdLst>
                <a:gd name="T0" fmla="*/ 40 w 50"/>
                <a:gd name="T1" fmla="*/ 45 h 50"/>
                <a:gd name="T2" fmla="*/ 50 w 50"/>
                <a:gd name="T3" fmla="*/ 20 h 50"/>
                <a:gd name="T4" fmla="*/ 25 w 50"/>
                <a:gd name="T5" fmla="*/ 0 h 50"/>
                <a:gd name="T6" fmla="*/ 0 w 50"/>
                <a:gd name="T7" fmla="*/ 25 h 50"/>
                <a:gd name="T8" fmla="*/ 25 w 50"/>
                <a:gd name="T9" fmla="*/ 50 h 50"/>
                <a:gd name="T10" fmla="*/ 40 w 50"/>
                <a:gd name="T11" fmla="*/ 45 h 50"/>
                <a:gd name="T12" fmla="*/ 40 w 50"/>
                <a:gd name="T13" fmla="*/ 45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" h="50">
                  <a:moveTo>
                    <a:pt x="40" y="45"/>
                  </a:moveTo>
                  <a:cubicBezTo>
                    <a:pt x="40" y="35"/>
                    <a:pt x="44" y="26"/>
                    <a:pt x="50" y="20"/>
                  </a:cubicBezTo>
                  <a:cubicBezTo>
                    <a:pt x="48" y="8"/>
                    <a:pt x="37" y="0"/>
                    <a:pt x="25" y="0"/>
                  </a:cubicBezTo>
                  <a:cubicBezTo>
                    <a:pt x="12" y="0"/>
                    <a:pt x="0" y="11"/>
                    <a:pt x="0" y="25"/>
                  </a:cubicBezTo>
                  <a:cubicBezTo>
                    <a:pt x="0" y="39"/>
                    <a:pt x="12" y="50"/>
                    <a:pt x="25" y="50"/>
                  </a:cubicBezTo>
                  <a:cubicBezTo>
                    <a:pt x="31" y="50"/>
                    <a:pt x="36" y="48"/>
                    <a:pt x="40" y="45"/>
                  </a:cubicBezTo>
                  <a:cubicBezTo>
                    <a:pt x="40" y="45"/>
                    <a:pt x="40" y="45"/>
                    <a:pt x="40" y="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3" name="Freeform 192"/>
            <p:cNvSpPr/>
            <p:nvPr/>
          </p:nvSpPr>
          <p:spPr bwMode="auto">
            <a:xfrm>
              <a:off x="8958263" y="5103813"/>
              <a:ext cx="255588" cy="285750"/>
            </a:xfrm>
            <a:custGeom>
              <a:avLst/>
              <a:gdLst>
                <a:gd name="T0" fmla="*/ 40 w 68"/>
                <a:gd name="T1" fmla="*/ 0 h 76"/>
                <a:gd name="T2" fmla="*/ 24 w 68"/>
                <a:gd name="T3" fmla="*/ 19 h 76"/>
                <a:gd name="T4" fmla="*/ 9 w 68"/>
                <a:gd name="T5" fmla="*/ 2 h 76"/>
                <a:gd name="T6" fmla="*/ 0 w 68"/>
                <a:gd name="T7" fmla="*/ 16 h 76"/>
                <a:gd name="T8" fmla="*/ 32 w 68"/>
                <a:gd name="T9" fmla="*/ 74 h 76"/>
                <a:gd name="T10" fmla="*/ 31 w 68"/>
                <a:gd name="T11" fmla="*/ 76 h 76"/>
                <a:gd name="T12" fmla="*/ 67 w 68"/>
                <a:gd name="T13" fmla="*/ 57 h 76"/>
                <a:gd name="T14" fmla="*/ 68 w 68"/>
                <a:gd name="T15" fmla="*/ 48 h 76"/>
                <a:gd name="T16" fmla="*/ 40 w 68"/>
                <a:gd name="T17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8" h="76">
                  <a:moveTo>
                    <a:pt x="40" y="0"/>
                  </a:moveTo>
                  <a:cubicBezTo>
                    <a:pt x="24" y="19"/>
                    <a:pt x="24" y="19"/>
                    <a:pt x="24" y="19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7" y="7"/>
                    <a:pt x="4" y="12"/>
                    <a:pt x="0" y="16"/>
                  </a:cubicBezTo>
                  <a:cubicBezTo>
                    <a:pt x="19" y="27"/>
                    <a:pt x="32" y="49"/>
                    <a:pt x="32" y="74"/>
                  </a:cubicBezTo>
                  <a:cubicBezTo>
                    <a:pt x="32" y="75"/>
                    <a:pt x="31" y="75"/>
                    <a:pt x="31" y="76"/>
                  </a:cubicBezTo>
                  <a:cubicBezTo>
                    <a:pt x="46" y="74"/>
                    <a:pt x="59" y="67"/>
                    <a:pt x="67" y="57"/>
                  </a:cubicBezTo>
                  <a:cubicBezTo>
                    <a:pt x="68" y="54"/>
                    <a:pt x="68" y="51"/>
                    <a:pt x="68" y="48"/>
                  </a:cubicBezTo>
                  <a:cubicBezTo>
                    <a:pt x="68" y="26"/>
                    <a:pt x="56" y="8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4" name="Freeform 193"/>
            <p:cNvSpPr/>
            <p:nvPr/>
          </p:nvSpPr>
          <p:spPr bwMode="auto">
            <a:xfrm>
              <a:off x="8507413" y="5103813"/>
              <a:ext cx="258763" cy="285750"/>
            </a:xfrm>
            <a:custGeom>
              <a:avLst/>
              <a:gdLst>
                <a:gd name="T0" fmla="*/ 38 w 69"/>
                <a:gd name="T1" fmla="*/ 74 h 76"/>
                <a:gd name="T2" fmla="*/ 69 w 69"/>
                <a:gd name="T3" fmla="*/ 17 h 76"/>
                <a:gd name="T4" fmla="*/ 59 w 69"/>
                <a:gd name="T5" fmla="*/ 0 h 76"/>
                <a:gd name="T6" fmla="*/ 59 w 69"/>
                <a:gd name="T7" fmla="*/ 0 h 76"/>
                <a:gd name="T8" fmla="*/ 44 w 69"/>
                <a:gd name="T9" fmla="*/ 19 h 76"/>
                <a:gd name="T10" fmla="*/ 28 w 69"/>
                <a:gd name="T11" fmla="*/ 1 h 76"/>
                <a:gd name="T12" fmla="*/ 0 w 69"/>
                <a:gd name="T13" fmla="*/ 48 h 76"/>
                <a:gd name="T14" fmla="*/ 0 w 69"/>
                <a:gd name="T15" fmla="*/ 57 h 76"/>
                <a:gd name="T16" fmla="*/ 38 w 69"/>
                <a:gd name="T17" fmla="*/ 76 h 76"/>
                <a:gd name="T18" fmla="*/ 38 w 69"/>
                <a:gd name="T19" fmla="*/ 74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" h="76">
                  <a:moveTo>
                    <a:pt x="38" y="74"/>
                  </a:moveTo>
                  <a:cubicBezTo>
                    <a:pt x="38" y="49"/>
                    <a:pt x="50" y="28"/>
                    <a:pt x="69" y="17"/>
                  </a:cubicBezTo>
                  <a:cubicBezTo>
                    <a:pt x="65" y="12"/>
                    <a:pt x="61" y="7"/>
                    <a:pt x="59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12" y="8"/>
                    <a:pt x="0" y="26"/>
                    <a:pt x="0" y="48"/>
                  </a:cubicBezTo>
                  <a:cubicBezTo>
                    <a:pt x="0" y="51"/>
                    <a:pt x="0" y="54"/>
                    <a:pt x="0" y="57"/>
                  </a:cubicBezTo>
                  <a:cubicBezTo>
                    <a:pt x="9" y="67"/>
                    <a:pt x="22" y="75"/>
                    <a:pt x="38" y="76"/>
                  </a:cubicBezTo>
                  <a:cubicBezTo>
                    <a:pt x="38" y="75"/>
                    <a:pt x="38" y="75"/>
                    <a:pt x="38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</p:grpSp>
      <p:sp>
        <p:nvSpPr>
          <p:cNvPr id="42" name="TextBox 6"/>
          <p:cNvSpPr txBox="1">
            <a:spLocks noChangeArrowheads="1"/>
          </p:cNvSpPr>
          <p:nvPr/>
        </p:nvSpPr>
        <p:spPr bwMode="auto">
          <a:xfrm>
            <a:off x="3473783" y="434492"/>
            <a:ext cx="205105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0" lang="zh-CN" sz="18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+mn-ea"/>
              </a:rPr>
              <a:t>学生端问答</a:t>
            </a:r>
            <a:endParaRPr kumimoji="0" lang="zh-CN" sz="18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cs typeface="+mn-ea"/>
            </a:endParaRPr>
          </a:p>
        </p:txBody>
      </p:sp>
      <p:sp>
        <p:nvSpPr>
          <p:cNvPr id="43" name="TextBox 6"/>
          <p:cNvSpPr txBox="1">
            <a:spLocks noChangeArrowheads="1"/>
          </p:cNvSpPr>
          <p:nvPr/>
        </p:nvSpPr>
        <p:spPr bwMode="auto">
          <a:xfrm>
            <a:off x="3821045" y="752508"/>
            <a:ext cx="131597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sz="1100" i="0" u="none" strike="noStrike" cap="none" normalizeH="0" baseline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Arial Narrow" panose="020B0606020202030204" pitchFamily="34" charset="0"/>
              <a:cs typeface="+mn-ea"/>
            </a:endParaRPr>
          </a:p>
        </p:txBody>
      </p:sp>
      <p:pic>
        <p:nvPicPr>
          <p:cNvPr id="3" name="图片 2" descr="54783DAE432058EA95333925BA6B32F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540" y="866775"/>
            <a:ext cx="7903210" cy="39687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2270693" y="3834122"/>
            <a:ext cx="933449" cy="390525"/>
            <a:chOff x="1150938" y="1535113"/>
            <a:chExt cx="933449" cy="390525"/>
          </a:xfrm>
          <a:solidFill>
            <a:schemeClr val="bg1">
              <a:lumMod val="95000"/>
            </a:schemeClr>
          </a:solidFill>
        </p:grpSpPr>
        <p:sp>
          <p:nvSpPr>
            <p:cNvPr id="16" name="Freeform 66"/>
            <p:cNvSpPr/>
            <p:nvPr/>
          </p:nvSpPr>
          <p:spPr bwMode="auto">
            <a:xfrm>
              <a:off x="1150938" y="1677988"/>
              <a:ext cx="293687" cy="247650"/>
            </a:xfrm>
            <a:custGeom>
              <a:avLst/>
              <a:gdLst>
                <a:gd name="T0" fmla="*/ 0 w 115"/>
                <a:gd name="T1" fmla="*/ 30 h 97"/>
                <a:gd name="T2" fmla="*/ 72 w 115"/>
                <a:gd name="T3" fmla="*/ 97 h 97"/>
                <a:gd name="T4" fmla="*/ 115 w 115"/>
                <a:gd name="T5" fmla="*/ 65 h 97"/>
                <a:gd name="T6" fmla="*/ 39 w 115"/>
                <a:gd name="T7" fmla="*/ 0 h 97"/>
                <a:gd name="T8" fmla="*/ 0 w 115"/>
                <a:gd name="T9" fmla="*/ 3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97">
                  <a:moveTo>
                    <a:pt x="0" y="30"/>
                  </a:moveTo>
                  <a:cubicBezTo>
                    <a:pt x="72" y="97"/>
                    <a:pt x="72" y="97"/>
                    <a:pt x="72" y="97"/>
                  </a:cubicBezTo>
                  <a:cubicBezTo>
                    <a:pt x="72" y="97"/>
                    <a:pt x="94" y="80"/>
                    <a:pt x="115" y="65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11" y="20"/>
                    <a:pt x="0" y="30"/>
                    <a:pt x="0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7" name="Freeform 67"/>
            <p:cNvSpPr/>
            <p:nvPr/>
          </p:nvSpPr>
          <p:spPr bwMode="auto">
            <a:xfrm>
              <a:off x="1295400" y="1535113"/>
              <a:ext cx="788987" cy="292100"/>
            </a:xfrm>
            <a:custGeom>
              <a:avLst/>
              <a:gdLst>
                <a:gd name="T0" fmla="*/ 261 w 309"/>
                <a:gd name="T1" fmla="*/ 33 h 114"/>
                <a:gd name="T2" fmla="*/ 205 w 309"/>
                <a:gd name="T3" fmla="*/ 64 h 114"/>
                <a:gd name="T4" fmla="*/ 125 w 309"/>
                <a:gd name="T5" fmla="*/ 55 h 114"/>
                <a:gd name="T6" fmla="*/ 176 w 309"/>
                <a:gd name="T7" fmla="*/ 48 h 114"/>
                <a:gd name="T8" fmla="*/ 217 w 309"/>
                <a:gd name="T9" fmla="*/ 19 h 114"/>
                <a:gd name="T10" fmla="*/ 140 w 309"/>
                <a:gd name="T11" fmla="*/ 14 h 114"/>
                <a:gd name="T12" fmla="*/ 66 w 309"/>
                <a:gd name="T13" fmla="*/ 14 h 114"/>
                <a:gd name="T14" fmla="*/ 0 w 309"/>
                <a:gd name="T15" fmla="*/ 54 h 114"/>
                <a:gd name="T16" fmla="*/ 68 w 309"/>
                <a:gd name="T17" fmla="*/ 114 h 114"/>
                <a:gd name="T18" fmla="*/ 91 w 309"/>
                <a:gd name="T19" fmla="*/ 102 h 114"/>
                <a:gd name="T20" fmla="*/ 205 w 309"/>
                <a:gd name="T21" fmla="*/ 102 h 114"/>
                <a:gd name="T22" fmla="*/ 309 w 309"/>
                <a:gd name="T23" fmla="*/ 19 h 114"/>
                <a:gd name="T24" fmla="*/ 261 w 309"/>
                <a:gd name="T25" fmla="*/ 33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9" h="114">
                  <a:moveTo>
                    <a:pt x="261" y="33"/>
                  </a:moveTo>
                  <a:cubicBezTo>
                    <a:pt x="243" y="49"/>
                    <a:pt x="227" y="60"/>
                    <a:pt x="205" y="64"/>
                  </a:cubicBezTo>
                  <a:cubicBezTo>
                    <a:pt x="170" y="70"/>
                    <a:pt x="135" y="62"/>
                    <a:pt x="125" y="55"/>
                  </a:cubicBezTo>
                  <a:cubicBezTo>
                    <a:pt x="108" y="44"/>
                    <a:pt x="126" y="51"/>
                    <a:pt x="176" y="48"/>
                  </a:cubicBezTo>
                  <a:cubicBezTo>
                    <a:pt x="227" y="45"/>
                    <a:pt x="217" y="19"/>
                    <a:pt x="217" y="19"/>
                  </a:cubicBezTo>
                  <a:cubicBezTo>
                    <a:pt x="206" y="17"/>
                    <a:pt x="193" y="16"/>
                    <a:pt x="140" y="14"/>
                  </a:cubicBezTo>
                  <a:cubicBezTo>
                    <a:pt x="121" y="14"/>
                    <a:pt x="84" y="10"/>
                    <a:pt x="66" y="14"/>
                  </a:cubicBezTo>
                  <a:cubicBezTo>
                    <a:pt x="46" y="18"/>
                    <a:pt x="28" y="35"/>
                    <a:pt x="0" y="54"/>
                  </a:cubicBezTo>
                  <a:cubicBezTo>
                    <a:pt x="68" y="114"/>
                    <a:pt x="68" y="114"/>
                    <a:pt x="68" y="114"/>
                  </a:cubicBezTo>
                  <a:cubicBezTo>
                    <a:pt x="79" y="107"/>
                    <a:pt x="87" y="102"/>
                    <a:pt x="91" y="102"/>
                  </a:cubicBezTo>
                  <a:cubicBezTo>
                    <a:pt x="112" y="102"/>
                    <a:pt x="166" y="107"/>
                    <a:pt x="205" y="102"/>
                  </a:cubicBezTo>
                  <a:cubicBezTo>
                    <a:pt x="282" y="64"/>
                    <a:pt x="309" y="19"/>
                    <a:pt x="309" y="19"/>
                  </a:cubicBezTo>
                  <a:cubicBezTo>
                    <a:pt x="309" y="19"/>
                    <a:pt x="288" y="0"/>
                    <a:pt x="261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821504" y="3746839"/>
            <a:ext cx="722312" cy="441325"/>
            <a:chOff x="979488" y="2314575"/>
            <a:chExt cx="722312" cy="441325"/>
          </a:xfrm>
          <a:solidFill>
            <a:schemeClr val="bg1">
              <a:lumMod val="95000"/>
            </a:schemeClr>
          </a:solidFill>
        </p:grpSpPr>
        <p:sp>
          <p:nvSpPr>
            <p:cNvPr id="19" name="Freeform 84"/>
            <p:cNvSpPr/>
            <p:nvPr/>
          </p:nvSpPr>
          <p:spPr bwMode="auto">
            <a:xfrm>
              <a:off x="1047750" y="2692400"/>
              <a:ext cx="87312" cy="63500"/>
            </a:xfrm>
            <a:custGeom>
              <a:avLst/>
              <a:gdLst>
                <a:gd name="T0" fmla="*/ 34 w 34"/>
                <a:gd name="T1" fmla="*/ 21 h 25"/>
                <a:gd name="T2" fmla="*/ 34 w 34"/>
                <a:gd name="T3" fmla="*/ 0 h 25"/>
                <a:gd name="T4" fmla="*/ 1 w 34"/>
                <a:gd name="T5" fmla="*/ 25 h 25"/>
                <a:gd name="T6" fmla="*/ 31 w 34"/>
                <a:gd name="T7" fmla="*/ 25 h 25"/>
                <a:gd name="T8" fmla="*/ 34 w 34"/>
                <a:gd name="T9" fmla="*/ 21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25">
                  <a:moveTo>
                    <a:pt x="34" y="21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4" y="0"/>
                    <a:pt x="0" y="25"/>
                    <a:pt x="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3" y="25"/>
                    <a:pt x="34" y="23"/>
                    <a:pt x="34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0" name="Freeform 85"/>
            <p:cNvSpPr/>
            <p:nvPr/>
          </p:nvSpPr>
          <p:spPr bwMode="auto">
            <a:xfrm>
              <a:off x="1163638" y="2600325"/>
              <a:ext cx="93662" cy="155575"/>
            </a:xfrm>
            <a:custGeom>
              <a:avLst/>
              <a:gdLst>
                <a:gd name="T0" fmla="*/ 33 w 37"/>
                <a:gd name="T1" fmla="*/ 61 h 61"/>
                <a:gd name="T2" fmla="*/ 37 w 37"/>
                <a:gd name="T3" fmla="*/ 57 h 61"/>
                <a:gd name="T4" fmla="*/ 37 w 37"/>
                <a:gd name="T5" fmla="*/ 0 h 61"/>
                <a:gd name="T6" fmla="*/ 1 w 37"/>
                <a:gd name="T7" fmla="*/ 27 h 61"/>
                <a:gd name="T8" fmla="*/ 0 w 37"/>
                <a:gd name="T9" fmla="*/ 28 h 61"/>
                <a:gd name="T10" fmla="*/ 0 w 37"/>
                <a:gd name="T11" fmla="*/ 57 h 61"/>
                <a:gd name="T12" fmla="*/ 3 w 37"/>
                <a:gd name="T13" fmla="*/ 61 h 61"/>
                <a:gd name="T14" fmla="*/ 33 w 37"/>
                <a:gd name="T15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61">
                  <a:moveTo>
                    <a:pt x="33" y="61"/>
                  </a:moveTo>
                  <a:cubicBezTo>
                    <a:pt x="35" y="61"/>
                    <a:pt x="37" y="59"/>
                    <a:pt x="37" y="57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9"/>
                    <a:pt x="1" y="61"/>
                    <a:pt x="3" y="61"/>
                  </a:cubicBezTo>
                  <a:lnTo>
                    <a:pt x="33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1" name="Freeform 86"/>
            <p:cNvSpPr/>
            <p:nvPr/>
          </p:nvSpPr>
          <p:spPr bwMode="auto">
            <a:xfrm>
              <a:off x="1282700" y="2525713"/>
              <a:ext cx="95250" cy="230187"/>
            </a:xfrm>
            <a:custGeom>
              <a:avLst/>
              <a:gdLst>
                <a:gd name="T0" fmla="*/ 34 w 37"/>
                <a:gd name="T1" fmla="*/ 90 h 90"/>
                <a:gd name="T2" fmla="*/ 37 w 37"/>
                <a:gd name="T3" fmla="*/ 86 h 90"/>
                <a:gd name="T4" fmla="*/ 37 w 37"/>
                <a:gd name="T5" fmla="*/ 11 h 90"/>
                <a:gd name="T6" fmla="*/ 27 w 37"/>
                <a:gd name="T7" fmla="*/ 0 h 90"/>
                <a:gd name="T8" fmla="*/ 12 w 37"/>
                <a:gd name="T9" fmla="*/ 12 h 90"/>
                <a:gd name="T10" fmla="*/ 0 w 37"/>
                <a:gd name="T11" fmla="*/ 21 h 90"/>
                <a:gd name="T12" fmla="*/ 0 w 37"/>
                <a:gd name="T13" fmla="*/ 86 h 90"/>
                <a:gd name="T14" fmla="*/ 4 w 37"/>
                <a:gd name="T15" fmla="*/ 90 h 90"/>
                <a:gd name="T16" fmla="*/ 34 w 37"/>
                <a:gd name="T17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" h="90">
                  <a:moveTo>
                    <a:pt x="34" y="90"/>
                  </a:moveTo>
                  <a:cubicBezTo>
                    <a:pt x="35" y="90"/>
                    <a:pt x="37" y="88"/>
                    <a:pt x="37" y="86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88"/>
                    <a:pt x="2" y="90"/>
                    <a:pt x="4" y="90"/>
                  </a:cubicBezTo>
                  <a:lnTo>
                    <a:pt x="34" y="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2" name="Freeform 87"/>
            <p:cNvSpPr/>
            <p:nvPr/>
          </p:nvSpPr>
          <p:spPr bwMode="auto">
            <a:xfrm>
              <a:off x="1404938" y="2562225"/>
              <a:ext cx="92075" cy="193675"/>
            </a:xfrm>
            <a:custGeom>
              <a:avLst/>
              <a:gdLst>
                <a:gd name="T0" fmla="*/ 33 w 36"/>
                <a:gd name="T1" fmla="*/ 76 h 76"/>
                <a:gd name="T2" fmla="*/ 36 w 36"/>
                <a:gd name="T3" fmla="*/ 72 h 76"/>
                <a:gd name="T4" fmla="*/ 36 w 36"/>
                <a:gd name="T5" fmla="*/ 0 h 76"/>
                <a:gd name="T6" fmla="*/ 22 w 36"/>
                <a:gd name="T7" fmla="*/ 11 h 76"/>
                <a:gd name="T8" fmla="*/ 18 w 36"/>
                <a:gd name="T9" fmla="*/ 14 h 76"/>
                <a:gd name="T10" fmla="*/ 5 w 36"/>
                <a:gd name="T11" fmla="*/ 13 h 76"/>
                <a:gd name="T12" fmla="*/ 4 w 36"/>
                <a:gd name="T13" fmla="*/ 12 h 76"/>
                <a:gd name="T14" fmla="*/ 0 w 36"/>
                <a:gd name="T15" fmla="*/ 8 h 76"/>
                <a:gd name="T16" fmla="*/ 0 w 36"/>
                <a:gd name="T17" fmla="*/ 72 h 76"/>
                <a:gd name="T18" fmla="*/ 3 w 36"/>
                <a:gd name="T19" fmla="*/ 76 h 76"/>
                <a:gd name="T20" fmla="*/ 33 w 36"/>
                <a:gd name="T21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76">
                  <a:moveTo>
                    <a:pt x="33" y="76"/>
                  </a:moveTo>
                  <a:cubicBezTo>
                    <a:pt x="35" y="76"/>
                    <a:pt x="36" y="74"/>
                    <a:pt x="36" y="72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4" y="17"/>
                    <a:pt x="9" y="17"/>
                    <a:pt x="5" y="13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4"/>
                    <a:pt x="1" y="76"/>
                    <a:pt x="3" y="76"/>
                  </a:cubicBezTo>
                  <a:lnTo>
                    <a:pt x="33" y="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3" name="Freeform 88"/>
            <p:cNvSpPr/>
            <p:nvPr/>
          </p:nvSpPr>
          <p:spPr bwMode="auto">
            <a:xfrm>
              <a:off x="1525588" y="2465388"/>
              <a:ext cx="95250" cy="290512"/>
            </a:xfrm>
            <a:custGeom>
              <a:avLst/>
              <a:gdLst>
                <a:gd name="T0" fmla="*/ 33 w 37"/>
                <a:gd name="T1" fmla="*/ 114 h 114"/>
                <a:gd name="T2" fmla="*/ 37 w 37"/>
                <a:gd name="T3" fmla="*/ 110 h 114"/>
                <a:gd name="T4" fmla="*/ 37 w 37"/>
                <a:gd name="T5" fmla="*/ 0 h 114"/>
                <a:gd name="T6" fmla="*/ 15 w 37"/>
                <a:gd name="T7" fmla="*/ 18 h 114"/>
                <a:gd name="T8" fmla="*/ 0 w 37"/>
                <a:gd name="T9" fmla="*/ 29 h 114"/>
                <a:gd name="T10" fmla="*/ 0 w 37"/>
                <a:gd name="T11" fmla="*/ 110 h 114"/>
                <a:gd name="T12" fmla="*/ 3 w 37"/>
                <a:gd name="T13" fmla="*/ 114 h 114"/>
                <a:gd name="T14" fmla="*/ 33 w 37"/>
                <a:gd name="T15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114">
                  <a:moveTo>
                    <a:pt x="33" y="114"/>
                  </a:moveTo>
                  <a:cubicBezTo>
                    <a:pt x="35" y="114"/>
                    <a:pt x="37" y="112"/>
                    <a:pt x="37" y="11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0" y="112"/>
                    <a:pt x="1" y="114"/>
                    <a:pt x="3" y="114"/>
                  </a:cubicBezTo>
                  <a:lnTo>
                    <a:pt x="33" y="1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4" name="Freeform 89"/>
            <p:cNvSpPr/>
            <p:nvPr/>
          </p:nvSpPr>
          <p:spPr bwMode="auto">
            <a:xfrm>
              <a:off x="979488" y="2314575"/>
              <a:ext cx="722312" cy="420687"/>
            </a:xfrm>
            <a:custGeom>
              <a:avLst/>
              <a:gdLst>
                <a:gd name="T0" fmla="*/ 283 w 283"/>
                <a:gd name="T1" fmla="*/ 10 h 165"/>
                <a:gd name="T2" fmla="*/ 280 w 283"/>
                <a:gd name="T3" fmla="*/ 3 h 165"/>
                <a:gd name="T4" fmla="*/ 273 w 283"/>
                <a:gd name="T5" fmla="*/ 0 h 165"/>
                <a:gd name="T6" fmla="*/ 263 w 283"/>
                <a:gd name="T7" fmla="*/ 0 h 165"/>
                <a:gd name="T8" fmla="*/ 229 w 283"/>
                <a:gd name="T9" fmla="*/ 0 h 165"/>
                <a:gd name="T10" fmla="*/ 225 w 283"/>
                <a:gd name="T11" fmla="*/ 1 h 165"/>
                <a:gd name="T12" fmla="*/ 225 w 283"/>
                <a:gd name="T13" fmla="*/ 1 h 165"/>
                <a:gd name="T14" fmla="*/ 219 w 283"/>
                <a:gd name="T15" fmla="*/ 10 h 165"/>
                <a:gd name="T16" fmla="*/ 225 w 283"/>
                <a:gd name="T17" fmla="*/ 19 h 165"/>
                <a:gd name="T18" fmla="*/ 229 w 283"/>
                <a:gd name="T19" fmla="*/ 20 h 165"/>
                <a:gd name="T20" fmla="*/ 240 w 283"/>
                <a:gd name="T21" fmla="*/ 20 h 165"/>
                <a:gd name="T22" fmla="*/ 246 w 283"/>
                <a:gd name="T23" fmla="*/ 20 h 165"/>
                <a:gd name="T24" fmla="*/ 235 w 283"/>
                <a:gd name="T25" fmla="*/ 28 h 165"/>
                <a:gd name="T26" fmla="*/ 216 w 283"/>
                <a:gd name="T27" fmla="*/ 45 h 165"/>
                <a:gd name="T28" fmla="*/ 205 w 283"/>
                <a:gd name="T29" fmla="*/ 54 h 165"/>
                <a:gd name="T30" fmla="*/ 190 w 283"/>
                <a:gd name="T31" fmla="*/ 66 h 165"/>
                <a:gd name="T32" fmla="*/ 181 w 283"/>
                <a:gd name="T33" fmla="*/ 73 h 165"/>
                <a:gd name="T34" fmla="*/ 171 w 283"/>
                <a:gd name="T35" fmla="*/ 63 h 165"/>
                <a:gd name="T36" fmla="*/ 167 w 283"/>
                <a:gd name="T37" fmla="*/ 59 h 165"/>
                <a:gd name="T38" fmla="*/ 156 w 283"/>
                <a:gd name="T39" fmla="*/ 48 h 165"/>
                <a:gd name="T40" fmla="*/ 154 w 283"/>
                <a:gd name="T41" fmla="*/ 46 h 165"/>
                <a:gd name="T42" fmla="*/ 141 w 283"/>
                <a:gd name="T43" fmla="*/ 45 h 165"/>
                <a:gd name="T44" fmla="*/ 131 w 283"/>
                <a:gd name="T45" fmla="*/ 53 h 165"/>
                <a:gd name="T46" fmla="*/ 119 w 283"/>
                <a:gd name="T47" fmla="*/ 62 h 165"/>
                <a:gd name="T48" fmla="*/ 112 w 283"/>
                <a:gd name="T49" fmla="*/ 67 h 165"/>
                <a:gd name="T50" fmla="*/ 108 w 283"/>
                <a:gd name="T51" fmla="*/ 70 h 165"/>
                <a:gd name="T52" fmla="*/ 71 w 283"/>
                <a:gd name="T53" fmla="*/ 98 h 165"/>
                <a:gd name="T54" fmla="*/ 70 w 283"/>
                <a:gd name="T55" fmla="*/ 98 h 165"/>
                <a:gd name="T56" fmla="*/ 59 w 283"/>
                <a:gd name="T57" fmla="*/ 107 h 165"/>
                <a:gd name="T58" fmla="*/ 11 w 283"/>
                <a:gd name="T59" fmla="*/ 142 h 165"/>
                <a:gd name="T60" fmla="*/ 6 w 283"/>
                <a:gd name="T61" fmla="*/ 147 h 165"/>
                <a:gd name="T62" fmla="*/ 4 w 283"/>
                <a:gd name="T63" fmla="*/ 160 h 165"/>
                <a:gd name="T64" fmla="*/ 13 w 283"/>
                <a:gd name="T65" fmla="*/ 164 h 165"/>
                <a:gd name="T66" fmla="*/ 17 w 283"/>
                <a:gd name="T67" fmla="*/ 162 h 165"/>
                <a:gd name="T68" fmla="*/ 59 w 283"/>
                <a:gd name="T69" fmla="*/ 131 h 165"/>
                <a:gd name="T70" fmla="*/ 70 w 283"/>
                <a:gd name="T71" fmla="*/ 123 h 165"/>
                <a:gd name="T72" fmla="*/ 71 w 283"/>
                <a:gd name="T73" fmla="*/ 122 h 165"/>
                <a:gd name="T74" fmla="*/ 108 w 283"/>
                <a:gd name="T75" fmla="*/ 94 h 165"/>
                <a:gd name="T76" fmla="*/ 112 w 283"/>
                <a:gd name="T77" fmla="*/ 91 h 165"/>
                <a:gd name="T78" fmla="*/ 119 w 283"/>
                <a:gd name="T79" fmla="*/ 86 h 165"/>
                <a:gd name="T80" fmla="*/ 131 w 283"/>
                <a:gd name="T81" fmla="*/ 77 h 165"/>
                <a:gd name="T82" fmla="*/ 146 w 283"/>
                <a:gd name="T83" fmla="*/ 65 h 165"/>
                <a:gd name="T84" fmla="*/ 156 w 283"/>
                <a:gd name="T85" fmla="*/ 76 h 165"/>
                <a:gd name="T86" fmla="*/ 167 w 283"/>
                <a:gd name="T87" fmla="*/ 87 h 165"/>
                <a:gd name="T88" fmla="*/ 171 w 283"/>
                <a:gd name="T89" fmla="*/ 91 h 165"/>
                <a:gd name="T90" fmla="*/ 173 w 283"/>
                <a:gd name="T91" fmla="*/ 93 h 165"/>
                <a:gd name="T92" fmla="*/ 186 w 283"/>
                <a:gd name="T93" fmla="*/ 94 h 165"/>
                <a:gd name="T94" fmla="*/ 190 w 283"/>
                <a:gd name="T95" fmla="*/ 90 h 165"/>
                <a:gd name="T96" fmla="*/ 205 w 283"/>
                <a:gd name="T97" fmla="*/ 79 h 165"/>
                <a:gd name="T98" fmla="*/ 216 w 283"/>
                <a:gd name="T99" fmla="*/ 70 h 165"/>
                <a:gd name="T100" fmla="*/ 231 w 283"/>
                <a:gd name="T101" fmla="*/ 58 h 165"/>
                <a:gd name="T102" fmla="*/ 263 w 283"/>
                <a:gd name="T103" fmla="*/ 31 h 165"/>
                <a:gd name="T104" fmla="*/ 264 w 283"/>
                <a:gd name="T105" fmla="*/ 31 h 165"/>
                <a:gd name="T106" fmla="*/ 264 w 283"/>
                <a:gd name="T107" fmla="*/ 53 h 165"/>
                <a:gd name="T108" fmla="*/ 274 w 283"/>
                <a:gd name="T109" fmla="*/ 62 h 165"/>
                <a:gd name="T110" fmla="*/ 283 w 283"/>
                <a:gd name="T111" fmla="*/ 53 h 165"/>
                <a:gd name="T112" fmla="*/ 283 w 283"/>
                <a:gd name="T113" fmla="*/ 1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83" h="165">
                  <a:moveTo>
                    <a:pt x="283" y="10"/>
                  </a:moveTo>
                  <a:cubicBezTo>
                    <a:pt x="283" y="7"/>
                    <a:pt x="282" y="5"/>
                    <a:pt x="280" y="3"/>
                  </a:cubicBezTo>
                  <a:cubicBezTo>
                    <a:pt x="278" y="1"/>
                    <a:pt x="276" y="0"/>
                    <a:pt x="273" y="0"/>
                  </a:cubicBezTo>
                  <a:cubicBezTo>
                    <a:pt x="263" y="0"/>
                    <a:pt x="263" y="0"/>
                    <a:pt x="263" y="0"/>
                  </a:cubicBezTo>
                  <a:cubicBezTo>
                    <a:pt x="229" y="0"/>
                    <a:pt x="229" y="0"/>
                    <a:pt x="229" y="0"/>
                  </a:cubicBezTo>
                  <a:cubicBezTo>
                    <a:pt x="227" y="0"/>
                    <a:pt x="226" y="1"/>
                    <a:pt x="225" y="1"/>
                  </a:cubicBezTo>
                  <a:cubicBezTo>
                    <a:pt x="225" y="1"/>
                    <a:pt x="225" y="1"/>
                    <a:pt x="225" y="1"/>
                  </a:cubicBezTo>
                  <a:cubicBezTo>
                    <a:pt x="221" y="3"/>
                    <a:pt x="219" y="6"/>
                    <a:pt x="219" y="10"/>
                  </a:cubicBezTo>
                  <a:cubicBezTo>
                    <a:pt x="219" y="14"/>
                    <a:pt x="222" y="18"/>
                    <a:pt x="225" y="19"/>
                  </a:cubicBezTo>
                  <a:cubicBezTo>
                    <a:pt x="226" y="20"/>
                    <a:pt x="227" y="20"/>
                    <a:pt x="229" y="20"/>
                  </a:cubicBezTo>
                  <a:cubicBezTo>
                    <a:pt x="240" y="20"/>
                    <a:pt x="240" y="20"/>
                    <a:pt x="240" y="20"/>
                  </a:cubicBezTo>
                  <a:cubicBezTo>
                    <a:pt x="246" y="20"/>
                    <a:pt x="246" y="20"/>
                    <a:pt x="246" y="20"/>
                  </a:cubicBezTo>
                  <a:cubicBezTo>
                    <a:pt x="235" y="28"/>
                    <a:pt x="235" y="28"/>
                    <a:pt x="235" y="28"/>
                  </a:cubicBezTo>
                  <a:cubicBezTo>
                    <a:pt x="216" y="45"/>
                    <a:pt x="216" y="45"/>
                    <a:pt x="216" y="45"/>
                  </a:cubicBezTo>
                  <a:cubicBezTo>
                    <a:pt x="205" y="54"/>
                    <a:pt x="205" y="54"/>
                    <a:pt x="205" y="54"/>
                  </a:cubicBezTo>
                  <a:cubicBezTo>
                    <a:pt x="190" y="66"/>
                    <a:pt x="190" y="66"/>
                    <a:pt x="190" y="66"/>
                  </a:cubicBezTo>
                  <a:cubicBezTo>
                    <a:pt x="181" y="73"/>
                    <a:pt x="181" y="73"/>
                    <a:pt x="181" y="73"/>
                  </a:cubicBezTo>
                  <a:cubicBezTo>
                    <a:pt x="171" y="63"/>
                    <a:pt x="171" y="63"/>
                    <a:pt x="171" y="63"/>
                  </a:cubicBezTo>
                  <a:cubicBezTo>
                    <a:pt x="167" y="59"/>
                    <a:pt x="167" y="59"/>
                    <a:pt x="167" y="59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1" y="42"/>
                    <a:pt x="145" y="42"/>
                    <a:pt x="141" y="45"/>
                  </a:cubicBezTo>
                  <a:cubicBezTo>
                    <a:pt x="131" y="53"/>
                    <a:pt x="131" y="53"/>
                    <a:pt x="131" y="53"/>
                  </a:cubicBezTo>
                  <a:cubicBezTo>
                    <a:pt x="119" y="62"/>
                    <a:pt x="119" y="62"/>
                    <a:pt x="119" y="62"/>
                  </a:cubicBezTo>
                  <a:cubicBezTo>
                    <a:pt x="112" y="67"/>
                    <a:pt x="112" y="67"/>
                    <a:pt x="112" y="67"/>
                  </a:cubicBezTo>
                  <a:cubicBezTo>
                    <a:pt x="108" y="70"/>
                    <a:pt x="108" y="70"/>
                    <a:pt x="108" y="70"/>
                  </a:cubicBezTo>
                  <a:cubicBezTo>
                    <a:pt x="71" y="98"/>
                    <a:pt x="71" y="98"/>
                    <a:pt x="71" y="98"/>
                  </a:cubicBezTo>
                  <a:cubicBezTo>
                    <a:pt x="70" y="98"/>
                    <a:pt x="70" y="98"/>
                    <a:pt x="70" y="98"/>
                  </a:cubicBezTo>
                  <a:cubicBezTo>
                    <a:pt x="59" y="107"/>
                    <a:pt x="59" y="107"/>
                    <a:pt x="59" y="107"/>
                  </a:cubicBezTo>
                  <a:cubicBezTo>
                    <a:pt x="11" y="142"/>
                    <a:pt x="11" y="142"/>
                    <a:pt x="11" y="142"/>
                  </a:cubicBezTo>
                  <a:cubicBezTo>
                    <a:pt x="6" y="147"/>
                    <a:pt x="6" y="147"/>
                    <a:pt x="6" y="147"/>
                  </a:cubicBezTo>
                  <a:cubicBezTo>
                    <a:pt x="1" y="150"/>
                    <a:pt x="0" y="156"/>
                    <a:pt x="4" y="160"/>
                  </a:cubicBezTo>
                  <a:cubicBezTo>
                    <a:pt x="6" y="163"/>
                    <a:pt x="10" y="165"/>
                    <a:pt x="13" y="164"/>
                  </a:cubicBezTo>
                  <a:cubicBezTo>
                    <a:pt x="15" y="164"/>
                    <a:pt x="16" y="163"/>
                    <a:pt x="17" y="162"/>
                  </a:cubicBezTo>
                  <a:cubicBezTo>
                    <a:pt x="59" y="131"/>
                    <a:pt x="59" y="131"/>
                    <a:pt x="59" y="131"/>
                  </a:cubicBezTo>
                  <a:cubicBezTo>
                    <a:pt x="70" y="123"/>
                    <a:pt x="70" y="123"/>
                    <a:pt x="70" y="123"/>
                  </a:cubicBezTo>
                  <a:cubicBezTo>
                    <a:pt x="71" y="122"/>
                    <a:pt x="71" y="122"/>
                    <a:pt x="71" y="122"/>
                  </a:cubicBezTo>
                  <a:cubicBezTo>
                    <a:pt x="108" y="94"/>
                    <a:pt x="108" y="94"/>
                    <a:pt x="108" y="94"/>
                  </a:cubicBezTo>
                  <a:cubicBezTo>
                    <a:pt x="112" y="91"/>
                    <a:pt x="112" y="91"/>
                    <a:pt x="112" y="91"/>
                  </a:cubicBezTo>
                  <a:cubicBezTo>
                    <a:pt x="119" y="86"/>
                    <a:pt x="119" y="86"/>
                    <a:pt x="119" y="86"/>
                  </a:cubicBezTo>
                  <a:cubicBezTo>
                    <a:pt x="131" y="77"/>
                    <a:pt x="131" y="77"/>
                    <a:pt x="131" y="77"/>
                  </a:cubicBezTo>
                  <a:cubicBezTo>
                    <a:pt x="146" y="65"/>
                    <a:pt x="146" y="65"/>
                    <a:pt x="146" y="65"/>
                  </a:cubicBezTo>
                  <a:cubicBezTo>
                    <a:pt x="156" y="76"/>
                    <a:pt x="156" y="76"/>
                    <a:pt x="156" y="76"/>
                  </a:cubicBezTo>
                  <a:cubicBezTo>
                    <a:pt x="167" y="87"/>
                    <a:pt x="167" y="87"/>
                    <a:pt x="167" y="87"/>
                  </a:cubicBezTo>
                  <a:cubicBezTo>
                    <a:pt x="171" y="91"/>
                    <a:pt x="171" y="91"/>
                    <a:pt x="171" y="91"/>
                  </a:cubicBezTo>
                  <a:cubicBezTo>
                    <a:pt x="173" y="93"/>
                    <a:pt x="173" y="93"/>
                    <a:pt x="173" y="93"/>
                  </a:cubicBezTo>
                  <a:cubicBezTo>
                    <a:pt x="177" y="96"/>
                    <a:pt x="182" y="97"/>
                    <a:pt x="186" y="9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205" y="79"/>
                    <a:pt x="205" y="79"/>
                    <a:pt x="205" y="79"/>
                  </a:cubicBezTo>
                  <a:cubicBezTo>
                    <a:pt x="216" y="70"/>
                    <a:pt x="216" y="70"/>
                    <a:pt x="216" y="70"/>
                  </a:cubicBezTo>
                  <a:cubicBezTo>
                    <a:pt x="231" y="58"/>
                    <a:pt x="231" y="58"/>
                    <a:pt x="231" y="58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4" y="31"/>
                    <a:pt x="264" y="31"/>
                    <a:pt x="264" y="31"/>
                  </a:cubicBezTo>
                  <a:cubicBezTo>
                    <a:pt x="264" y="53"/>
                    <a:pt x="264" y="53"/>
                    <a:pt x="264" y="53"/>
                  </a:cubicBezTo>
                  <a:cubicBezTo>
                    <a:pt x="264" y="58"/>
                    <a:pt x="268" y="62"/>
                    <a:pt x="274" y="62"/>
                  </a:cubicBezTo>
                  <a:cubicBezTo>
                    <a:pt x="279" y="62"/>
                    <a:pt x="283" y="58"/>
                    <a:pt x="283" y="53"/>
                  </a:cubicBezTo>
                  <a:lnTo>
                    <a:pt x="283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3013465" y="2668045"/>
            <a:ext cx="706438" cy="596900"/>
            <a:chOff x="8507413" y="4900613"/>
            <a:chExt cx="706438" cy="596900"/>
          </a:xfrm>
          <a:solidFill>
            <a:schemeClr val="bg1">
              <a:lumMod val="95000"/>
            </a:schemeClr>
          </a:solidFill>
        </p:grpSpPr>
        <p:sp>
          <p:nvSpPr>
            <p:cNvPr id="29" name="Oval 188"/>
            <p:cNvSpPr>
              <a:spLocks noChangeArrowheads="1"/>
            </p:cNvSpPr>
            <p:nvPr/>
          </p:nvSpPr>
          <p:spPr bwMode="auto">
            <a:xfrm>
              <a:off x="8759826" y="4967288"/>
              <a:ext cx="203200" cy="2032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0" name="Freeform 189"/>
            <p:cNvSpPr/>
            <p:nvPr/>
          </p:nvSpPr>
          <p:spPr bwMode="auto">
            <a:xfrm>
              <a:off x="8683626" y="5189538"/>
              <a:ext cx="357188" cy="307975"/>
            </a:xfrm>
            <a:custGeom>
              <a:avLst/>
              <a:gdLst>
                <a:gd name="T0" fmla="*/ 65 w 95"/>
                <a:gd name="T1" fmla="*/ 0 h 82"/>
                <a:gd name="T2" fmla="*/ 48 w 95"/>
                <a:gd name="T3" fmla="*/ 20 h 82"/>
                <a:gd name="T4" fmla="*/ 31 w 95"/>
                <a:gd name="T5" fmla="*/ 0 h 82"/>
                <a:gd name="T6" fmla="*/ 0 w 95"/>
                <a:gd name="T7" fmla="*/ 51 h 82"/>
                <a:gd name="T8" fmla="*/ 1 w 95"/>
                <a:gd name="T9" fmla="*/ 61 h 82"/>
                <a:gd name="T10" fmla="*/ 48 w 95"/>
                <a:gd name="T11" fmla="*/ 82 h 82"/>
                <a:gd name="T12" fmla="*/ 94 w 95"/>
                <a:gd name="T13" fmla="*/ 61 h 82"/>
                <a:gd name="T14" fmla="*/ 95 w 95"/>
                <a:gd name="T15" fmla="*/ 51 h 82"/>
                <a:gd name="T16" fmla="*/ 65 w 95"/>
                <a:gd name="T17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5" h="82">
                  <a:moveTo>
                    <a:pt x="65" y="0"/>
                  </a:moveTo>
                  <a:cubicBezTo>
                    <a:pt x="48" y="20"/>
                    <a:pt x="48" y="20"/>
                    <a:pt x="48" y="2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13" y="8"/>
                    <a:pt x="0" y="28"/>
                    <a:pt x="0" y="51"/>
                  </a:cubicBezTo>
                  <a:cubicBezTo>
                    <a:pt x="0" y="54"/>
                    <a:pt x="1" y="57"/>
                    <a:pt x="1" y="61"/>
                  </a:cubicBezTo>
                  <a:cubicBezTo>
                    <a:pt x="11" y="73"/>
                    <a:pt x="28" y="82"/>
                    <a:pt x="48" y="82"/>
                  </a:cubicBezTo>
                  <a:cubicBezTo>
                    <a:pt x="67" y="82"/>
                    <a:pt x="84" y="73"/>
                    <a:pt x="94" y="61"/>
                  </a:cubicBezTo>
                  <a:cubicBezTo>
                    <a:pt x="95" y="57"/>
                    <a:pt x="95" y="54"/>
                    <a:pt x="95" y="51"/>
                  </a:cubicBezTo>
                  <a:cubicBezTo>
                    <a:pt x="95" y="28"/>
                    <a:pt x="82" y="7"/>
                    <a:pt x="6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1" name="Freeform 190"/>
            <p:cNvSpPr/>
            <p:nvPr/>
          </p:nvSpPr>
          <p:spPr bwMode="auto">
            <a:xfrm>
              <a:off x="8958263" y="4900613"/>
              <a:ext cx="184150" cy="187325"/>
            </a:xfrm>
            <a:custGeom>
              <a:avLst/>
              <a:gdLst>
                <a:gd name="T0" fmla="*/ 24 w 49"/>
                <a:gd name="T1" fmla="*/ 0 h 50"/>
                <a:gd name="T2" fmla="*/ 0 w 49"/>
                <a:gd name="T3" fmla="*/ 18 h 50"/>
                <a:gd name="T4" fmla="*/ 11 w 49"/>
                <a:gd name="T5" fmla="*/ 45 h 50"/>
                <a:gd name="T6" fmla="*/ 11 w 49"/>
                <a:gd name="T7" fmla="*/ 46 h 50"/>
                <a:gd name="T8" fmla="*/ 24 w 49"/>
                <a:gd name="T9" fmla="*/ 50 h 50"/>
                <a:gd name="T10" fmla="*/ 49 w 49"/>
                <a:gd name="T11" fmla="*/ 25 h 50"/>
                <a:gd name="T12" fmla="*/ 24 w 49"/>
                <a:gd name="T13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50">
                  <a:moveTo>
                    <a:pt x="24" y="0"/>
                  </a:moveTo>
                  <a:cubicBezTo>
                    <a:pt x="12" y="0"/>
                    <a:pt x="2" y="8"/>
                    <a:pt x="0" y="18"/>
                  </a:cubicBezTo>
                  <a:cubicBezTo>
                    <a:pt x="6" y="25"/>
                    <a:pt x="11" y="34"/>
                    <a:pt x="11" y="45"/>
                  </a:cubicBezTo>
                  <a:cubicBezTo>
                    <a:pt x="11" y="45"/>
                    <a:pt x="11" y="46"/>
                    <a:pt x="11" y="46"/>
                  </a:cubicBezTo>
                  <a:cubicBezTo>
                    <a:pt x="14" y="49"/>
                    <a:pt x="19" y="50"/>
                    <a:pt x="24" y="50"/>
                  </a:cubicBezTo>
                  <a:cubicBezTo>
                    <a:pt x="37" y="50"/>
                    <a:pt x="49" y="39"/>
                    <a:pt x="49" y="25"/>
                  </a:cubicBezTo>
                  <a:cubicBezTo>
                    <a:pt x="49" y="11"/>
                    <a:pt x="37" y="0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2" name="Freeform 191"/>
            <p:cNvSpPr/>
            <p:nvPr/>
          </p:nvSpPr>
          <p:spPr bwMode="auto">
            <a:xfrm>
              <a:off x="8575676" y="4900613"/>
              <a:ext cx="187325" cy="187325"/>
            </a:xfrm>
            <a:custGeom>
              <a:avLst/>
              <a:gdLst>
                <a:gd name="T0" fmla="*/ 40 w 50"/>
                <a:gd name="T1" fmla="*/ 45 h 50"/>
                <a:gd name="T2" fmla="*/ 50 w 50"/>
                <a:gd name="T3" fmla="*/ 20 h 50"/>
                <a:gd name="T4" fmla="*/ 25 w 50"/>
                <a:gd name="T5" fmla="*/ 0 h 50"/>
                <a:gd name="T6" fmla="*/ 0 w 50"/>
                <a:gd name="T7" fmla="*/ 25 h 50"/>
                <a:gd name="T8" fmla="*/ 25 w 50"/>
                <a:gd name="T9" fmla="*/ 50 h 50"/>
                <a:gd name="T10" fmla="*/ 40 w 50"/>
                <a:gd name="T11" fmla="*/ 45 h 50"/>
                <a:gd name="T12" fmla="*/ 40 w 50"/>
                <a:gd name="T13" fmla="*/ 45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" h="50">
                  <a:moveTo>
                    <a:pt x="40" y="45"/>
                  </a:moveTo>
                  <a:cubicBezTo>
                    <a:pt x="40" y="35"/>
                    <a:pt x="44" y="26"/>
                    <a:pt x="50" y="20"/>
                  </a:cubicBezTo>
                  <a:cubicBezTo>
                    <a:pt x="48" y="8"/>
                    <a:pt x="37" y="0"/>
                    <a:pt x="25" y="0"/>
                  </a:cubicBezTo>
                  <a:cubicBezTo>
                    <a:pt x="12" y="0"/>
                    <a:pt x="0" y="11"/>
                    <a:pt x="0" y="25"/>
                  </a:cubicBezTo>
                  <a:cubicBezTo>
                    <a:pt x="0" y="39"/>
                    <a:pt x="12" y="50"/>
                    <a:pt x="25" y="50"/>
                  </a:cubicBezTo>
                  <a:cubicBezTo>
                    <a:pt x="31" y="50"/>
                    <a:pt x="36" y="48"/>
                    <a:pt x="40" y="45"/>
                  </a:cubicBezTo>
                  <a:cubicBezTo>
                    <a:pt x="40" y="45"/>
                    <a:pt x="40" y="45"/>
                    <a:pt x="40" y="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3" name="Freeform 192"/>
            <p:cNvSpPr/>
            <p:nvPr/>
          </p:nvSpPr>
          <p:spPr bwMode="auto">
            <a:xfrm>
              <a:off x="8958263" y="5103813"/>
              <a:ext cx="255588" cy="285750"/>
            </a:xfrm>
            <a:custGeom>
              <a:avLst/>
              <a:gdLst>
                <a:gd name="T0" fmla="*/ 40 w 68"/>
                <a:gd name="T1" fmla="*/ 0 h 76"/>
                <a:gd name="T2" fmla="*/ 24 w 68"/>
                <a:gd name="T3" fmla="*/ 19 h 76"/>
                <a:gd name="T4" fmla="*/ 9 w 68"/>
                <a:gd name="T5" fmla="*/ 2 h 76"/>
                <a:gd name="T6" fmla="*/ 0 w 68"/>
                <a:gd name="T7" fmla="*/ 16 h 76"/>
                <a:gd name="T8" fmla="*/ 32 w 68"/>
                <a:gd name="T9" fmla="*/ 74 h 76"/>
                <a:gd name="T10" fmla="*/ 31 w 68"/>
                <a:gd name="T11" fmla="*/ 76 h 76"/>
                <a:gd name="T12" fmla="*/ 67 w 68"/>
                <a:gd name="T13" fmla="*/ 57 h 76"/>
                <a:gd name="T14" fmla="*/ 68 w 68"/>
                <a:gd name="T15" fmla="*/ 48 h 76"/>
                <a:gd name="T16" fmla="*/ 40 w 68"/>
                <a:gd name="T17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8" h="76">
                  <a:moveTo>
                    <a:pt x="40" y="0"/>
                  </a:moveTo>
                  <a:cubicBezTo>
                    <a:pt x="24" y="19"/>
                    <a:pt x="24" y="19"/>
                    <a:pt x="24" y="19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7" y="7"/>
                    <a:pt x="4" y="12"/>
                    <a:pt x="0" y="16"/>
                  </a:cubicBezTo>
                  <a:cubicBezTo>
                    <a:pt x="19" y="27"/>
                    <a:pt x="32" y="49"/>
                    <a:pt x="32" y="74"/>
                  </a:cubicBezTo>
                  <a:cubicBezTo>
                    <a:pt x="32" y="75"/>
                    <a:pt x="31" y="75"/>
                    <a:pt x="31" y="76"/>
                  </a:cubicBezTo>
                  <a:cubicBezTo>
                    <a:pt x="46" y="74"/>
                    <a:pt x="59" y="67"/>
                    <a:pt x="67" y="57"/>
                  </a:cubicBezTo>
                  <a:cubicBezTo>
                    <a:pt x="68" y="54"/>
                    <a:pt x="68" y="51"/>
                    <a:pt x="68" y="48"/>
                  </a:cubicBezTo>
                  <a:cubicBezTo>
                    <a:pt x="68" y="26"/>
                    <a:pt x="56" y="8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4" name="Freeform 193"/>
            <p:cNvSpPr/>
            <p:nvPr/>
          </p:nvSpPr>
          <p:spPr bwMode="auto">
            <a:xfrm>
              <a:off x="8507413" y="5103813"/>
              <a:ext cx="258763" cy="285750"/>
            </a:xfrm>
            <a:custGeom>
              <a:avLst/>
              <a:gdLst>
                <a:gd name="T0" fmla="*/ 38 w 69"/>
                <a:gd name="T1" fmla="*/ 74 h 76"/>
                <a:gd name="T2" fmla="*/ 69 w 69"/>
                <a:gd name="T3" fmla="*/ 17 h 76"/>
                <a:gd name="T4" fmla="*/ 59 w 69"/>
                <a:gd name="T5" fmla="*/ 0 h 76"/>
                <a:gd name="T6" fmla="*/ 59 w 69"/>
                <a:gd name="T7" fmla="*/ 0 h 76"/>
                <a:gd name="T8" fmla="*/ 44 w 69"/>
                <a:gd name="T9" fmla="*/ 19 h 76"/>
                <a:gd name="T10" fmla="*/ 28 w 69"/>
                <a:gd name="T11" fmla="*/ 1 h 76"/>
                <a:gd name="T12" fmla="*/ 0 w 69"/>
                <a:gd name="T13" fmla="*/ 48 h 76"/>
                <a:gd name="T14" fmla="*/ 0 w 69"/>
                <a:gd name="T15" fmla="*/ 57 h 76"/>
                <a:gd name="T16" fmla="*/ 38 w 69"/>
                <a:gd name="T17" fmla="*/ 76 h 76"/>
                <a:gd name="T18" fmla="*/ 38 w 69"/>
                <a:gd name="T19" fmla="*/ 74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" h="76">
                  <a:moveTo>
                    <a:pt x="38" y="74"/>
                  </a:moveTo>
                  <a:cubicBezTo>
                    <a:pt x="38" y="49"/>
                    <a:pt x="50" y="28"/>
                    <a:pt x="69" y="17"/>
                  </a:cubicBezTo>
                  <a:cubicBezTo>
                    <a:pt x="65" y="12"/>
                    <a:pt x="61" y="7"/>
                    <a:pt x="59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12" y="8"/>
                    <a:pt x="0" y="26"/>
                    <a:pt x="0" y="48"/>
                  </a:cubicBezTo>
                  <a:cubicBezTo>
                    <a:pt x="0" y="51"/>
                    <a:pt x="0" y="54"/>
                    <a:pt x="0" y="57"/>
                  </a:cubicBezTo>
                  <a:cubicBezTo>
                    <a:pt x="9" y="67"/>
                    <a:pt x="22" y="75"/>
                    <a:pt x="38" y="76"/>
                  </a:cubicBezTo>
                  <a:cubicBezTo>
                    <a:pt x="38" y="75"/>
                    <a:pt x="38" y="75"/>
                    <a:pt x="38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</p:grpSp>
      <p:sp>
        <p:nvSpPr>
          <p:cNvPr id="42" name="TextBox 6"/>
          <p:cNvSpPr txBox="1">
            <a:spLocks noChangeArrowheads="1"/>
          </p:cNvSpPr>
          <p:nvPr/>
        </p:nvSpPr>
        <p:spPr bwMode="auto">
          <a:xfrm>
            <a:off x="3473783" y="277012"/>
            <a:ext cx="205105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0" lang="zh-CN" sz="18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+mn-ea"/>
              </a:rPr>
              <a:t>学生端用户信息</a:t>
            </a:r>
            <a:endParaRPr kumimoji="0" lang="zh-CN" sz="18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cs typeface="+mn-ea"/>
            </a:endParaRPr>
          </a:p>
        </p:txBody>
      </p:sp>
      <p:sp>
        <p:nvSpPr>
          <p:cNvPr id="43" name="TextBox 6"/>
          <p:cNvSpPr txBox="1">
            <a:spLocks noChangeArrowheads="1"/>
          </p:cNvSpPr>
          <p:nvPr/>
        </p:nvSpPr>
        <p:spPr bwMode="auto">
          <a:xfrm>
            <a:off x="3821045" y="752508"/>
            <a:ext cx="131597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sz="1100" i="0" u="none" strike="noStrike" cap="none" normalizeH="0" baseline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Arial Narrow" panose="020B0606020202030204" pitchFamily="34" charset="0"/>
              <a:cs typeface="+mn-ea"/>
            </a:endParaRPr>
          </a:p>
        </p:txBody>
      </p:sp>
      <p:pic>
        <p:nvPicPr>
          <p:cNvPr id="3" name="图片 2" descr="9C2C61C901E5D12657092EBF8DB24D6F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545" y="752475"/>
            <a:ext cx="7940040" cy="43459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2270693" y="3834122"/>
            <a:ext cx="933449" cy="390525"/>
            <a:chOff x="1150938" y="1535113"/>
            <a:chExt cx="933449" cy="390525"/>
          </a:xfrm>
          <a:solidFill>
            <a:schemeClr val="bg1">
              <a:lumMod val="95000"/>
            </a:schemeClr>
          </a:solidFill>
        </p:grpSpPr>
        <p:sp>
          <p:nvSpPr>
            <p:cNvPr id="16" name="Freeform 66"/>
            <p:cNvSpPr/>
            <p:nvPr/>
          </p:nvSpPr>
          <p:spPr bwMode="auto">
            <a:xfrm>
              <a:off x="1150938" y="1677988"/>
              <a:ext cx="293687" cy="247650"/>
            </a:xfrm>
            <a:custGeom>
              <a:avLst/>
              <a:gdLst>
                <a:gd name="T0" fmla="*/ 0 w 115"/>
                <a:gd name="T1" fmla="*/ 30 h 97"/>
                <a:gd name="T2" fmla="*/ 72 w 115"/>
                <a:gd name="T3" fmla="*/ 97 h 97"/>
                <a:gd name="T4" fmla="*/ 115 w 115"/>
                <a:gd name="T5" fmla="*/ 65 h 97"/>
                <a:gd name="T6" fmla="*/ 39 w 115"/>
                <a:gd name="T7" fmla="*/ 0 h 97"/>
                <a:gd name="T8" fmla="*/ 0 w 115"/>
                <a:gd name="T9" fmla="*/ 3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97">
                  <a:moveTo>
                    <a:pt x="0" y="30"/>
                  </a:moveTo>
                  <a:cubicBezTo>
                    <a:pt x="72" y="97"/>
                    <a:pt x="72" y="97"/>
                    <a:pt x="72" y="97"/>
                  </a:cubicBezTo>
                  <a:cubicBezTo>
                    <a:pt x="72" y="97"/>
                    <a:pt x="94" y="80"/>
                    <a:pt x="115" y="65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11" y="20"/>
                    <a:pt x="0" y="30"/>
                    <a:pt x="0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7" name="Freeform 67"/>
            <p:cNvSpPr/>
            <p:nvPr/>
          </p:nvSpPr>
          <p:spPr bwMode="auto">
            <a:xfrm>
              <a:off x="1295400" y="1535113"/>
              <a:ext cx="788987" cy="292100"/>
            </a:xfrm>
            <a:custGeom>
              <a:avLst/>
              <a:gdLst>
                <a:gd name="T0" fmla="*/ 261 w 309"/>
                <a:gd name="T1" fmla="*/ 33 h 114"/>
                <a:gd name="T2" fmla="*/ 205 w 309"/>
                <a:gd name="T3" fmla="*/ 64 h 114"/>
                <a:gd name="T4" fmla="*/ 125 w 309"/>
                <a:gd name="T5" fmla="*/ 55 h 114"/>
                <a:gd name="T6" fmla="*/ 176 w 309"/>
                <a:gd name="T7" fmla="*/ 48 h 114"/>
                <a:gd name="T8" fmla="*/ 217 w 309"/>
                <a:gd name="T9" fmla="*/ 19 h 114"/>
                <a:gd name="T10" fmla="*/ 140 w 309"/>
                <a:gd name="T11" fmla="*/ 14 h 114"/>
                <a:gd name="T12" fmla="*/ 66 w 309"/>
                <a:gd name="T13" fmla="*/ 14 h 114"/>
                <a:gd name="T14" fmla="*/ 0 w 309"/>
                <a:gd name="T15" fmla="*/ 54 h 114"/>
                <a:gd name="T16" fmla="*/ 68 w 309"/>
                <a:gd name="T17" fmla="*/ 114 h 114"/>
                <a:gd name="T18" fmla="*/ 91 w 309"/>
                <a:gd name="T19" fmla="*/ 102 h 114"/>
                <a:gd name="T20" fmla="*/ 205 w 309"/>
                <a:gd name="T21" fmla="*/ 102 h 114"/>
                <a:gd name="T22" fmla="*/ 309 w 309"/>
                <a:gd name="T23" fmla="*/ 19 h 114"/>
                <a:gd name="T24" fmla="*/ 261 w 309"/>
                <a:gd name="T25" fmla="*/ 33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9" h="114">
                  <a:moveTo>
                    <a:pt x="261" y="33"/>
                  </a:moveTo>
                  <a:cubicBezTo>
                    <a:pt x="243" y="49"/>
                    <a:pt x="227" y="60"/>
                    <a:pt x="205" y="64"/>
                  </a:cubicBezTo>
                  <a:cubicBezTo>
                    <a:pt x="170" y="70"/>
                    <a:pt x="135" y="62"/>
                    <a:pt x="125" y="55"/>
                  </a:cubicBezTo>
                  <a:cubicBezTo>
                    <a:pt x="108" y="44"/>
                    <a:pt x="126" y="51"/>
                    <a:pt x="176" y="48"/>
                  </a:cubicBezTo>
                  <a:cubicBezTo>
                    <a:pt x="227" y="45"/>
                    <a:pt x="217" y="19"/>
                    <a:pt x="217" y="19"/>
                  </a:cubicBezTo>
                  <a:cubicBezTo>
                    <a:pt x="206" y="17"/>
                    <a:pt x="193" y="16"/>
                    <a:pt x="140" y="14"/>
                  </a:cubicBezTo>
                  <a:cubicBezTo>
                    <a:pt x="121" y="14"/>
                    <a:pt x="84" y="10"/>
                    <a:pt x="66" y="14"/>
                  </a:cubicBezTo>
                  <a:cubicBezTo>
                    <a:pt x="46" y="18"/>
                    <a:pt x="28" y="35"/>
                    <a:pt x="0" y="54"/>
                  </a:cubicBezTo>
                  <a:cubicBezTo>
                    <a:pt x="68" y="114"/>
                    <a:pt x="68" y="114"/>
                    <a:pt x="68" y="114"/>
                  </a:cubicBezTo>
                  <a:cubicBezTo>
                    <a:pt x="79" y="107"/>
                    <a:pt x="87" y="102"/>
                    <a:pt x="91" y="102"/>
                  </a:cubicBezTo>
                  <a:cubicBezTo>
                    <a:pt x="112" y="102"/>
                    <a:pt x="166" y="107"/>
                    <a:pt x="205" y="102"/>
                  </a:cubicBezTo>
                  <a:cubicBezTo>
                    <a:pt x="282" y="64"/>
                    <a:pt x="309" y="19"/>
                    <a:pt x="309" y="19"/>
                  </a:cubicBezTo>
                  <a:cubicBezTo>
                    <a:pt x="309" y="19"/>
                    <a:pt x="288" y="0"/>
                    <a:pt x="261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821504" y="3746839"/>
            <a:ext cx="722312" cy="441325"/>
            <a:chOff x="979488" y="2314575"/>
            <a:chExt cx="722312" cy="441325"/>
          </a:xfrm>
          <a:solidFill>
            <a:schemeClr val="bg1">
              <a:lumMod val="95000"/>
            </a:schemeClr>
          </a:solidFill>
        </p:grpSpPr>
        <p:sp>
          <p:nvSpPr>
            <p:cNvPr id="19" name="Freeform 84"/>
            <p:cNvSpPr/>
            <p:nvPr/>
          </p:nvSpPr>
          <p:spPr bwMode="auto">
            <a:xfrm>
              <a:off x="1047750" y="2692400"/>
              <a:ext cx="87312" cy="63500"/>
            </a:xfrm>
            <a:custGeom>
              <a:avLst/>
              <a:gdLst>
                <a:gd name="T0" fmla="*/ 34 w 34"/>
                <a:gd name="T1" fmla="*/ 21 h 25"/>
                <a:gd name="T2" fmla="*/ 34 w 34"/>
                <a:gd name="T3" fmla="*/ 0 h 25"/>
                <a:gd name="T4" fmla="*/ 1 w 34"/>
                <a:gd name="T5" fmla="*/ 25 h 25"/>
                <a:gd name="T6" fmla="*/ 31 w 34"/>
                <a:gd name="T7" fmla="*/ 25 h 25"/>
                <a:gd name="T8" fmla="*/ 34 w 34"/>
                <a:gd name="T9" fmla="*/ 21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25">
                  <a:moveTo>
                    <a:pt x="34" y="21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4" y="0"/>
                    <a:pt x="0" y="25"/>
                    <a:pt x="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3" y="25"/>
                    <a:pt x="34" y="23"/>
                    <a:pt x="34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0" name="Freeform 85"/>
            <p:cNvSpPr/>
            <p:nvPr/>
          </p:nvSpPr>
          <p:spPr bwMode="auto">
            <a:xfrm>
              <a:off x="1163638" y="2600325"/>
              <a:ext cx="93662" cy="155575"/>
            </a:xfrm>
            <a:custGeom>
              <a:avLst/>
              <a:gdLst>
                <a:gd name="T0" fmla="*/ 33 w 37"/>
                <a:gd name="T1" fmla="*/ 61 h 61"/>
                <a:gd name="T2" fmla="*/ 37 w 37"/>
                <a:gd name="T3" fmla="*/ 57 h 61"/>
                <a:gd name="T4" fmla="*/ 37 w 37"/>
                <a:gd name="T5" fmla="*/ 0 h 61"/>
                <a:gd name="T6" fmla="*/ 1 w 37"/>
                <a:gd name="T7" fmla="*/ 27 h 61"/>
                <a:gd name="T8" fmla="*/ 0 w 37"/>
                <a:gd name="T9" fmla="*/ 28 h 61"/>
                <a:gd name="T10" fmla="*/ 0 w 37"/>
                <a:gd name="T11" fmla="*/ 57 h 61"/>
                <a:gd name="T12" fmla="*/ 3 w 37"/>
                <a:gd name="T13" fmla="*/ 61 h 61"/>
                <a:gd name="T14" fmla="*/ 33 w 37"/>
                <a:gd name="T15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61">
                  <a:moveTo>
                    <a:pt x="33" y="61"/>
                  </a:moveTo>
                  <a:cubicBezTo>
                    <a:pt x="35" y="61"/>
                    <a:pt x="37" y="59"/>
                    <a:pt x="37" y="57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9"/>
                    <a:pt x="1" y="61"/>
                    <a:pt x="3" y="61"/>
                  </a:cubicBezTo>
                  <a:lnTo>
                    <a:pt x="33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1" name="Freeform 86"/>
            <p:cNvSpPr/>
            <p:nvPr/>
          </p:nvSpPr>
          <p:spPr bwMode="auto">
            <a:xfrm>
              <a:off x="1282700" y="2525713"/>
              <a:ext cx="95250" cy="230187"/>
            </a:xfrm>
            <a:custGeom>
              <a:avLst/>
              <a:gdLst>
                <a:gd name="T0" fmla="*/ 34 w 37"/>
                <a:gd name="T1" fmla="*/ 90 h 90"/>
                <a:gd name="T2" fmla="*/ 37 w 37"/>
                <a:gd name="T3" fmla="*/ 86 h 90"/>
                <a:gd name="T4" fmla="*/ 37 w 37"/>
                <a:gd name="T5" fmla="*/ 11 h 90"/>
                <a:gd name="T6" fmla="*/ 27 w 37"/>
                <a:gd name="T7" fmla="*/ 0 h 90"/>
                <a:gd name="T8" fmla="*/ 12 w 37"/>
                <a:gd name="T9" fmla="*/ 12 h 90"/>
                <a:gd name="T10" fmla="*/ 0 w 37"/>
                <a:gd name="T11" fmla="*/ 21 h 90"/>
                <a:gd name="T12" fmla="*/ 0 w 37"/>
                <a:gd name="T13" fmla="*/ 86 h 90"/>
                <a:gd name="T14" fmla="*/ 4 w 37"/>
                <a:gd name="T15" fmla="*/ 90 h 90"/>
                <a:gd name="T16" fmla="*/ 34 w 37"/>
                <a:gd name="T17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" h="90">
                  <a:moveTo>
                    <a:pt x="34" y="90"/>
                  </a:moveTo>
                  <a:cubicBezTo>
                    <a:pt x="35" y="90"/>
                    <a:pt x="37" y="88"/>
                    <a:pt x="37" y="86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88"/>
                    <a:pt x="2" y="90"/>
                    <a:pt x="4" y="90"/>
                  </a:cubicBezTo>
                  <a:lnTo>
                    <a:pt x="34" y="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2" name="Freeform 87"/>
            <p:cNvSpPr/>
            <p:nvPr/>
          </p:nvSpPr>
          <p:spPr bwMode="auto">
            <a:xfrm>
              <a:off x="1404938" y="2562225"/>
              <a:ext cx="92075" cy="193675"/>
            </a:xfrm>
            <a:custGeom>
              <a:avLst/>
              <a:gdLst>
                <a:gd name="T0" fmla="*/ 33 w 36"/>
                <a:gd name="T1" fmla="*/ 76 h 76"/>
                <a:gd name="T2" fmla="*/ 36 w 36"/>
                <a:gd name="T3" fmla="*/ 72 h 76"/>
                <a:gd name="T4" fmla="*/ 36 w 36"/>
                <a:gd name="T5" fmla="*/ 0 h 76"/>
                <a:gd name="T6" fmla="*/ 22 w 36"/>
                <a:gd name="T7" fmla="*/ 11 h 76"/>
                <a:gd name="T8" fmla="*/ 18 w 36"/>
                <a:gd name="T9" fmla="*/ 14 h 76"/>
                <a:gd name="T10" fmla="*/ 5 w 36"/>
                <a:gd name="T11" fmla="*/ 13 h 76"/>
                <a:gd name="T12" fmla="*/ 4 w 36"/>
                <a:gd name="T13" fmla="*/ 12 h 76"/>
                <a:gd name="T14" fmla="*/ 0 w 36"/>
                <a:gd name="T15" fmla="*/ 8 h 76"/>
                <a:gd name="T16" fmla="*/ 0 w 36"/>
                <a:gd name="T17" fmla="*/ 72 h 76"/>
                <a:gd name="T18" fmla="*/ 3 w 36"/>
                <a:gd name="T19" fmla="*/ 76 h 76"/>
                <a:gd name="T20" fmla="*/ 33 w 36"/>
                <a:gd name="T21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76">
                  <a:moveTo>
                    <a:pt x="33" y="76"/>
                  </a:moveTo>
                  <a:cubicBezTo>
                    <a:pt x="35" y="76"/>
                    <a:pt x="36" y="74"/>
                    <a:pt x="36" y="72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4" y="17"/>
                    <a:pt x="9" y="17"/>
                    <a:pt x="5" y="13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4"/>
                    <a:pt x="1" y="76"/>
                    <a:pt x="3" y="76"/>
                  </a:cubicBezTo>
                  <a:lnTo>
                    <a:pt x="33" y="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3" name="Freeform 88"/>
            <p:cNvSpPr/>
            <p:nvPr/>
          </p:nvSpPr>
          <p:spPr bwMode="auto">
            <a:xfrm>
              <a:off x="1525588" y="2465388"/>
              <a:ext cx="95250" cy="290512"/>
            </a:xfrm>
            <a:custGeom>
              <a:avLst/>
              <a:gdLst>
                <a:gd name="T0" fmla="*/ 33 w 37"/>
                <a:gd name="T1" fmla="*/ 114 h 114"/>
                <a:gd name="T2" fmla="*/ 37 w 37"/>
                <a:gd name="T3" fmla="*/ 110 h 114"/>
                <a:gd name="T4" fmla="*/ 37 w 37"/>
                <a:gd name="T5" fmla="*/ 0 h 114"/>
                <a:gd name="T6" fmla="*/ 15 w 37"/>
                <a:gd name="T7" fmla="*/ 18 h 114"/>
                <a:gd name="T8" fmla="*/ 0 w 37"/>
                <a:gd name="T9" fmla="*/ 29 h 114"/>
                <a:gd name="T10" fmla="*/ 0 w 37"/>
                <a:gd name="T11" fmla="*/ 110 h 114"/>
                <a:gd name="T12" fmla="*/ 3 w 37"/>
                <a:gd name="T13" fmla="*/ 114 h 114"/>
                <a:gd name="T14" fmla="*/ 33 w 37"/>
                <a:gd name="T15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114">
                  <a:moveTo>
                    <a:pt x="33" y="114"/>
                  </a:moveTo>
                  <a:cubicBezTo>
                    <a:pt x="35" y="114"/>
                    <a:pt x="37" y="112"/>
                    <a:pt x="37" y="11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0" y="112"/>
                    <a:pt x="1" y="114"/>
                    <a:pt x="3" y="114"/>
                  </a:cubicBezTo>
                  <a:lnTo>
                    <a:pt x="33" y="1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4" name="Freeform 89"/>
            <p:cNvSpPr/>
            <p:nvPr/>
          </p:nvSpPr>
          <p:spPr bwMode="auto">
            <a:xfrm>
              <a:off x="979488" y="2314575"/>
              <a:ext cx="722312" cy="420687"/>
            </a:xfrm>
            <a:custGeom>
              <a:avLst/>
              <a:gdLst>
                <a:gd name="T0" fmla="*/ 283 w 283"/>
                <a:gd name="T1" fmla="*/ 10 h 165"/>
                <a:gd name="T2" fmla="*/ 280 w 283"/>
                <a:gd name="T3" fmla="*/ 3 h 165"/>
                <a:gd name="T4" fmla="*/ 273 w 283"/>
                <a:gd name="T5" fmla="*/ 0 h 165"/>
                <a:gd name="T6" fmla="*/ 263 w 283"/>
                <a:gd name="T7" fmla="*/ 0 h 165"/>
                <a:gd name="T8" fmla="*/ 229 w 283"/>
                <a:gd name="T9" fmla="*/ 0 h 165"/>
                <a:gd name="T10" fmla="*/ 225 w 283"/>
                <a:gd name="T11" fmla="*/ 1 h 165"/>
                <a:gd name="T12" fmla="*/ 225 w 283"/>
                <a:gd name="T13" fmla="*/ 1 h 165"/>
                <a:gd name="T14" fmla="*/ 219 w 283"/>
                <a:gd name="T15" fmla="*/ 10 h 165"/>
                <a:gd name="T16" fmla="*/ 225 w 283"/>
                <a:gd name="T17" fmla="*/ 19 h 165"/>
                <a:gd name="T18" fmla="*/ 229 w 283"/>
                <a:gd name="T19" fmla="*/ 20 h 165"/>
                <a:gd name="T20" fmla="*/ 240 w 283"/>
                <a:gd name="T21" fmla="*/ 20 h 165"/>
                <a:gd name="T22" fmla="*/ 246 w 283"/>
                <a:gd name="T23" fmla="*/ 20 h 165"/>
                <a:gd name="T24" fmla="*/ 235 w 283"/>
                <a:gd name="T25" fmla="*/ 28 h 165"/>
                <a:gd name="T26" fmla="*/ 216 w 283"/>
                <a:gd name="T27" fmla="*/ 45 h 165"/>
                <a:gd name="T28" fmla="*/ 205 w 283"/>
                <a:gd name="T29" fmla="*/ 54 h 165"/>
                <a:gd name="T30" fmla="*/ 190 w 283"/>
                <a:gd name="T31" fmla="*/ 66 h 165"/>
                <a:gd name="T32" fmla="*/ 181 w 283"/>
                <a:gd name="T33" fmla="*/ 73 h 165"/>
                <a:gd name="T34" fmla="*/ 171 w 283"/>
                <a:gd name="T35" fmla="*/ 63 h 165"/>
                <a:gd name="T36" fmla="*/ 167 w 283"/>
                <a:gd name="T37" fmla="*/ 59 h 165"/>
                <a:gd name="T38" fmla="*/ 156 w 283"/>
                <a:gd name="T39" fmla="*/ 48 h 165"/>
                <a:gd name="T40" fmla="*/ 154 w 283"/>
                <a:gd name="T41" fmla="*/ 46 h 165"/>
                <a:gd name="T42" fmla="*/ 141 w 283"/>
                <a:gd name="T43" fmla="*/ 45 h 165"/>
                <a:gd name="T44" fmla="*/ 131 w 283"/>
                <a:gd name="T45" fmla="*/ 53 h 165"/>
                <a:gd name="T46" fmla="*/ 119 w 283"/>
                <a:gd name="T47" fmla="*/ 62 h 165"/>
                <a:gd name="T48" fmla="*/ 112 w 283"/>
                <a:gd name="T49" fmla="*/ 67 h 165"/>
                <a:gd name="T50" fmla="*/ 108 w 283"/>
                <a:gd name="T51" fmla="*/ 70 h 165"/>
                <a:gd name="T52" fmla="*/ 71 w 283"/>
                <a:gd name="T53" fmla="*/ 98 h 165"/>
                <a:gd name="T54" fmla="*/ 70 w 283"/>
                <a:gd name="T55" fmla="*/ 98 h 165"/>
                <a:gd name="T56" fmla="*/ 59 w 283"/>
                <a:gd name="T57" fmla="*/ 107 h 165"/>
                <a:gd name="T58" fmla="*/ 11 w 283"/>
                <a:gd name="T59" fmla="*/ 142 h 165"/>
                <a:gd name="T60" fmla="*/ 6 w 283"/>
                <a:gd name="T61" fmla="*/ 147 h 165"/>
                <a:gd name="T62" fmla="*/ 4 w 283"/>
                <a:gd name="T63" fmla="*/ 160 h 165"/>
                <a:gd name="T64" fmla="*/ 13 w 283"/>
                <a:gd name="T65" fmla="*/ 164 h 165"/>
                <a:gd name="T66" fmla="*/ 17 w 283"/>
                <a:gd name="T67" fmla="*/ 162 h 165"/>
                <a:gd name="T68" fmla="*/ 59 w 283"/>
                <a:gd name="T69" fmla="*/ 131 h 165"/>
                <a:gd name="T70" fmla="*/ 70 w 283"/>
                <a:gd name="T71" fmla="*/ 123 h 165"/>
                <a:gd name="T72" fmla="*/ 71 w 283"/>
                <a:gd name="T73" fmla="*/ 122 h 165"/>
                <a:gd name="T74" fmla="*/ 108 w 283"/>
                <a:gd name="T75" fmla="*/ 94 h 165"/>
                <a:gd name="T76" fmla="*/ 112 w 283"/>
                <a:gd name="T77" fmla="*/ 91 h 165"/>
                <a:gd name="T78" fmla="*/ 119 w 283"/>
                <a:gd name="T79" fmla="*/ 86 h 165"/>
                <a:gd name="T80" fmla="*/ 131 w 283"/>
                <a:gd name="T81" fmla="*/ 77 h 165"/>
                <a:gd name="T82" fmla="*/ 146 w 283"/>
                <a:gd name="T83" fmla="*/ 65 h 165"/>
                <a:gd name="T84" fmla="*/ 156 w 283"/>
                <a:gd name="T85" fmla="*/ 76 h 165"/>
                <a:gd name="T86" fmla="*/ 167 w 283"/>
                <a:gd name="T87" fmla="*/ 87 h 165"/>
                <a:gd name="T88" fmla="*/ 171 w 283"/>
                <a:gd name="T89" fmla="*/ 91 h 165"/>
                <a:gd name="T90" fmla="*/ 173 w 283"/>
                <a:gd name="T91" fmla="*/ 93 h 165"/>
                <a:gd name="T92" fmla="*/ 186 w 283"/>
                <a:gd name="T93" fmla="*/ 94 h 165"/>
                <a:gd name="T94" fmla="*/ 190 w 283"/>
                <a:gd name="T95" fmla="*/ 90 h 165"/>
                <a:gd name="T96" fmla="*/ 205 w 283"/>
                <a:gd name="T97" fmla="*/ 79 h 165"/>
                <a:gd name="T98" fmla="*/ 216 w 283"/>
                <a:gd name="T99" fmla="*/ 70 h 165"/>
                <a:gd name="T100" fmla="*/ 231 w 283"/>
                <a:gd name="T101" fmla="*/ 58 h 165"/>
                <a:gd name="T102" fmla="*/ 263 w 283"/>
                <a:gd name="T103" fmla="*/ 31 h 165"/>
                <a:gd name="T104" fmla="*/ 264 w 283"/>
                <a:gd name="T105" fmla="*/ 31 h 165"/>
                <a:gd name="T106" fmla="*/ 264 w 283"/>
                <a:gd name="T107" fmla="*/ 53 h 165"/>
                <a:gd name="T108" fmla="*/ 274 w 283"/>
                <a:gd name="T109" fmla="*/ 62 h 165"/>
                <a:gd name="T110" fmla="*/ 283 w 283"/>
                <a:gd name="T111" fmla="*/ 53 h 165"/>
                <a:gd name="T112" fmla="*/ 283 w 283"/>
                <a:gd name="T113" fmla="*/ 1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83" h="165">
                  <a:moveTo>
                    <a:pt x="283" y="10"/>
                  </a:moveTo>
                  <a:cubicBezTo>
                    <a:pt x="283" y="7"/>
                    <a:pt x="282" y="5"/>
                    <a:pt x="280" y="3"/>
                  </a:cubicBezTo>
                  <a:cubicBezTo>
                    <a:pt x="278" y="1"/>
                    <a:pt x="276" y="0"/>
                    <a:pt x="273" y="0"/>
                  </a:cubicBezTo>
                  <a:cubicBezTo>
                    <a:pt x="263" y="0"/>
                    <a:pt x="263" y="0"/>
                    <a:pt x="263" y="0"/>
                  </a:cubicBezTo>
                  <a:cubicBezTo>
                    <a:pt x="229" y="0"/>
                    <a:pt x="229" y="0"/>
                    <a:pt x="229" y="0"/>
                  </a:cubicBezTo>
                  <a:cubicBezTo>
                    <a:pt x="227" y="0"/>
                    <a:pt x="226" y="1"/>
                    <a:pt x="225" y="1"/>
                  </a:cubicBezTo>
                  <a:cubicBezTo>
                    <a:pt x="225" y="1"/>
                    <a:pt x="225" y="1"/>
                    <a:pt x="225" y="1"/>
                  </a:cubicBezTo>
                  <a:cubicBezTo>
                    <a:pt x="221" y="3"/>
                    <a:pt x="219" y="6"/>
                    <a:pt x="219" y="10"/>
                  </a:cubicBezTo>
                  <a:cubicBezTo>
                    <a:pt x="219" y="14"/>
                    <a:pt x="222" y="18"/>
                    <a:pt x="225" y="19"/>
                  </a:cubicBezTo>
                  <a:cubicBezTo>
                    <a:pt x="226" y="20"/>
                    <a:pt x="227" y="20"/>
                    <a:pt x="229" y="20"/>
                  </a:cubicBezTo>
                  <a:cubicBezTo>
                    <a:pt x="240" y="20"/>
                    <a:pt x="240" y="20"/>
                    <a:pt x="240" y="20"/>
                  </a:cubicBezTo>
                  <a:cubicBezTo>
                    <a:pt x="246" y="20"/>
                    <a:pt x="246" y="20"/>
                    <a:pt x="246" y="20"/>
                  </a:cubicBezTo>
                  <a:cubicBezTo>
                    <a:pt x="235" y="28"/>
                    <a:pt x="235" y="28"/>
                    <a:pt x="235" y="28"/>
                  </a:cubicBezTo>
                  <a:cubicBezTo>
                    <a:pt x="216" y="45"/>
                    <a:pt x="216" y="45"/>
                    <a:pt x="216" y="45"/>
                  </a:cubicBezTo>
                  <a:cubicBezTo>
                    <a:pt x="205" y="54"/>
                    <a:pt x="205" y="54"/>
                    <a:pt x="205" y="54"/>
                  </a:cubicBezTo>
                  <a:cubicBezTo>
                    <a:pt x="190" y="66"/>
                    <a:pt x="190" y="66"/>
                    <a:pt x="190" y="66"/>
                  </a:cubicBezTo>
                  <a:cubicBezTo>
                    <a:pt x="181" y="73"/>
                    <a:pt x="181" y="73"/>
                    <a:pt x="181" y="73"/>
                  </a:cubicBezTo>
                  <a:cubicBezTo>
                    <a:pt x="171" y="63"/>
                    <a:pt x="171" y="63"/>
                    <a:pt x="171" y="63"/>
                  </a:cubicBezTo>
                  <a:cubicBezTo>
                    <a:pt x="167" y="59"/>
                    <a:pt x="167" y="59"/>
                    <a:pt x="167" y="59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1" y="42"/>
                    <a:pt x="145" y="42"/>
                    <a:pt x="141" y="45"/>
                  </a:cubicBezTo>
                  <a:cubicBezTo>
                    <a:pt x="131" y="53"/>
                    <a:pt x="131" y="53"/>
                    <a:pt x="131" y="53"/>
                  </a:cubicBezTo>
                  <a:cubicBezTo>
                    <a:pt x="119" y="62"/>
                    <a:pt x="119" y="62"/>
                    <a:pt x="119" y="62"/>
                  </a:cubicBezTo>
                  <a:cubicBezTo>
                    <a:pt x="112" y="67"/>
                    <a:pt x="112" y="67"/>
                    <a:pt x="112" y="67"/>
                  </a:cubicBezTo>
                  <a:cubicBezTo>
                    <a:pt x="108" y="70"/>
                    <a:pt x="108" y="70"/>
                    <a:pt x="108" y="70"/>
                  </a:cubicBezTo>
                  <a:cubicBezTo>
                    <a:pt x="71" y="98"/>
                    <a:pt x="71" y="98"/>
                    <a:pt x="71" y="98"/>
                  </a:cubicBezTo>
                  <a:cubicBezTo>
                    <a:pt x="70" y="98"/>
                    <a:pt x="70" y="98"/>
                    <a:pt x="70" y="98"/>
                  </a:cubicBezTo>
                  <a:cubicBezTo>
                    <a:pt x="59" y="107"/>
                    <a:pt x="59" y="107"/>
                    <a:pt x="59" y="107"/>
                  </a:cubicBezTo>
                  <a:cubicBezTo>
                    <a:pt x="11" y="142"/>
                    <a:pt x="11" y="142"/>
                    <a:pt x="11" y="142"/>
                  </a:cubicBezTo>
                  <a:cubicBezTo>
                    <a:pt x="6" y="147"/>
                    <a:pt x="6" y="147"/>
                    <a:pt x="6" y="147"/>
                  </a:cubicBezTo>
                  <a:cubicBezTo>
                    <a:pt x="1" y="150"/>
                    <a:pt x="0" y="156"/>
                    <a:pt x="4" y="160"/>
                  </a:cubicBezTo>
                  <a:cubicBezTo>
                    <a:pt x="6" y="163"/>
                    <a:pt x="10" y="165"/>
                    <a:pt x="13" y="164"/>
                  </a:cubicBezTo>
                  <a:cubicBezTo>
                    <a:pt x="15" y="164"/>
                    <a:pt x="16" y="163"/>
                    <a:pt x="17" y="162"/>
                  </a:cubicBezTo>
                  <a:cubicBezTo>
                    <a:pt x="59" y="131"/>
                    <a:pt x="59" y="131"/>
                    <a:pt x="59" y="131"/>
                  </a:cubicBezTo>
                  <a:cubicBezTo>
                    <a:pt x="70" y="123"/>
                    <a:pt x="70" y="123"/>
                    <a:pt x="70" y="123"/>
                  </a:cubicBezTo>
                  <a:cubicBezTo>
                    <a:pt x="71" y="122"/>
                    <a:pt x="71" y="122"/>
                    <a:pt x="71" y="122"/>
                  </a:cubicBezTo>
                  <a:cubicBezTo>
                    <a:pt x="108" y="94"/>
                    <a:pt x="108" y="94"/>
                    <a:pt x="108" y="94"/>
                  </a:cubicBezTo>
                  <a:cubicBezTo>
                    <a:pt x="112" y="91"/>
                    <a:pt x="112" y="91"/>
                    <a:pt x="112" y="91"/>
                  </a:cubicBezTo>
                  <a:cubicBezTo>
                    <a:pt x="119" y="86"/>
                    <a:pt x="119" y="86"/>
                    <a:pt x="119" y="86"/>
                  </a:cubicBezTo>
                  <a:cubicBezTo>
                    <a:pt x="131" y="77"/>
                    <a:pt x="131" y="77"/>
                    <a:pt x="131" y="77"/>
                  </a:cubicBezTo>
                  <a:cubicBezTo>
                    <a:pt x="146" y="65"/>
                    <a:pt x="146" y="65"/>
                    <a:pt x="146" y="65"/>
                  </a:cubicBezTo>
                  <a:cubicBezTo>
                    <a:pt x="156" y="76"/>
                    <a:pt x="156" y="76"/>
                    <a:pt x="156" y="76"/>
                  </a:cubicBezTo>
                  <a:cubicBezTo>
                    <a:pt x="167" y="87"/>
                    <a:pt x="167" y="87"/>
                    <a:pt x="167" y="87"/>
                  </a:cubicBezTo>
                  <a:cubicBezTo>
                    <a:pt x="171" y="91"/>
                    <a:pt x="171" y="91"/>
                    <a:pt x="171" y="91"/>
                  </a:cubicBezTo>
                  <a:cubicBezTo>
                    <a:pt x="173" y="93"/>
                    <a:pt x="173" y="93"/>
                    <a:pt x="173" y="93"/>
                  </a:cubicBezTo>
                  <a:cubicBezTo>
                    <a:pt x="177" y="96"/>
                    <a:pt x="182" y="97"/>
                    <a:pt x="186" y="9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205" y="79"/>
                    <a:pt x="205" y="79"/>
                    <a:pt x="205" y="79"/>
                  </a:cubicBezTo>
                  <a:cubicBezTo>
                    <a:pt x="216" y="70"/>
                    <a:pt x="216" y="70"/>
                    <a:pt x="216" y="70"/>
                  </a:cubicBezTo>
                  <a:cubicBezTo>
                    <a:pt x="231" y="58"/>
                    <a:pt x="231" y="58"/>
                    <a:pt x="231" y="58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4" y="31"/>
                    <a:pt x="264" y="31"/>
                    <a:pt x="264" y="31"/>
                  </a:cubicBezTo>
                  <a:cubicBezTo>
                    <a:pt x="264" y="53"/>
                    <a:pt x="264" y="53"/>
                    <a:pt x="264" y="53"/>
                  </a:cubicBezTo>
                  <a:cubicBezTo>
                    <a:pt x="264" y="58"/>
                    <a:pt x="268" y="62"/>
                    <a:pt x="274" y="62"/>
                  </a:cubicBezTo>
                  <a:cubicBezTo>
                    <a:pt x="279" y="62"/>
                    <a:pt x="283" y="58"/>
                    <a:pt x="283" y="53"/>
                  </a:cubicBezTo>
                  <a:lnTo>
                    <a:pt x="283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3013465" y="2668045"/>
            <a:ext cx="706438" cy="596900"/>
            <a:chOff x="8507413" y="4900613"/>
            <a:chExt cx="706438" cy="596900"/>
          </a:xfrm>
          <a:solidFill>
            <a:schemeClr val="bg1">
              <a:lumMod val="95000"/>
            </a:schemeClr>
          </a:solidFill>
        </p:grpSpPr>
        <p:sp>
          <p:nvSpPr>
            <p:cNvPr id="29" name="Oval 188"/>
            <p:cNvSpPr>
              <a:spLocks noChangeArrowheads="1"/>
            </p:cNvSpPr>
            <p:nvPr/>
          </p:nvSpPr>
          <p:spPr bwMode="auto">
            <a:xfrm>
              <a:off x="8759826" y="4967288"/>
              <a:ext cx="203200" cy="2032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0" name="Freeform 189"/>
            <p:cNvSpPr/>
            <p:nvPr/>
          </p:nvSpPr>
          <p:spPr bwMode="auto">
            <a:xfrm>
              <a:off x="8683626" y="5189538"/>
              <a:ext cx="357188" cy="307975"/>
            </a:xfrm>
            <a:custGeom>
              <a:avLst/>
              <a:gdLst>
                <a:gd name="T0" fmla="*/ 65 w 95"/>
                <a:gd name="T1" fmla="*/ 0 h 82"/>
                <a:gd name="T2" fmla="*/ 48 w 95"/>
                <a:gd name="T3" fmla="*/ 20 h 82"/>
                <a:gd name="T4" fmla="*/ 31 w 95"/>
                <a:gd name="T5" fmla="*/ 0 h 82"/>
                <a:gd name="T6" fmla="*/ 0 w 95"/>
                <a:gd name="T7" fmla="*/ 51 h 82"/>
                <a:gd name="T8" fmla="*/ 1 w 95"/>
                <a:gd name="T9" fmla="*/ 61 h 82"/>
                <a:gd name="T10" fmla="*/ 48 w 95"/>
                <a:gd name="T11" fmla="*/ 82 h 82"/>
                <a:gd name="T12" fmla="*/ 94 w 95"/>
                <a:gd name="T13" fmla="*/ 61 h 82"/>
                <a:gd name="T14" fmla="*/ 95 w 95"/>
                <a:gd name="T15" fmla="*/ 51 h 82"/>
                <a:gd name="T16" fmla="*/ 65 w 95"/>
                <a:gd name="T17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5" h="82">
                  <a:moveTo>
                    <a:pt x="65" y="0"/>
                  </a:moveTo>
                  <a:cubicBezTo>
                    <a:pt x="48" y="20"/>
                    <a:pt x="48" y="20"/>
                    <a:pt x="48" y="2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13" y="8"/>
                    <a:pt x="0" y="28"/>
                    <a:pt x="0" y="51"/>
                  </a:cubicBezTo>
                  <a:cubicBezTo>
                    <a:pt x="0" y="54"/>
                    <a:pt x="1" y="57"/>
                    <a:pt x="1" y="61"/>
                  </a:cubicBezTo>
                  <a:cubicBezTo>
                    <a:pt x="11" y="73"/>
                    <a:pt x="28" y="82"/>
                    <a:pt x="48" y="82"/>
                  </a:cubicBezTo>
                  <a:cubicBezTo>
                    <a:pt x="67" y="82"/>
                    <a:pt x="84" y="73"/>
                    <a:pt x="94" y="61"/>
                  </a:cubicBezTo>
                  <a:cubicBezTo>
                    <a:pt x="95" y="57"/>
                    <a:pt x="95" y="54"/>
                    <a:pt x="95" y="51"/>
                  </a:cubicBezTo>
                  <a:cubicBezTo>
                    <a:pt x="95" y="28"/>
                    <a:pt x="82" y="7"/>
                    <a:pt x="6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1" name="Freeform 190"/>
            <p:cNvSpPr/>
            <p:nvPr/>
          </p:nvSpPr>
          <p:spPr bwMode="auto">
            <a:xfrm>
              <a:off x="8958263" y="4900613"/>
              <a:ext cx="184150" cy="187325"/>
            </a:xfrm>
            <a:custGeom>
              <a:avLst/>
              <a:gdLst>
                <a:gd name="T0" fmla="*/ 24 w 49"/>
                <a:gd name="T1" fmla="*/ 0 h 50"/>
                <a:gd name="T2" fmla="*/ 0 w 49"/>
                <a:gd name="T3" fmla="*/ 18 h 50"/>
                <a:gd name="T4" fmla="*/ 11 w 49"/>
                <a:gd name="T5" fmla="*/ 45 h 50"/>
                <a:gd name="T6" fmla="*/ 11 w 49"/>
                <a:gd name="T7" fmla="*/ 46 h 50"/>
                <a:gd name="T8" fmla="*/ 24 w 49"/>
                <a:gd name="T9" fmla="*/ 50 h 50"/>
                <a:gd name="T10" fmla="*/ 49 w 49"/>
                <a:gd name="T11" fmla="*/ 25 h 50"/>
                <a:gd name="T12" fmla="*/ 24 w 49"/>
                <a:gd name="T13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50">
                  <a:moveTo>
                    <a:pt x="24" y="0"/>
                  </a:moveTo>
                  <a:cubicBezTo>
                    <a:pt x="12" y="0"/>
                    <a:pt x="2" y="8"/>
                    <a:pt x="0" y="18"/>
                  </a:cubicBezTo>
                  <a:cubicBezTo>
                    <a:pt x="6" y="25"/>
                    <a:pt x="11" y="34"/>
                    <a:pt x="11" y="45"/>
                  </a:cubicBezTo>
                  <a:cubicBezTo>
                    <a:pt x="11" y="45"/>
                    <a:pt x="11" y="46"/>
                    <a:pt x="11" y="46"/>
                  </a:cubicBezTo>
                  <a:cubicBezTo>
                    <a:pt x="14" y="49"/>
                    <a:pt x="19" y="50"/>
                    <a:pt x="24" y="50"/>
                  </a:cubicBezTo>
                  <a:cubicBezTo>
                    <a:pt x="37" y="50"/>
                    <a:pt x="49" y="39"/>
                    <a:pt x="49" y="25"/>
                  </a:cubicBezTo>
                  <a:cubicBezTo>
                    <a:pt x="49" y="11"/>
                    <a:pt x="37" y="0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2" name="Freeform 191"/>
            <p:cNvSpPr/>
            <p:nvPr/>
          </p:nvSpPr>
          <p:spPr bwMode="auto">
            <a:xfrm>
              <a:off x="8575676" y="4900613"/>
              <a:ext cx="187325" cy="187325"/>
            </a:xfrm>
            <a:custGeom>
              <a:avLst/>
              <a:gdLst>
                <a:gd name="T0" fmla="*/ 40 w 50"/>
                <a:gd name="T1" fmla="*/ 45 h 50"/>
                <a:gd name="T2" fmla="*/ 50 w 50"/>
                <a:gd name="T3" fmla="*/ 20 h 50"/>
                <a:gd name="T4" fmla="*/ 25 w 50"/>
                <a:gd name="T5" fmla="*/ 0 h 50"/>
                <a:gd name="T6" fmla="*/ 0 w 50"/>
                <a:gd name="T7" fmla="*/ 25 h 50"/>
                <a:gd name="T8" fmla="*/ 25 w 50"/>
                <a:gd name="T9" fmla="*/ 50 h 50"/>
                <a:gd name="T10" fmla="*/ 40 w 50"/>
                <a:gd name="T11" fmla="*/ 45 h 50"/>
                <a:gd name="T12" fmla="*/ 40 w 50"/>
                <a:gd name="T13" fmla="*/ 45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" h="50">
                  <a:moveTo>
                    <a:pt x="40" y="45"/>
                  </a:moveTo>
                  <a:cubicBezTo>
                    <a:pt x="40" y="35"/>
                    <a:pt x="44" y="26"/>
                    <a:pt x="50" y="20"/>
                  </a:cubicBezTo>
                  <a:cubicBezTo>
                    <a:pt x="48" y="8"/>
                    <a:pt x="37" y="0"/>
                    <a:pt x="25" y="0"/>
                  </a:cubicBezTo>
                  <a:cubicBezTo>
                    <a:pt x="12" y="0"/>
                    <a:pt x="0" y="11"/>
                    <a:pt x="0" y="25"/>
                  </a:cubicBezTo>
                  <a:cubicBezTo>
                    <a:pt x="0" y="39"/>
                    <a:pt x="12" y="50"/>
                    <a:pt x="25" y="50"/>
                  </a:cubicBezTo>
                  <a:cubicBezTo>
                    <a:pt x="31" y="50"/>
                    <a:pt x="36" y="48"/>
                    <a:pt x="40" y="45"/>
                  </a:cubicBezTo>
                  <a:cubicBezTo>
                    <a:pt x="40" y="45"/>
                    <a:pt x="40" y="45"/>
                    <a:pt x="40" y="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3" name="Freeform 192"/>
            <p:cNvSpPr/>
            <p:nvPr/>
          </p:nvSpPr>
          <p:spPr bwMode="auto">
            <a:xfrm>
              <a:off x="8958263" y="5103813"/>
              <a:ext cx="255588" cy="285750"/>
            </a:xfrm>
            <a:custGeom>
              <a:avLst/>
              <a:gdLst>
                <a:gd name="T0" fmla="*/ 40 w 68"/>
                <a:gd name="T1" fmla="*/ 0 h 76"/>
                <a:gd name="T2" fmla="*/ 24 w 68"/>
                <a:gd name="T3" fmla="*/ 19 h 76"/>
                <a:gd name="T4" fmla="*/ 9 w 68"/>
                <a:gd name="T5" fmla="*/ 2 h 76"/>
                <a:gd name="T6" fmla="*/ 0 w 68"/>
                <a:gd name="T7" fmla="*/ 16 h 76"/>
                <a:gd name="T8" fmla="*/ 32 w 68"/>
                <a:gd name="T9" fmla="*/ 74 h 76"/>
                <a:gd name="T10" fmla="*/ 31 w 68"/>
                <a:gd name="T11" fmla="*/ 76 h 76"/>
                <a:gd name="T12" fmla="*/ 67 w 68"/>
                <a:gd name="T13" fmla="*/ 57 h 76"/>
                <a:gd name="T14" fmla="*/ 68 w 68"/>
                <a:gd name="T15" fmla="*/ 48 h 76"/>
                <a:gd name="T16" fmla="*/ 40 w 68"/>
                <a:gd name="T17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8" h="76">
                  <a:moveTo>
                    <a:pt x="40" y="0"/>
                  </a:moveTo>
                  <a:cubicBezTo>
                    <a:pt x="24" y="19"/>
                    <a:pt x="24" y="19"/>
                    <a:pt x="24" y="19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7" y="7"/>
                    <a:pt x="4" y="12"/>
                    <a:pt x="0" y="16"/>
                  </a:cubicBezTo>
                  <a:cubicBezTo>
                    <a:pt x="19" y="27"/>
                    <a:pt x="32" y="49"/>
                    <a:pt x="32" y="74"/>
                  </a:cubicBezTo>
                  <a:cubicBezTo>
                    <a:pt x="32" y="75"/>
                    <a:pt x="31" y="75"/>
                    <a:pt x="31" y="76"/>
                  </a:cubicBezTo>
                  <a:cubicBezTo>
                    <a:pt x="46" y="74"/>
                    <a:pt x="59" y="67"/>
                    <a:pt x="67" y="57"/>
                  </a:cubicBezTo>
                  <a:cubicBezTo>
                    <a:pt x="68" y="54"/>
                    <a:pt x="68" y="51"/>
                    <a:pt x="68" y="48"/>
                  </a:cubicBezTo>
                  <a:cubicBezTo>
                    <a:pt x="68" y="26"/>
                    <a:pt x="56" y="8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4" name="Freeform 193"/>
            <p:cNvSpPr/>
            <p:nvPr/>
          </p:nvSpPr>
          <p:spPr bwMode="auto">
            <a:xfrm>
              <a:off x="8507413" y="5103813"/>
              <a:ext cx="258763" cy="285750"/>
            </a:xfrm>
            <a:custGeom>
              <a:avLst/>
              <a:gdLst>
                <a:gd name="T0" fmla="*/ 38 w 69"/>
                <a:gd name="T1" fmla="*/ 74 h 76"/>
                <a:gd name="T2" fmla="*/ 69 w 69"/>
                <a:gd name="T3" fmla="*/ 17 h 76"/>
                <a:gd name="T4" fmla="*/ 59 w 69"/>
                <a:gd name="T5" fmla="*/ 0 h 76"/>
                <a:gd name="T6" fmla="*/ 59 w 69"/>
                <a:gd name="T7" fmla="*/ 0 h 76"/>
                <a:gd name="T8" fmla="*/ 44 w 69"/>
                <a:gd name="T9" fmla="*/ 19 h 76"/>
                <a:gd name="T10" fmla="*/ 28 w 69"/>
                <a:gd name="T11" fmla="*/ 1 h 76"/>
                <a:gd name="T12" fmla="*/ 0 w 69"/>
                <a:gd name="T13" fmla="*/ 48 h 76"/>
                <a:gd name="T14" fmla="*/ 0 w 69"/>
                <a:gd name="T15" fmla="*/ 57 h 76"/>
                <a:gd name="T16" fmla="*/ 38 w 69"/>
                <a:gd name="T17" fmla="*/ 76 h 76"/>
                <a:gd name="T18" fmla="*/ 38 w 69"/>
                <a:gd name="T19" fmla="*/ 74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" h="76">
                  <a:moveTo>
                    <a:pt x="38" y="74"/>
                  </a:moveTo>
                  <a:cubicBezTo>
                    <a:pt x="38" y="49"/>
                    <a:pt x="50" y="28"/>
                    <a:pt x="69" y="17"/>
                  </a:cubicBezTo>
                  <a:cubicBezTo>
                    <a:pt x="65" y="12"/>
                    <a:pt x="61" y="7"/>
                    <a:pt x="59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12" y="8"/>
                    <a:pt x="0" y="26"/>
                    <a:pt x="0" y="48"/>
                  </a:cubicBezTo>
                  <a:cubicBezTo>
                    <a:pt x="0" y="51"/>
                    <a:pt x="0" y="54"/>
                    <a:pt x="0" y="57"/>
                  </a:cubicBezTo>
                  <a:cubicBezTo>
                    <a:pt x="9" y="67"/>
                    <a:pt x="22" y="75"/>
                    <a:pt x="38" y="76"/>
                  </a:cubicBezTo>
                  <a:cubicBezTo>
                    <a:pt x="38" y="75"/>
                    <a:pt x="38" y="75"/>
                    <a:pt x="38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</p:grpSp>
      <p:sp>
        <p:nvSpPr>
          <p:cNvPr id="42" name="TextBox 6"/>
          <p:cNvSpPr txBox="1">
            <a:spLocks noChangeArrowheads="1"/>
          </p:cNvSpPr>
          <p:nvPr/>
        </p:nvSpPr>
        <p:spPr bwMode="auto">
          <a:xfrm>
            <a:off x="3464258" y="334162"/>
            <a:ext cx="205105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0" lang="zh-CN" sz="18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+mn-ea"/>
              </a:rPr>
              <a:t>题库</a:t>
            </a:r>
            <a:endParaRPr kumimoji="0" lang="zh-CN" sz="18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cs typeface="+mn-ea"/>
            </a:endParaRPr>
          </a:p>
        </p:txBody>
      </p:sp>
      <p:sp>
        <p:nvSpPr>
          <p:cNvPr id="43" name="TextBox 6"/>
          <p:cNvSpPr txBox="1">
            <a:spLocks noChangeArrowheads="1"/>
          </p:cNvSpPr>
          <p:nvPr/>
        </p:nvSpPr>
        <p:spPr bwMode="auto">
          <a:xfrm>
            <a:off x="3821045" y="752508"/>
            <a:ext cx="131597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sz="1100" i="0" u="none" strike="noStrike" cap="none" normalizeH="0" baseline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Arial Narrow" panose="020B0606020202030204" pitchFamily="34" charset="0"/>
              <a:cs typeface="+mn-ea"/>
            </a:endParaRPr>
          </a:p>
        </p:txBody>
      </p:sp>
      <p:pic>
        <p:nvPicPr>
          <p:cNvPr id="2" name="图片 1" descr="7086BC32D7DCDFAB4F530EE2BAEF8B5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8790" y="902970"/>
            <a:ext cx="8143240" cy="38881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2270693" y="3834122"/>
            <a:ext cx="933449" cy="390525"/>
            <a:chOff x="1150938" y="1535113"/>
            <a:chExt cx="933449" cy="390525"/>
          </a:xfrm>
          <a:solidFill>
            <a:schemeClr val="bg1">
              <a:lumMod val="95000"/>
            </a:schemeClr>
          </a:solidFill>
        </p:grpSpPr>
        <p:sp>
          <p:nvSpPr>
            <p:cNvPr id="16" name="Freeform 66"/>
            <p:cNvSpPr/>
            <p:nvPr/>
          </p:nvSpPr>
          <p:spPr bwMode="auto">
            <a:xfrm>
              <a:off x="1150938" y="1677988"/>
              <a:ext cx="293687" cy="247650"/>
            </a:xfrm>
            <a:custGeom>
              <a:avLst/>
              <a:gdLst>
                <a:gd name="T0" fmla="*/ 0 w 115"/>
                <a:gd name="T1" fmla="*/ 30 h 97"/>
                <a:gd name="T2" fmla="*/ 72 w 115"/>
                <a:gd name="T3" fmla="*/ 97 h 97"/>
                <a:gd name="T4" fmla="*/ 115 w 115"/>
                <a:gd name="T5" fmla="*/ 65 h 97"/>
                <a:gd name="T6" fmla="*/ 39 w 115"/>
                <a:gd name="T7" fmla="*/ 0 h 97"/>
                <a:gd name="T8" fmla="*/ 0 w 115"/>
                <a:gd name="T9" fmla="*/ 3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97">
                  <a:moveTo>
                    <a:pt x="0" y="30"/>
                  </a:moveTo>
                  <a:cubicBezTo>
                    <a:pt x="72" y="97"/>
                    <a:pt x="72" y="97"/>
                    <a:pt x="72" y="97"/>
                  </a:cubicBezTo>
                  <a:cubicBezTo>
                    <a:pt x="72" y="97"/>
                    <a:pt x="94" y="80"/>
                    <a:pt x="115" y="65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11" y="20"/>
                    <a:pt x="0" y="30"/>
                    <a:pt x="0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7" name="Freeform 67"/>
            <p:cNvSpPr/>
            <p:nvPr/>
          </p:nvSpPr>
          <p:spPr bwMode="auto">
            <a:xfrm>
              <a:off x="1295400" y="1535113"/>
              <a:ext cx="788987" cy="292100"/>
            </a:xfrm>
            <a:custGeom>
              <a:avLst/>
              <a:gdLst>
                <a:gd name="T0" fmla="*/ 261 w 309"/>
                <a:gd name="T1" fmla="*/ 33 h 114"/>
                <a:gd name="T2" fmla="*/ 205 w 309"/>
                <a:gd name="T3" fmla="*/ 64 h 114"/>
                <a:gd name="T4" fmla="*/ 125 w 309"/>
                <a:gd name="T5" fmla="*/ 55 h 114"/>
                <a:gd name="T6" fmla="*/ 176 w 309"/>
                <a:gd name="T7" fmla="*/ 48 h 114"/>
                <a:gd name="T8" fmla="*/ 217 w 309"/>
                <a:gd name="T9" fmla="*/ 19 h 114"/>
                <a:gd name="T10" fmla="*/ 140 w 309"/>
                <a:gd name="T11" fmla="*/ 14 h 114"/>
                <a:gd name="T12" fmla="*/ 66 w 309"/>
                <a:gd name="T13" fmla="*/ 14 h 114"/>
                <a:gd name="T14" fmla="*/ 0 w 309"/>
                <a:gd name="T15" fmla="*/ 54 h 114"/>
                <a:gd name="T16" fmla="*/ 68 w 309"/>
                <a:gd name="T17" fmla="*/ 114 h 114"/>
                <a:gd name="T18" fmla="*/ 91 w 309"/>
                <a:gd name="T19" fmla="*/ 102 h 114"/>
                <a:gd name="T20" fmla="*/ 205 w 309"/>
                <a:gd name="T21" fmla="*/ 102 h 114"/>
                <a:gd name="T22" fmla="*/ 309 w 309"/>
                <a:gd name="T23" fmla="*/ 19 h 114"/>
                <a:gd name="T24" fmla="*/ 261 w 309"/>
                <a:gd name="T25" fmla="*/ 33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9" h="114">
                  <a:moveTo>
                    <a:pt x="261" y="33"/>
                  </a:moveTo>
                  <a:cubicBezTo>
                    <a:pt x="243" y="49"/>
                    <a:pt x="227" y="60"/>
                    <a:pt x="205" y="64"/>
                  </a:cubicBezTo>
                  <a:cubicBezTo>
                    <a:pt x="170" y="70"/>
                    <a:pt x="135" y="62"/>
                    <a:pt x="125" y="55"/>
                  </a:cubicBezTo>
                  <a:cubicBezTo>
                    <a:pt x="108" y="44"/>
                    <a:pt x="126" y="51"/>
                    <a:pt x="176" y="48"/>
                  </a:cubicBezTo>
                  <a:cubicBezTo>
                    <a:pt x="227" y="45"/>
                    <a:pt x="217" y="19"/>
                    <a:pt x="217" y="19"/>
                  </a:cubicBezTo>
                  <a:cubicBezTo>
                    <a:pt x="206" y="17"/>
                    <a:pt x="193" y="16"/>
                    <a:pt x="140" y="14"/>
                  </a:cubicBezTo>
                  <a:cubicBezTo>
                    <a:pt x="121" y="14"/>
                    <a:pt x="84" y="10"/>
                    <a:pt x="66" y="14"/>
                  </a:cubicBezTo>
                  <a:cubicBezTo>
                    <a:pt x="46" y="18"/>
                    <a:pt x="28" y="35"/>
                    <a:pt x="0" y="54"/>
                  </a:cubicBezTo>
                  <a:cubicBezTo>
                    <a:pt x="68" y="114"/>
                    <a:pt x="68" y="114"/>
                    <a:pt x="68" y="114"/>
                  </a:cubicBezTo>
                  <a:cubicBezTo>
                    <a:pt x="79" y="107"/>
                    <a:pt x="87" y="102"/>
                    <a:pt x="91" y="102"/>
                  </a:cubicBezTo>
                  <a:cubicBezTo>
                    <a:pt x="112" y="102"/>
                    <a:pt x="166" y="107"/>
                    <a:pt x="205" y="102"/>
                  </a:cubicBezTo>
                  <a:cubicBezTo>
                    <a:pt x="282" y="64"/>
                    <a:pt x="309" y="19"/>
                    <a:pt x="309" y="19"/>
                  </a:cubicBezTo>
                  <a:cubicBezTo>
                    <a:pt x="309" y="19"/>
                    <a:pt x="288" y="0"/>
                    <a:pt x="261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821504" y="3746839"/>
            <a:ext cx="722312" cy="441325"/>
            <a:chOff x="979488" y="2314575"/>
            <a:chExt cx="722312" cy="441325"/>
          </a:xfrm>
          <a:solidFill>
            <a:schemeClr val="bg1">
              <a:lumMod val="95000"/>
            </a:schemeClr>
          </a:solidFill>
        </p:grpSpPr>
        <p:sp>
          <p:nvSpPr>
            <p:cNvPr id="19" name="Freeform 84"/>
            <p:cNvSpPr/>
            <p:nvPr/>
          </p:nvSpPr>
          <p:spPr bwMode="auto">
            <a:xfrm>
              <a:off x="1047750" y="2692400"/>
              <a:ext cx="87312" cy="63500"/>
            </a:xfrm>
            <a:custGeom>
              <a:avLst/>
              <a:gdLst>
                <a:gd name="T0" fmla="*/ 34 w 34"/>
                <a:gd name="T1" fmla="*/ 21 h 25"/>
                <a:gd name="T2" fmla="*/ 34 w 34"/>
                <a:gd name="T3" fmla="*/ 0 h 25"/>
                <a:gd name="T4" fmla="*/ 1 w 34"/>
                <a:gd name="T5" fmla="*/ 25 h 25"/>
                <a:gd name="T6" fmla="*/ 31 w 34"/>
                <a:gd name="T7" fmla="*/ 25 h 25"/>
                <a:gd name="T8" fmla="*/ 34 w 34"/>
                <a:gd name="T9" fmla="*/ 21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25">
                  <a:moveTo>
                    <a:pt x="34" y="21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4" y="0"/>
                    <a:pt x="0" y="25"/>
                    <a:pt x="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3" y="25"/>
                    <a:pt x="34" y="23"/>
                    <a:pt x="34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0" name="Freeform 85"/>
            <p:cNvSpPr/>
            <p:nvPr/>
          </p:nvSpPr>
          <p:spPr bwMode="auto">
            <a:xfrm>
              <a:off x="1163638" y="2600325"/>
              <a:ext cx="93662" cy="155575"/>
            </a:xfrm>
            <a:custGeom>
              <a:avLst/>
              <a:gdLst>
                <a:gd name="T0" fmla="*/ 33 w 37"/>
                <a:gd name="T1" fmla="*/ 61 h 61"/>
                <a:gd name="T2" fmla="*/ 37 w 37"/>
                <a:gd name="T3" fmla="*/ 57 h 61"/>
                <a:gd name="T4" fmla="*/ 37 w 37"/>
                <a:gd name="T5" fmla="*/ 0 h 61"/>
                <a:gd name="T6" fmla="*/ 1 w 37"/>
                <a:gd name="T7" fmla="*/ 27 h 61"/>
                <a:gd name="T8" fmla="*/ 0 w 37"/>
                <a:gd name="T9" fmla="*/ 28 h 61"/>
                <a:gd name="T10" fmla="*/ 0 w 37"/>
                <a:gd name="T11" fmla="*/ 57 h 61"/>
                <a:gd name="T12" fmla="*/ 3 w 37"/>
                <a:gd name="T13" fmla="*/ 61 h 61"/>
                <a:gd name="T14" fmla="*/ 33 w 37"/>
                <a:gd name="T15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61">
                  <a:moveTo>
                    <a:pt x="33" y="61"/>
                  </a:moveTo>
                  <a:cubicBezTo>
                    <a:pt x="35" y="61"/>
                    <a:pt x="37" y="59"/>
                    <a:pt x="37" y="57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9"/>
                    <a:pt x="1" y="61"/>
                    <a:pt x="3" y="61"/>
                  </a:cubicBezTo>
                  <a:lnTo>
                    <a:pt x="33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1" name="Freeform 86"/>
            <p:cNvSpPr/>
            <p:nvPr/>
          </p:nvSpPr>
          <p:spPr bwMode="auto">
            <a:xfrm>
              <a:off x="1282700" y="2525713"/>
              <a:ext cx="95250" cy="230187"/>
            </a:xfrm>
            <a:custGeom>
              <a:avLst/>
              <a:gdLst>
                <a:gd name="T0" fmla="*/ 34 w 37"/>
                <a:gd name="T1" fmla="*/ 90 h 90"/>
                <a:gd name="T2" fmla="*/ 37 w 37"/>
                <a:gd name="T3" fmla="*/ 86 h 90"/>
                <a:gd name="T4" fmla="*/ 37 w 37"/>
                <a:gd name="T5" fmla="*/ 11 h 90"/>
                <a:gd name="T6" fmla="*/ 27 w 37"/>
                <a:gd name="T7" fmla="*/ 0 h 90"/>
                <a:gd name="T8" fmla="*/ 12 w 37"/>
                <a:gd name="T9" fmla="*/ 12 h 90"/>
                <a:gd name="T10" fmla="*/ 0 w 37"/>
                <a:gd name="T11" fmla="*/ 21 h 90"/>
                <a:gd name="T12" fmla="*/ 0 w 37"/>
                <a:gd name="T13" fmla="*/ 86 h 90"/>
                <a:gd name="T14" fmla="*/ 4 w 37"/>
                <a:gd name="T15" fmla="*/ 90 h 90"/>
                <a:gd name="T16" fmla="*/ 34 w 37"/>
                <a:gd name="T17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" h="90">
                  <a:moveTo>
                    <a:pt x="34" y="90"/>
                  </a:moveTo>
                  <a:cubicBezTo>
                    <a:pt x="35" y="90"/>
                    <a:pt x="37" y="88"/>
                    <a:pt x="37" y="86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88"/>
                    <a:pt x="2" y="90"/>
                    <a:pt x="4" y="90"/>
                  </a:cubicBezTo>
                  <a:lnTo>
                    <a:pt x="34" y="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2" name="Freeform 87"/>
            <p:cNvSpPr/>
            <p:nvPr/>
          </p:nvSpPr>
          <p:spPr bwMode="auto">
            <a:xfrm>
              <a:off x="1404938" y="2562225"/>
              <a:ext cx="92075" cy="193675"/>
            </a:xfrm>
            <a:custGeom>
              <a:avLst/>
              <a:gdLst>
                <a:gd name="T0" fmla="*/ 33 w 36"/>
                <a:gd name="T1" fmla="*/ 76 h 76"/>
                <a:gd name="T2" fmla="*/ 36 w 36"/>
                <a:gd name="T3" fmla="*/ 72 h 76"/>
                <a:gd name="T4" fmla="*/ 36 w 36"/>
                <a:gd name="T5" fmla="*/ 0 h 76"/>
                <a:gd name="T6" fmla="*/ 22 w 36"/>
                <a:gd name="T7" fmla="*/ 11 h 76"/>
                <a:gd name="T8" fmla="*/ 18 w 36"/>
                <a:gd name="T9" fmla="*/ 14 h 76"/>
                <a:gd name="T10" fmla="*/ 5 w 36"/>
                <a:gd name="T11" fmla="*/ 13 h 76"/>
                <a:gd name="T12" fmla="*/ 4 w 36"/>
                <a:gd name="T13" fmla="*/ 12 h 76"/>
                <a:gd name="T14" fmla="*/ 0 w 36"/>
                <a:gd name="T15" fmla="*/ 8 h 76"/>
                <a:gd name="T16" fmla="*/ 0 w 36"/>
                <a:gd name="T17" fmla="*/ 72 h 76"/>
                <a:gd name="T18" fmla="*/ 3 w 36"/>
                <a:gd name="T19" fmla="*/ 76 h 76"/>
                <a:gd name="T20" fmla="*/ 33 w 36"/>
                <a:gd name="T21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76">
                  <a:moveTo>
                    <a:pt x="33" y="76"/>
                  </a:moveTo>
                  <a:cubicBezTo>
                    <a:pt x="35" y="76"/>
                    <a:pt x="36" y="74"/>
                    <a:pt x="36" y="72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4" y="17"/>
                    <a:pt x="9" y="17"/>
                    <a:pt x="5" y="13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4"/>
                    <a:pt x="1" y="76"/>
                    <a:pt x="3" y="76"/>
                  </a:cubicBezTo>
                  <a:lnTo>
                    <a:pt x="33" y="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3" name="Freeform 88"/>
            <p:cNvSpPr/>
            <p:nvPr/>
          </p:nvSpPr>
          <p:spPr bwMode="auto">
            <a:xfrm>
              <a:off x="1525588" y="2465388"/>
              <a:ext cx="95250" cy="290512"/>
            </a:xfrm>
            <a:custGeom>
              <a:avLst/>
              <a:gdLst>
                <a:gd name="T0" fmla="*/ 33 w 37"/>
                <a:gd name="T1" fmla="*/ 114 h 114"/>
                <a:gd name="T2" fmla="*/ 37 w 37"/>
                <a:gd name="T3" fmla="*/ 110 h 114"/>
                <a:gd name="T4" fmla="*/ 37 w 37"/>
                <a:gd name="T5" fmla="*/ 0 h 114"/>
                <a:gd name="T6" fmla="*/ 15 w 37"/>
                <a:gd name="T7" fmla="*/ 18 h 114"/>
                <a:gd name="T8" fmla="*/ 0 w 37"/>
                <a:gd name="T9" fmla="*/ 29 h 114"/>
                <a:gd name="T10" fmla="*/ 0 w 37"/>
                <a:gd name="T11" fmla="*/ 110 h 114"/>
                <a:gd name="T12" fmla="*/ 3 w 37"/>
                <a:gd name="T13" fmla="*/ 114 h 114"/>
                <a:gd name="T14" fmla="*/ 33 w 37"/>
                <a:gd name="T15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114">
                  <a:moveTo>
                    <a:pt x="33" y="114"/>
                  </a:moveTo>
                  <a:cubicBezTo>
                    <a:pt x="35" y="114"/>
                    <a:pt x="37" y="112"/>
                    <a:pt x="37" y="11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0" y="112"/>
                    <a:pt x="1" y="114"/>
                    <a:pt x="3" y="114"/>
                  </a:cubicBezTo>
                  <a:lnTo>
                    <a:pt x="33" y="1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4" name="Freeform 89"/>
            <p:cNvSpPr/>
            <p:nvPr/>
          </p:nvSpPr>
          <p:spPr bwMode="auto">
            <a:xfrm>
              <a:off x="979488" y="2314575"/>
              <a:ext cx="722312" cy="420687"/>
            </a:xfrm>
            <a:custGeom>
              <a:avLst/>
              <a:gdLst>
                <a:gd name="T0" fmla="*/ 283 w 283"/>
                <a:gd name="T1" fmla="*/ 10 h 165"/>
                <a:gd name="T2" fmla="*/ 280 w 283"/>
                <a:gd name="T3" fmla="*/ 3 h 165"/>
                <a:gd name="T4" fmla="*/ 273 w 283"/>
                <a:gd name="T5" fmla="*/ 0 h 165"/>
                <a:gd name="T6" fmla="*/ 263 w 283"/>
                <a:gd name="T7" fmla="*/ 0 h 165"/>
                <a:gd name="T8" fmla="*/ 229 w 283"/>
                <a:gd name="T9" fmla="*/ 0 h 165"/>
                <a:gd name="T10" fmla="*/ 225 w 283"/>
                <a:gd name="T11" fmla="*/ 1 h 165"/>
                <a:gd name="T12" fmla="*/ 225 w 283"/>
                <a:gd name="T13" fmla="*/ 1 h 165"/>
                <a:gd name="T14" fmla="*/ 219 w 283"/>
                <a:gd name="T15" fmla="*/ 10 h 165"/>
                <a:gd name="T16" fmla="*/ 225 w 283"/>
                <a:gd name="T17" fmla="*/ 19 h 165"/>
                <a:gd name="T18" fmla="*/ 229 w 283"/>
                <a:gd name="T19" fmla="*/ 20 h 165"/>
                <a:gd name="T20" fmla="*/ 240 w 283"/>
                <a:gd name="T21" fmla="*/ 20 h 165"/>
                <a:gd name="T22" fmla="*/ 246 w 283"/>
                <a:gd name="T23" fmla="*/ 20 h 165"/>
                <a:gd name="T24" fmla="*/ 235 w 283"/>
                <a:gd name="T25" fmla="*/ 28 h 165"/>
                <a:gd name="T26" fmla="*/ 216 w 283"/>
                <a:gd name="T27" fmla="*/ 45 h 165"/>
                <a:gd name="T28" fmla="*/ 205 w 283"/>
                <a:gd name="T29" fmla="*/ 54 h 165"/>
                <a:gd name="T30" fmla="*/ 190 w 283"/>
                <a:gd name="T31" fmla="*/ 66 h 165"/>
                <a:gd name="T32" fmla="*/ 181 w 283"/>
                <a:gd name="T33" fmla="*/ 73 h 165"/>
                <a:gd name="T34" fmla="*/ 171 w 283"/>
                <a:gd name="T35" fmla="*/ 63 h 165"/>
                <a:gd name="T36" fmla="*/ 167 w 283"/>
                <a:gd name="T37" fmla="*/ 59 h 165"/>
                <a:gd name="T38" fmla="*/ 156 w 283"/>
                <a:gd name="T39" fmla="*/ 48 h 165"/>
                <a:gd name="T40" fmla="*/ 154 w 283"/>
                <a:gd name="T41" fmla="*/ 46 h 165"/>
                <a:gd name="T42" fmla="*/ 141 w 283"/>
                <a:gd name="T43" fmla="*/ 45 h 165"/>
                <a:gd name="T44" fmla="*/ 131 w 283"/>
                <a:gd name="T45" fmla="*/ 53 h 165"/>
                <a:gd name="T46" fmla="*/ 119 w 283"/>
                <a:gd name="T47" fmla="*/ 62 h 165"/>
                <a:gd name="T48" fmla="*/ 112 w 283"/>
                <a:gd name="T49" fmla="*/ 67 h 165"/>
                <a:gd name="T50" fmla="*/ 108 w 283"/>
                <a:gd name="T51" fmla="*/ 70 h 165"/>
                <a:gd name="T52" fmla="*/ 71 w 283"/>
                <a:gd name="T53" fmla="*/ 98 h 165"/>
                <a:gd name="T54" fmla="*/ 70 w 283"/>
                <a:gd name="T55" fmla="*/ 98 h 165"/>
                <a:gd name="T56" fmla="*/ 59 w 283"/>
                <a:gd name="T57" fmla="*/ 107 h 165"/>
                <a:gd name="T58" fmla="*/ 11 w 283"/>
                <a:gd name="T59" fmla="*/ 142 h 165"/>
                <a:gd name="T60" fmla="*/ 6 w 283"/>
                <a:gd name="T61" fmla="*/ 147 h 165"/>
                <a:gd name="T62" fmla="*/ 4 w 283"/>
                <a:gd name="T63" fmla="*/ 160 h 165"/>
                <a:gd name="T64" fmla="*/ 13 w 283"/>
                <a:gd name="T65" fmla="*/ 164 h 165"/>
                <a:gd name="T66" fmla="*/ 17 w 283"/>
                <a:gd name="T67" fmla="*/ 162 h 165"/>
                <a:gd name="T68" fmla="*/ 59 w 283"/>
                <a:gd name="T69" fmla="*/ 131 h 165"/>
                <a:gd name="T70" fmla="*/ 70 w 283"/>
                <a:gd name="T71" fmla="*/ 123 h 165"/>
                <a:gd name="T72" fmla="*/ 71 w 283"/>
                <a:gd name="T73" fmla="*/ 122 h 165"/>
                <a:gd name="T74" fmla="*/ 108 w 283"/>
                <a:gd name="T75" fmla="*/ 94 h 165"/>
                <a:gd name="T76" fmla="*/ 112 w 283"/>
                <a:gd name="T77" fmla="*/ 91 h 165"/>
                <a:gd name="T78" fmla="*/ 119 w 283"/>
                <a:gd name="T79" fmla="*/ 86 h 165"/>
                <a:gd name="T80" fmla="*/ 131 w 283"/>
                <a:gd name="T81" fmla="*/ 77 h 165"/>
                <a:gd name="T82" fmla="*/ 146 w 283"/>
                <a:gd name="T83" fmla="*/ 65 h 165"/>
                <a:gd name="T84" fmla="*/ 156 w 283"/>
                <a:gd name="T85" fmla="*/ 76 h 165"/>
                <a:gd name="T86" fmla="*/ 167 w 283"/>
                <a:gd name="T87" fmla="*/ 87 h 165"/>
                <a:gd name="T88" fmla="*/ 171 w 283"/>
                <a:gd name="T89" fmla="*/ 91 h 165"/>
                <a:gd name="T90" fmla="*/ 173 w 283"/>
                <a:gd name="T91" fmla="*/ 93 h 165"/>
                <a:gd name="T92" fmla="*/ 186 w 283"/>
                <a:gd name="T93" fmla="*/ 94 h 165"/>
                <a:gd name="T94" fmla="*/ 190 w 283"/>
                <a:gd name="T95" fmla="*/ 90 h 165"/>
                <a:gd name="T96" fmla="*/ 205 w 283"/>
                <a:gd name="T97" fmla="*/ 79 h 165"/>
                <a:gd name="T98" fmla="*/ 216 w 283"/>
                <a:gd name="T99" fmla="*/ 70 h 165"/>
                <a:gd name="T100" fmla="*/ 231 w 283"/>
                <a:gd name="T101" fmla="*/ 58 h 165"/>
                <a:gd name="T102" fmla="*/ 263 w 283"/>
                <a:gd name="T103" fmla="*/ 31 h 165"/>
                <a:gd name="T104" fmla="*/ 264 w 283"/>
                <a:gd name="T105" fmla="*/ 31 h 165"/>
                <a:gd name="T106" fmla="*/ 264 w 283"/>
                <a:gd name="T107" fmla="*/ 53 h 165"/>
                <a:gd name="T108" fmla="*/ 274 w 283"/>
                <a:gd name="T109" fmla="*/ 62 h 165"/>
                <a:gd name="T110" fmla="*/ 283 w 283"/>
                <a:gd name="T111" fmla="*/ 53 h 165"/>
                <a:gd name="T112" fmla="*/ 283 w 283"/>
                <a:gd name="T113" fmla="*/ 1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83" h="165">
                  <a:moveTo>
                    <a:pt x="283" y="10"/>
                  </a:moveTo>
                  <a:cubicBezTo>
                    <a:pt x="283" y="7"/>
                    <a:pt x="282" y="5"/>
                    <a:pt x="280" y="3"/>
                  </a:cubicBezTo>
                  <a:cubicBezTo>
                    <a:pt x="278" y="1"/>
                    <a:pt x="276" y="0"/>
                    <a:pt x="273" y="0"/>
                  </a:cubicBezTo>
                  <a:cubicBezTo>
                    <a:pt x="263" y="0"/>
                    <a:pt x="263" y="0"/>
                    <a:pt x="263" y="0"/>
                  </a:cubicBezTo>
                  <a:cubicBezTo>
                    <a:pt x="229" y="0"/>
                    <a:pt x="229" y="0"/>
                    <a:pt x="229" y="0"/>
                  </a:cubicBezTo>
                  <a:cubicBezTo>
                    <a:pt x="227" y="0"/>
                    <a:pt x="226" y="1"/>
                    <a:pt x="225" y="1"/>
                  </a:cubicBezTo>
                  <a:cubicBezTo>
                    <a:pt x="225" y="1"/>
                    <a:pt x="225" y="1"/>
                    <a:pt x="225" y="1"/>
                  </a:cubicBezTo>
                  <a:cubicBezTo>
                    <a:pt x="221" y="3"/>
                    <a:pt x="219" y="6"/>
                    <a:pt x="219" y="10"/>
                  </a:cubicBezTo>
                  <a:cubicBezTo>
                    <a:pt x="219" y="14"/>
                    <a:pt x="222" y="18"/>
                    <a:pt x="225" y="19"/>
                  </a:cubicBezTo>
                  <a:cubicBezTo>
                    <a:pt x="226" y="20"/>
                    <a:pt x="227" y="20"/>
                    <a:pt x="229" y="20"/>
                  </a:cubicBezTo>
                  <a:cubicBezTo>
                    <a:pt x="240" y="20"/>
                    <a:pt x="240" y="20"/>
                    <a:pt x="240" y="20"/>
                  </a:cubicBezTo>
                  <a:cubicBezTo>
                    <a:pt x="246" y="20"/>
                    <a:pt x="246" y="20"/>
                    <a:pt x="246" y="20"/>
                  </a:cubicBezTo>
                  <a:cubicBezTo>
                    <a:pt x="235" y="28"/>
                    <a:pt x="235" y="28"/>
                    <a:pt x="235" y="28"/>
                  </a:cubicBezTo>
                  <a:cubicBezTo>
                    <a:pt x="216" y="45"/>
                    <a:pt x="216" y="45"/>
                    <a:pt x="216" y="45"/>
                  </a:cubicBezTo>
                  <a:cubicBezTo>
                    <a:pt x="205" y="54"/>
                    <a:pt x="205" y="54"/>
                    <a:pt x="205" y="54"/>
                  </a:cubicBezTo>
                  <a:cubicBezTo>
                    <a:pt x="190" y="66"/>
                    <a:pt x="190" y="66"/>
                    <a:pt x="190" y="66"/>
                  </a:cubicBezTo>
                  <a:cubicBezTo>
                    <a:pt x="181" y="73"/>
                    <a:pt x="181" y="73"/>
                    <a:pt x="181" y="73"/>
                  </a:cubicBezTo>
                  <a:cubicBezTo>
                    <a:pt x="171" y="63"/>
                    <a:pt x="171" y="63"/>
                    <a:pt x="171" y="63"/>
                  </a:cubicBezTo>
                  <a:cubicBezTo>
                    <a:pt x="167" y="59"/>
                    <a:pt x="167" y="59"/>
                    <a:pt x="167" y="59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1" y="42"/>
                    <a:pt x="145" y="42"/>
                    <a:pt x="141" y="45"/>
                  </a:cubicBezTo>
                  <a:cubicBezTo>
                    <a:pt x="131" y="53"/>
                    <a:pt x="131" y="53"/>
                    <a:pt x="131" y="53"/>
                  </a:cubicBezTo>
                  <a:cubicBezTo>
                    <a:pt x="119" y="62"/>
                    <a:pt x="119" y="62"/>
                    <a:pt x="119" y="62"/>
                  </a:cubicBezTo>
                  <a:cubicBezTo>
                    <a:pt x="112" y="67"/>
                    <a:pt x="112" y="67"/>
                    <a:pt x="112" y="67"/>
                  </a:cubicBezTo>
                  <a:cubicBezTo>
                    <a:pt x="108" y="70"/>
                    <a:pt x="108" y="70"/>
                    <a:pt x="108" y="70"/>
                  </a:cubicBezTo>
                  <a:cubicBezTo>
                    <a:pt x="71" y="98"/>
                    <a:pt x="71" y="98"/>
                    <a:pt x="71" y="98"/>
                  </a:cubicBezTo>
                  <a:cubicBezTo>
                    <a:pt x="70" y="98"/>
                    <a:pt x="70" y="98"/>
                    <a:pt x="70" y="98"/>
                  </a:cubicBezTo>
                  <a:cubicBezTo>
                    <a:pt x="59" y="107"/>
                    <a:pt x="59" y="107"/>
                    <a:pt x="59" y="107"/>
                  </a:cubicBezTo>
                  <a:cubicBezTo>
                    <a:pt x="11" y="142"/>
                    <a:pt x="11" y="142"/>
                    <a:pt x="11" y="142"/>
                  </a:cubicBezTo>
                  <a:cubicBezTo>
                    <a:pt x="6" y="147"/>
                    <a:pt x="6" y="147"/>
                    <a:pt x="6" y="147"/>
                  </a:cubicBezTo>
                  <a:cubicBezTo>
                    <a:pt x="1" y="150"/>
                    <a:pt x="0" y="156"/>
                    <a:pt x="4" y="160"/>
                  </a:cubicBezTo>
                  <a:cubicBezTo>
                    <a:pt x="6" y="163"/>
                    <a:pt x="10" y="165"/>
                    <a:pt x="13" y="164"/>
                  </a:cubicBezTo>
                  <a:cubicBezTo>
                    <a:pt x="15" y="164"/>
                    <a:pt x="16" y="163"/>
                    <a:pt x="17" y="162"/>
                  </a:cubicBezTo>
                  <a:cubicBezTo>
                    <a:pt x="59" y="131"/>
                    <a:pt x="59" y="131"/>
                    <a:pt x="59" y="131"/>
                  </a:cubicBezTo>
                  <a:cubicBezTo>
                    <a:pt x="70" y="123"/>
                    <a:pt x="70" y="123"/>
                    <a:pt x="70" y="123"/>
                  </a:cubicBezTo>
                  <a:cubicBezTo>
                    <a:pt x="71" y="122"/>
                    <a:pt x="71" y="122"/>
                    <a:pt x="71" y="122"/>
                  </a:cubicBezTo>
                  <a:cubicBezTo>
                    <a:pt x="108" y="94"/>
                    <a:pt x="108" y="94"/>
                    <a:pt x="108" y="94"/>
                  </a:cubicBezTo>
                  <a:cubicBezTo>
                    <a:pt x="112" y="91"/>
                    <a:pt x="112" y="91"/>
                    <a:pt x="112" y="91"/>
                  </a:cubicBezTo>
                  <a:cubicBezTo>
                    <a:pt x="119" y="86"/>
                    <a:pt x="119" y="86"/>
                    <a:pt x="119" y="86"/>
                  </a:cubicBezTo>
                  <a:cubicBezTo>
                    <a:pt x="131" y="77"/>
                    <a:pt x="131" y="77"/>
                    <a:pt x="131" y="77"/>
                  </a:cubicBezTo>
                  <a:cubicBezTo>
                    <a:pt x="146" y="65"/>
                    <a:pt x="146" y="65"/>
                    <a:pt x="146" y="65"/>
                  </a:cubicBezTo>
                  <a:cubicBezTo>
                    <a:pt x="156" y="76"/>
                    <a:pt x="156" y="76"/>
                    <a:pt x="156" y="76"/>
                  </a:cubicBezTo>
                  <a:cubicBezTo>
                    <a:pt x="167" y="87"/>
                    <a:pt x="167" y="87"/>
                    <a:pt x="167" y="87"/>
                  </a:cubicBezTo>
                  <a:cubicBezTo>
                    <a:pt x="171" y="91"/>
                    <a:pt x="171" y="91"/>
                    <a:pt x="171" y="91"/>
                  </a:cubicBezTo>
                  <a:cubicBezTo>
                    <a:pt x="173" y="93"/>
                    <a:pt x="173" y="93"/>
                    <a:pt x="173" y="93"/>
                  </a:cubicBezTo>
                  <a:cubicBezTo>
                    <a:pt x="177" y="96"/>
                    <a:pt x="182" y="97"/>
                    <a:pt x="186" y="9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205" y="79"/>
                    <a:pt x="205" y="79"/>
                    <a:pt x="205" y="79"/>
                  </a:cubicBezTo>
                  <a:cubicBezTo>
                    <a:pt x="216" y="70"/>
                    <a:pt x="216" y="70"/>
                    <a:pt x="216" y="70"/>
                  </a:cubicBezTo>
                  <a:cubicBezTo>
                    <a:pt x="231" y="58"/>
                    <a:pt x="231" y="58"/>
                    <a:pt x="231" y="58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4" y="31"/>
                    <a:pt x="264" y="31"/>
                    <a:pt x="264" y="31"/>
                  </a:cubicBezTo>
                  <a:cubicBezTo>
                    <a:pt x="264" y="53"/>
                    <a:pt x="264" y="53"/>
                    <a:pt x="264" y="53"/>
                  </a:cubicBezTo>
                  <a:cubicBezTo>
                    <a:pt x="264" y="58"/>
                    <a:pt x="268" y="62"/>
                    <a:pt x="274" y="62"/>
                  </a:cubicBezTo>
                  <a:cubicBezTo>
                    <a:pt x="279" y="62"/>
                    <a:pt x="283" y="58"/>
                    <a:pt x="283" y="53"/>
                  </a:cubicBezTo>
                  <a:lnTo>
                    <a:pt x="283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3013465" y="2668045"/>
            <a:ext cx="706438" cy="596900"/>
            <a:chOff x="8507413" y="4900613"/>
            <a:chExt cx="706438" cy="596900"/>
          </a:xfrm>
          <a:solidFill>
            <a:schemeClr val="bg1">
              <a:lumMod val="95000"/>
            </a:schemeClr>
          </a:solidFill>
        </p:grpSpPr>
        <p:sp>
          <p:nvSpPr>
            <p:cNvPr id="29" name="Oval 188"/>
            <p:cNvSpPr>
              <a:spLocks noChangeArrowheads="1"/>
            </p:cNvSpPr>
            <p:nvPr/>
          </p:nvSpPr>
          <p:spPr bwMode="auto">
            <a:xfrm>
              <a:off x="8759826" y="4967288"/>
              <a:ext cx="203200" cy="2032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0" name="Freeform 189"/>
            <p:cNvSpPr/>
            <p:nvPr/>
          </p:nvSpPr>
          <p:spPr bwMode="auto">
            <a:xfrm>
              <a:off x="8683626" y="5189538"/>
              <a:ext cx="357188" cy="307975"/>
            </a:xfrm>
            <a:custGeom>
              <a:avLst/>
              <a:gdLst>
                <a:gd name="T0" fmla="*/ 65 w 95"/>
                <a:gd name="T1" fmla="*/ 0 h 82"/>
                <a:gd name="T2" fmla="*/ 48 w 95"/>
                <a:gd name="T3" fmla="*/ 20 h 82"/>
                <a:gd name="T4" fmla="*/ 31 w 95"/>
                <a:gd name="T5" fmla="*/ 0 h 82"/>
                <a:gd name="T6" fmla="*/ 0 w 95"/>
                <a:gd name="T7" fmla="*/ 51 h 82"/>
                <a:gd name="T8" fmla="*/ 1 w 95"/>
                <a:gd name="T9" fmla="*/ 61 h 82"/>
                <a:gd name="T10" fmla="*/ 48 w 95"/>
                <a:gd name="T11" fmla="*/ 82 h 82"/>
                <a:gd name="T12" fmla="*/ 94 w 95"/>
                <a:gd name="T13" fmla="*/ 61 h 82"/>
                <a:gd name="T14" fmla="*/ 95 w 95"/>
                <a:gd name="T15" fmla="*/ 51 h 82"/>
                <a:gd name="T16" fmla="*/ 65 w 95"/>
                <a:gd name="T17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5" h="82">
                  <a:moveTo>
                    <a:pt x="65" y="0"/>
                  </a:moveTo>
                  <a:cubicBezTo>
                    <a:pt x="48" y="20"/>
                    <a:pt x="48" y="20"/>
                    <a:pt x="48" y="2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13" y="8"/>
                    <a:pt x="0" y="28"/>
                    <a:pt x="0" y="51"/>
                  </a:cubicBezTo>
                  <a:cubicBezTo>
                    <a:pt x="0" y="54"/>
                    <a:pt x="1" y="57"/>
                    <a:pt x="1" y="61"/>
                  </a:cubicBezTo>
                  <a:cubicBezTo>
                    <a:pt x="11" y="73"/>
                    <a:pt x="28" y="82"/>
                    <a:pt x="48" y="82"/>
                  </a:cubicBezTo>
                  <a:cubicBezTo>
                    <a:pt x="67" y="82"/>
                    <a:pt x="84" y="73"/>
                    <a:pt x="94" y="61"/>
                  </a:cubicBezTo>
                  <a:cubicBezTo>
                    <a:pt x="95" y="57"/>
                    <a:pt x="95" y="54"/>
                    <a:pt x="95" y="51"/>
                  </a:cubicBezTo>
                  <a:cubicBezTo>
                    <a:pt x="95" y="28"/>
                    <a:pt x="82" y="7"/>
                    <a:pt x="6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1" name="Freeform 190"/>
            <p:cNvSpPr/>
            <p:nvPr/>
          </p:nvSpPr>
          <p:spPr bwMode="auto">
            <a:xfrm>
              <a:off x="8958263" y="4900613"/>
              <a:ext cx="184150" cy="187325"/>
            </a:xfrm>
            <a:custGeom>
              <a:avLst/>
              <a:gdLst>
                <a:gd name="T0" fmla="*/ 24 w 49"/>
                <a:gd name="T1" fmla="*/ 0 h 50"/>
                <a:gd name="T2" fmla="*/ 0 w 49"/>
                <a:gd name="T3" fmla="*/ 18 h 50"/>
                <a:gd name="T4" fmla="*/ 11 w 49"/>
                <a:gd name="T5" fmla="*/ 45 h 50"/>
                <a:gd name="T6" fmla="*/ 11 w 49"/>
                <a:gd name="T7" fmla="*/ 46 h 50"/>
                <a:gd name="T8" fmla="*/ 24 w 49"/>
                <a:gd name="T9" fmla="*/ 50 h 50"/>
                <a:gd name="T10" fmla="*/ 49 w 49"/>
                <a:gd name="T11" fmla="*/ 25 h 50"/>
                <a:gd name="T12" fmla="*/ 24 w 49"/>
                <a:gd name="T13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50">
                  <a:moveTo>
                    <a:pt x="24" y="0"/>
                  </a:moveTo>
                  <a:cubicBezTo>
                    <a:pt x="12" y="0"/>
                    <a:pt x="2" y="8"/>
                    <a:pt x="0" y="18"/>
                  </a:cubicBezTo>
                  <a:cubicBezTo>
                    <a:pt x="6" y="25"/>
                    <a:pt x="11" y="34"/>
                    <a:pt x="11" y="45"/>
                  </a:cubicBezTo>
                  <a:cubicBezTo>
                    <a:pt x="11" y="45"/>
                    <a:pt x="11" y="46"/>
                    <a:pt x="11" y="46"/>
                  </a:cubicBezTo>
                  <a:cubicBezTo>
                    <a:pt x="14" y="49"/>
                    <a:pt x="19" y="50"/>
                    <a:pt x="24" y="50"/>
                  </a:cubicBezTo>
                  <a:cubicBezTo>
                    <a:pt x="37" y="50"/>
                    <a:pt x="49" y="39"/>
                    <a:pt x="49" y="25"/>
                  </a:cubicBezTo>
                  <a:cubicBezTo>
                    <a:pt x="49" y="11"/>
                    <a:pt x="37" y="0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2" name="Freeform 191"/>
            <p:cNvSpPr/>
            <p:nvPr/>
          </p:nvSpPr>
          <p:spPr bwMode="auto">
            <a:xfrm>
              <a:off x="8575676" y="4900613"/>
              <a:ext cx="187325" cy="187325"/>
            </a:xfrm>
            <a:custGeom>
              <a:avLst/>
              <a:gdLst>
                <a:gd name="T0" fmla="*/ 40 w 50"/>
                <a:gd name="T1" fmla="*/ 45 h 50"/>
                <a:gd name="T2" fmla="*/ 50 w 50"/>
                <a:gd name="T3" fmla="*/ 20 h 50"/>
                <a:gd name="T4" fmla="*/ 25 w 50"/>
                <a:gd name="T5" fmla="*/ 0 h 50"/>
                <a:gd name="T6" fmla="*/ 0 w 50"/>
                <a:gd name="T7" fmla="*/ 25 h 50"/>
                <a:gd name="T8" fmla="*/ 25 w 50"/>
                <a:gd name="T9" fmla="*/ 50 h 50"/>
                <a:gd name="T10" fmla="*/ 40 w 50"/>
                <a:gd name="T11" fmla="*/ 45 h 50"/>
                <a:gd name="T12" fmla="*/ 40 w 50"/>
                <a:gd name="T13" fmla="*/ 45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" h="50">
                  <a:moveTo>
                    <a:pt x="40" y="45"/>
                  </a:moveTo>
                  <a:cubicBezTo>
                    <a:pt x="40" y="35"/>
                    <a:pt x="44" y="26"/>
                    <a:pt x="50" y="20"/>
                  </a:cubicBezTo>
                  <a:cubicBezTo>
                    <a:pt x="48" y="8"/>
                    <a:pt x="37" y="0"/>
                    <a:pt x="25" y="0"/>
                  </a:cubicBezTo>
                  <a:cubicBezTo>
                    <a:pt x="12" y="0"/>
                    <a:pt x="0" y="11"/>
                    <a:pt x="0" y="25"/>
                  </a:cubicBezTo>
                  <a:cubicBezTo>
                    <a:pt x="0" y="39"/>
                    <a:pt x="12" y="50"/>
                    <a:pt x="25" y="50"/>
                  </a:cubicBezTo>
                  <a:cubicBezTo>
                    <a:pt x="31" y="50"/>
                    <a:pt x="36" y="48"/>
                    <a:pt x="40" y="45"/>
                  </a:cubicBezTo>
                  <a:cubicBezTo>
                    <a:pt x="40" y="45"/>
                    <a:pt x="40" y="45"/>
                    <a:pt x="40" y="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3" name="Freeform 192"/>
            <p:cNvSpPr/>
            <p:nvPr/>
          </p:nvSpPr>
          <p:spPr bwMode="auto">
            <a:xfrm>
              <a:off x="8958263" y="5103813"/>
              <a:ext cx="255588" cy="285750"/>
            </a:xfrm>
            <a:custGeom>
              <a:avLst/>
              <a:gdLst>
                <a:gd name="T0" fmla="*/ 40 w 68"/>
                <a:gd name="T1" fmla="*/ 0 h 76"/>
                <a:gd name="T2" fmla="*/ 24 w 68"/>
                <a:gd name="T3" fmla="*/ 19 h 76"/>
                <a:gd name="T4" fmla="*/ 9 w 68"/>
                <a:gd name="T5" fmla="*/ 2 h 76"/>
                <a:gd name="T6" fmla="*/ 0 w 68"/>
                <a:gd name="T7" fmla="*/ 16 h 76"/>
                <a:gd name="T8" fmla="*/ 32 w 68"/>
                <a:gd name="T9" fmla="*/ 74 h 76"/>
                <a:gd name="T10" fmla="*/ 31 w 68"/>
                <a:gd name="T11" fmla="*/ 76 h 76"/>
                <a:gd name="T12" fmla="*/ 67 w 68"/>
                <a:gd name="T13" fmla="*/ 57 h 76"/>
                <a:gd name="T14" fmla="*/ 68 w 68"/>
                <a:gd name="T15" fmla="*/ 48 h 76"/>
                <a:gd name="T16" fmla="*/ 40 w 68"/>
                <a:gd name="T17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8" h="76">
                  <a:moveTo>
                    <a:pt x="40" y="0"/>
                  </a:moveTo>
                  <a:cubicBezTo>
                    <a:pt x="24" y="19"/>
                    <a:pt x="24" y="19"/>
                    <a:pt x="24" y="19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7" y="7"/>
                    <a:pt x="4" y="12"/>
                    <a:pt x="0" y="16"/>
                  </a:cubicBezTo>
                  <a:cubicBezTo>
                    <a:pt x="19" y="27"/>
                    <a:pt x="32" y="49"/>
                    <a:pt x="32" y="74"/>
                  </a:cubicBezTo>
                  <a:cubicBezTo>
                    <a:pt x="32" y="75"/>
                    <a:pt x="31" y="75"/>
                    <a:pt x="31" y="76"/>
                  </a:cubicBezTo>
                  <a:cubicBezTo>
                    <a:pt x="46" y="74"/>
                    <a:pt x="59" y="67"/>
                    <a:pt x="67" y="57"/>
                  </a:cubicBezTo>
                  <a:cubicBezTo>
                    <a:pt x="68" y="54"/>
                    <a:pt x="68" y="51"/>
                    <a:pt x="68" y="48"/>
                  </a:cubicBezTo>
                  <a:cubicBezTo>
                    <a:pt x="68" y="26"/>
                    <a:pt x="56" y="8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4" name="Freeform 193"/>
            <p:cNvSpPr/>
            <p:nvPr/>
          </p:nvSpPr>
          <p:spPr bwMode="auto">
            <a:xfrm>
              <a:off x="8507413" y="5103813"/>
              <a:ext cx="258763" cy="285750"/>
            </a:xfrm>
            <a:custGeom>
              <a:avLst/>
              <a:gdLst>
                <a:gd name="T0" fmla="*/ 38 w 69"/>
                <a:gd name="T1" fmla="*/ 74 h 76"/>
                <a:gd name="T2" fmla="*/ 69 w 69"/>
                <a:gd name="T3" fmla="*/ 17 h 76"/>
                <a:gd name="T4" fmla="*/ 59 w 69"/>
                <a:gd name="T5" fmla="*/ 0 h 76"/>
                <a:gd name="T6" fmla="*/ 59 w 69"/>
                <a:gd name="T7" fmla="*/ 0 h 76"/>
                <a:gd name="T8" fmla="*/ 44 w 69"/>
                <a:gd name="T9" fmla="*/ 19 h 76"/>
                <a:gd name="T10" fmla="*/ 28 w 69"/>
                <a:gd name="T11" fmla="*/ 1 h 76"/>
                <a:gd name="T12" fmla="*/ 0 w 69"/>
                <a:gd name="T13" fmla="*/ 48 h 76"/>
                <a:gd name="T14" fmla="*/ 0 w 69"/>
                <a:gd name="T15" fmla="*/ 57 h 76"/>
                <a:gd name="T16" fmla="*/ 38 w 69"/>
                <a:gd name="T17" fmla="*/ 76 h 76"/>
                <a:gd name="T18" fmla="*/ 38 w 69"/>
                <a:gd name="T19" fmla="*/ 74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" h="76">
                  <a:moveTo>
                    <a:pt x="38" y="74"/>
                  </a:moveTo>
                  <a:cubicBezTo>
                    <a:pt x="38" y="49"/>
                    <a:pt x="50" y="28"/>
                    <a:pt x="69" y="17"/>
                  </a:cubicBezTo>
                  <a:cubicBezTo>
                    <a:pt x="65" y="12"/>
                    <a:pt x="61" y="7"/>
                    <a:pt x="59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12" y="8"/>
                    <a:pt x="0" y="26"/>
                    <a:pt x="0" y="48"/>
                  </a:cubicBezTo>
                  <a:cubicBezTo>
                    <a:pt x="0" y="51"/>
                    <a:pt x="0" y="54"/>
                    <a:pt x="0" y="57"/>
                  </a:cubicBezTo>
                  <a:cubicBezTo>
                    <a:pt x="9" y="67"/>
                    <a:pt x="22" y="75"/>
                    <a:pt x="38" y="76"/>
                  </a:cubicBezTo>
                  <a:cubicBezTo>
                    <a:pt x="38" y="75"/>
                    <a:pt x="38" y="75"/>
                    <a:pt x="38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</p:grpSp>
      <p:sp>
        <p:nvSpPr>
          <p:cNvPr id="43" name="TextBox 6"/>
          <p:cNvSpPr txBox="1">
            <a:spLocks noChangeArrowheads="1"/>
          </p:cNvSpPr>
          <p:nvPr/>
        </p:nvSpPr>
        <p:spPr bwMode="auto">
          <a:xfrm>
            <a:off x="3821680" y="492158"/>
            <a:ext cx="131597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sz="110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Arial Narrow" panose="020B0606020202030204" pitchFamily="34" charset="0"/>
                <a:cs typeface="+mn-ea"/>
              </a:rPr>
              <a:t>管理员端</a:t>
            </a:r>
            <a:endParaRPr kumimoji="0" lang="zh-CN" sz="1100" i="0" u="none" strike="noStrike" cap="none" normalizeH="0" baseline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Arial Narrow" panose="020B0606020202030204" pitchFamily="34" charset="0"/>
              <a:cs typeface="+mn-ea"/>
            </a:endParaRPr>
          </a:p>
        </p:txBody>
      </p:sp>
      <p:pic>
        <p:nvPicPr>
          <p:cNvPr id="5" name="图片 4" descr="5EB92E25E77CD2C8B87CB3223542B7B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030" y="911860"/>
            <a:ext cx="8078470" cy="39725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2270693" y="3834122"/>
            <a:ext cx="933449" cy="390525"/>
            <a:chOff x="1150938" y="1535113"/>
            <a:chExt cx="933449" cy="390525"/>
          </a:xfrm>
          <a:solidFill>
            <a:schemeClr val="bg1">
              <a:lumMod val="95000"/>
            </a:schemeClr>
          </a:solidFill>
        </p:grpSpPr>
        <p:sp>
          <p:nvSpPr>
            <p:cNvPr id="16" name="Freeform 66"/>
            <p:cNvSpPr/>
            <p:nvPr/>
          </p:nvSpPr>
          <p:spPr bwMode="auto">
            <a:xfrm>
              <a:off x="1150938" y="1677988"/>
              <a:ext cx="293687" cy="247650"/>
            </a:xfrm>
            <a:custGeom>
              <a:avLst/>
              <a:gdLst>
                <a:gd name="T0" fmla="*/ 0 w 115"/>
                <a:gd name="T1" fmla="*/ 30 h 97"/>
                <a:gd name="T2" fmla="*/ 72 w 115"/>
                <a:gd name="T3" fmla="*/ 97 h 97"/>
                <a:gd name="T4" fmla="*/ 115 w 115"/>
                <a:gd name="T5" fmla="*/ 65 h 97"/>
                <a:gd name="T6" fmla="*/ 39 w 115"/>
                <a:gd name="T7" fmla="*/ 0 h 97"/>
                <a:gd name="T8" fmla="*/ 0 w 115"/>
                <a:gd name="T9" fmla="*/ 3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" h="97">
                  <a:moveTo>
                    <a:pt x="0" y="30"/>
                  </a:moveTo>
                  <a:cubicBezTo>
                    <a:pt x="72" y="97"/>
                    <a:pt x="72" y="97"/>
                    <a:pt x="72" y="97"/>
                  </a:cubicBezTo>
                  <a:cubicBezTo>
                    <a:pt x="72" y="97"/>
                    <a:pt x="94" y="80"/>
                    <a:pt x="115" y="65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11" y="20"/>
                    <a:pt x="0" y="30"/>
                    <a:pt x="0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17" name="Freeform 67"/>
            <p:cNvSpPr/>
            <p:nvPr/>
          </p:nvSpPr>
          <p:spPr bwMode="auto">
            <a:xfrm>
              <a:off x="1295400" y="1535113"/>
              <a:ext cx="788987" cy="292100"/>
            </a:xfrm>
            <a:custGeom>
              <a:avLst/>
              <a:gdLst>
                <a:gd name="T0" fmla="*/ 261 w 309"/>
                <a:gd name="T1" fmla="*/ 33 h 114"/>
                <a:gd name="T2" fmla="*/ 205 w 309"/>
                <a:gd name="T3" fmla="*/ 64 h 114"/>
                <a:gd name="T4" fmla="*/ 125 w 309"/>
                <a:gd name="T5" fmla="*/ 55 h 114"/>
                <a:gd name="T6" fmla="*/ 176 w 309"/>
                <a:gd name="T7" fmla="*/ 48 h 114"/>
                <a:gd name="T8" fmla="*/ 217 w 309"/>
                <a:gd name="T9" fmla="*/ 19 h 114"/>
                <a:gd name="T10" fmla="*/ 140 w 309"/>
                <a:gd name="T11" fmla="*/ 14 h 114"/>
                <a:gd name="T12" fmla="*/ 66 w 309"/>
                <a:gd name="T13" fmla="*/ 14 h 114"/>
                <a:gd name="T14" fmla="*/ 0 w 309"/>
                <a:gd name="T15" fmla="*/ 54 h 114"/>
                <a:gd name="T16" fmla="*/ 68 w 309"/>
                <a:gd name="T17" fmla="*/ 114 h 114"/>
                <a:gd name="T18" fmla="*/ 91 w 309"/>
                <a:gd name="T19" fmla="*/ 102 h 114"/>
                <a:gd name="T20" fmla="*/ 205 w 309"/>
                <a:gd name="T21" fmla="*/ 102 h 114"/>
                <a:gd name="T22" fmla="*/ 309 w 309"/>
                <a:gd name="T23" fmla="*/ 19 h 114"/>
                <a:gd name="T24" fmla="*/ 261 w 309"/>
                <a:gd name="T25" fmla="*/ 33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09" h="114">
                  <a:moveTo>
                    <a:pt x="261" y="33"/>
                  </a:moveTo>
                  <a:cubicBezTo>
                    <a:pt x="243" y="49"/>
                    <a:pt x="227" y="60"/>
                    <a:pt x="205" y="64"/>
                  </a:cubicBezTo>
                  <a:cubicBezTo>
                    <a:pt x="170" y="70"/>
                    <a:pt x="135" y="62"/>
                    <a:pt x="125" y="55"/>
                  </a:cubicBezTo>
                  <a:cubicBezTo>
                    <a:pt x="108" y="44"/>
                    <a:pt x="126" y="51"/>
                    <a:pt x="176" y="48"/>
                  </a:cubicBezTo>
                  <a:cubicBezTo>
                    <a:pt x="227" y="45"/>
                    <a:pt x="217" y="19"/>
                    <a:pt x="217" y="19"/>
                  </a:cubicBezTo>
                  <a:cubicBezTo>
                    <a:pt x="206" y="17"/>
                    <a:pt x="193" y="16"/>
                    <a:pt x="140" y="14"/>
                  </a:cubicBezTo>
                  <a:cubicBezTo>
                    <a:pt x="121" y="14"/>
                    <a:pt x="84" y="10"/>
                    <a:pt x="66" y="14"/>
                  </a:cubicBezTo>
                  <a:cubicBezTo>
                    <a:pt x="46" y="18"/>
                    <a:pt x="28" y="35"/>
                    <a:pt x="0" y="54"/>
                  </a:cubicBezTo>
                  <a:cubicBezTo>
                    <a:pt x="68" y="114"/>
                    <a:pt x="68" y="114"/>
                    <a:pt x="68" y="114"/>
                  </a:cubicBezTo>
                  <a:cubicBezTo>
                    <a:pt x="79" y="107"/>
                    <a:pt x="87" y="102"/>
                    <a:pt x="91" y="102"/>
                  </a:cubicBezTo>
                  <a:cubicBezTo>
                    <a:pt x="112" y="102"/>
                    <a:pt x="166" y="107"/>
                    <a:pt x="205" y="102"/>
                  </a:cubicBezTo>
                  <a:cubicBezTo>
                    <a:pt x="282" y="64"/>
                    <a:pt x="309" y="19"/>
                    <a:pt x="309" y="19"/>
                  </a:cubicBezTo>
                  <a:cubicBezTo>
                    <a:pt x="309" y="19"/>
                    <a:pt x="288" y="0"/>
                    <a:pt x="261" y="3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821504" y="3746839"/>
            <a:ext cx="722312" cy="441325"/>
            <a:chOff x="979488" y="2314575"/>
            <a:chExt cx="722312" cy="441325"/>
          </a:xfrm>
          <a:solidFill>
            <a:schemeClr val="bg1">
              <a:lumMod val="95000"/>
            </a:schemeClr>
          </a:solidFill>
        </p:grpSpPr>
        <p:sp>
          <p:nvSpPr>
            <p:cNvPr id="19" name="Freeform 84"/>
            <p:cNvSpPr/>
            <p:nvPr/>
          </p:nvSpPr>
          <p:spPr bwMode="auto">
            <a:xfrm>
              <a:off x="1047750" y="2692400"/>
              <a:ext cx="87312" cy="63500"/>
            </a:xfrm>
            <a:custGeom>
              <a:avLst/>
              <a:gdLst>
                <a:gd name="T0" fmla="*/ 34 w 34"/>
                <a:gd name="T1" fmla="*/ 21 h 25"/>
                <a:gd name="T2" fmla="*/ 34 w 34"/>
                <a:gd name="T3" fmla="*/ 0 h 25"/>
                <a:gd name="T4" fmla="*/ 1 w 34"/>
                <a:gd name="T5" fmla="*/ 25 h 25"/>
                <a:gd name="T6" fmla="*/ 31 w 34"/>
                <a:gd name="T7" fmla="*/ 25 h 25"/>
                <a:gd name="T8" fmla="*/ 34 w 34"/>
                <a:gd name="T9" fmla="*/ 21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4" h="25">
                  <a:moveTo>
                    <a:pt x="34" y="21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4" y="0"/>
                    <a:pt x="0" y="25"/>
                    <a:pt x="1" y="25"/>
                  </a:cubicBezTo>
                  <a:cubicBezTo>
                    <a:pt x="31" y="25"/>
                    <a:pt x="31" y="25"/>
                    <a:pt x="31" y="25"/>
                  </a:cubicBezTo>
                  <a:cubicBezTo>
                    <a:pt x="33" y="25"/>
                    <a:pt x="34" y="23"/>
                    <a:pt x="34" y="2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0" name="Freeform 85"/>
            <p:cNvSpPr/>
            <p:nvPr/>
          </p:nvSpPr>
          <p:spPr bwMode="auto">
            <a:xfrm>
              <a:off x="1163638" y="2600325"/>
              <a:ext cx="93662" cy="155575"/>
            </a:xfrm>
            <a:custGeom>
              <a:avLst/>
              <a:gdLst>
                <a:gd name="T0" fmla="*/ 33 w 37"/>
                <a:gd name="T1" fmla="*/ 61 h 61"/>
                <a:gd name="T2" fmla="*/ 37 w 37"/>
                <a:gd name="T3" fmla="*/ 57 h 61"/>
                <a:gd name="T4" fmla="*/ 37 w 37"/>
                <a:gd name="T5" fmla="*/ 0 h 61"/>
                <a:gd name="T6" fmla="*/ 1 w 37"/>
                <a:gd name="T7" fmla="*/ 27 h 61"/>
                <a:gd name="T8" fmla="*/ 0 w 37"/>
                <a:gd name="T9" fmla="*/ 28 h 61"/>
                <a:gd name="T10" fmla="*/ 0 w 37"/>
                <a:gd name="T11" fmla="*/ 57 h 61"/>
                <a:gd name="T12" fmla="*/ 3 w 37"/>
                <a:gd name="T13" fmla="*/ 61 h 61"/>
                <a:gd name="T14" fmla="*/ 33 w 37"/>
                <a:gd name="T15" fmla="*/ 61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61">
                  <a:moveTo>
                    <a:pt x="33" y="61"/>
                  </a:moveTo>
                  <a:cubicBezTo>
                    <a:pt x="35" y="61"/>
                    <a:pt x="37" y="59"/>
                    <a:pt x="37" y="57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9"/>
                    <a:pt x="1" y="61"/>
                    <a:pt x="3" y="61"/>
                  </a:cubicBezTo>
                  <a:lnTo>
                    <a:pt x="33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1" name="Freeform 86"/>
            <p:cNvSpPr/>
            <p:nvPr/>
          </p:nvSpPr>
          <p:spPr bwMode="auto">
            <a:xfrm>
              <a:off x="1282700" y="2525713"/>
              <a:ext cx="95250" cy="230187"/>
            </a:xfrm>
            <a:custGeom>
              <a:avLst/>
              <a:gdLst>
                <a:gd name="T0" fmla="*/ 34 w 37"/>
                <a:gd name="T1" fmla="*/ 90 h 90"/>
                <a:gd name="T2" fmla="*/ 37 w 37"/>
                <a:gd name="T3" fmla="*/ 86 h 90"/>
                <a:gd name="T4" fmla="*/ 37 w 37"/>
                <a:gd name="T5" fmla="*/ 11 h 90"/>
                <a:gd name="T6" fmla="*/ 27 w 37"/>
                <a:gd name="T7" fmla="*/ 0 h 90"/>
                <a:gd name="T8" fmla="*/ 12 w 37"/>
                <a:gd name="T9" fmla="*/ 12 h 90"/>
                <a:gd name="T10" fmla="*/ 0 w 37"/>
                <a:gd name="T11" fmla="*/ 21 h 90"/>
                <a:gd name="T12" fmla="*/ 0 w 37"/>
                <a:gd name="T13" fmla="*/ 86 h 90"/>
                <a:gd name="T14" fmla="*/ 4 w 37"/>
                <a:gd name="T15" fmla="*/ 90 h 90"/>
                <a:gd name="T16" fmla="*/ 34 w 37"/>
                <a:gd name="T17" fmla="*/ 9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7" h="90">
                  <a:moveTo>
                    <a:pt x="34" y="90"/>
                  </a:moveTo>
                  <a:cubicBezTo>
                    <a:pt x="35" y="90"/>
                    <a:pt x="37" y="88"/>
                    <a:pt x="37" y="86"/>
                  </a:cubicBezTo>
                  <a:cubicBezTo>
                    <a:pt x="37" y="11"/>
                    <a:pt x="37" y="11"/>
                    <a:pt x="37" y="11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12" y="12"/>
                    <a:pt x="12" y="12"/>
                    <a:pt x="12" y="12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0" y="88"/>
                    <a:pt x="2" y="90"/>
                    <a:pt x="4" y="90"/>
                  </a:cubicBezTo>
                  <a:lnTo>
                    <a:pt x="34" y="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2" name="Freeform 87"/>
            <p:cNvSpPr/>
            <p:nvPr/>
          </p:nvSpPr>
          <p:spPr bwMode="auto">
            <a:xfrm>
              <a:off x="1404938" y="2562225"/>
              <a:ext cx="92075" cy="193675"/>
            </a:xfrm>
            <a:custGeom>
              <a:avLst/>
              <a:gdLst>
                <a:gd name="T0" fmla="*/ 33 w 36"/>
                <a:gd name="T1" fmla="*/ 76 h 76"/>
                <a:gd name="T2" fmla="*/ 36 w 36"/>
                <a:gd name="T3" fmla="*/ 72 h 76"/>
                <a:gd name="T4" fmla="*/ 36 w 36"/>
                <a:gd name="T5" fmla="*/ 0 h 76"/>
                <a:gd name="T6" fmla="*/ 22 w 36"/>
                <a:gd name="T7" fmla="*/ 11 h 76"/>
                <a:gd name="T8" fmla="*/ 18 w 36"/>
                <a:gd name="T9" fmla="*/ 14 h 76"/>
                <a:gd name="T10" fmla="*/ 5 w 36"/>
                <a:gd name="T11" fmla="*/ 13 h 76"/>
                <a:gd name="T12" fmla="*/ 4 w 36"/>
                <a:gd name="T13" fmla="*/ 12 h 76"/>
                <a:gd name="T14" fmla="*/ 0 w 36"/>
                <a:gd name="T15" fmla="*/ 8 h 76"/>
                <a:gd name="T16" fmla="*/ 0 w 36"/>
                <a:gd name="T17" fmla="*/ 72 h 76"/>
                <a:gd name="T18" fmla="*/ 3 w 36"/>
                <a:gd name="T19" fmla="*/ 76 h 76"/>
                <a:gd name="T20" fmla="*/ 33 w 36"/>
                <a:gd name="T21" fmla="*/ 76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6" h="76">
                  <a:moveTo>
                    <a:pt x="33" y="76"/>
                  </a:moveTo>
                  <a:cubicBezTo>
                    <a:pt x="35" y="76"/>
                    <a:pt x="36" y="74"/>
                    <a:pt x="36" y="72"/>
                  </a:cubicBezTo>
                  <a:cubicBezTo>
                    <a:pt x="36" y="0"/>
                    <a:pt x="36" y="0"/>
                    <a:pt x="36" y="0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4" y="17"/>
                    <a:pt x="9" y="17"/>
                    <a:pt x="5" y="13"/>
                  </a:cubicBezTo>
                  <a:cubicBezTo>
                    <a:pt x="4" y="12"/>
                    <a:pt x="4" y="12"/>
                    <a:pt x="4" y="12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0" y="74"/>
                    <a:pt x="1" y="76"/>
                    <a:pt x="3" y="76"/>
                  </a:cubicBezTo>
                  <a:lnTo>
                    <a:pt x="33" y="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3" name="Freeform 88"/>
            <p:cNvSpPr/>
            <p:nvPr/>
          </p:nvSpPr>
          <p:spPr bwMode="auto">
            <a:xfrm>
              <a:off x="1525588" y="2465388"/>
              <a:ext cx="95250" cy="290512"/>
            </a:xfrm>
            <a:custGeom>
              <a:avLst/>
              <a:gdLst>
                <a:gd name="T0" fmla="*/ 33 w 37"/>
                <a:gd name="T1" fmla="*/ 114 h 114"/>
                <a:gd name="T2" fmla="*/ 37 w 37"/>
                <a:gd name="T3" fmla="*/ 110 h 114"/>
                <a:gd name="T4" fmla="*/ 37 w 37"/>
                <a:gd name="T5" fmla="*/ 0 h 114"/>
                <a:gd name="T6" fmla="*/ 15 w 37"/>
                <a:gd name="T7" fmla="*/ 18 h 114"/>
                <a:gd name="T8" fmla="*/ 0 w 37"/>
                <a:gd name="T9" fmla="*/ 29 h 114"/>
                <a:gd name="T10" fmla="*/ 0 w 37"/>
                <a:gd name="T11" fmla="*/ 110 h 114"/>
                <a:gd name="T12" fmla="*/ 3 w 37"/>
                <a:gd name="T13" fmla="*/ 114 h 114"/>
                <a:gd name="T14" fmla="*/ 33 w 37"/>
                <a:gd name="T15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7" h="114">
                  <a:moveTo>
                    <a:pt x="33" y="114"/>
                  </a:moveTo>
                  <a:cubicBezTo>
                    <a:pt x="35" y="114"/>
                    <a:pt x="37" y="112"/>
                    <a:pt x="37" y="11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0" y="112"/>
                    <a:pt x="1" y="114"/>
                    <a:pt x="3" y="114"/>
                  </a:cubicBezTo>
                  <a:lnTo>
                    <a:pt x="33" y="1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4" name="Freeform 89"/>
            <p:cNvSpPr/>
            <p:nvPr/>
          </p:nvSpPr>
          <p:spPr bwMode="auto">
            <a:xfrm>
              <a:off x="979488" y="2314575"/>
              <a:ext cx="722312" cy="420687"/>
            </a:xfrm>
            <a:custGeom>
              <a:avLst/>
              <a:gdLst>
                <a:gd name="T0" fmla="*/ 283 w 283"/>
                <a:gd name="T1" fmla="*/ 10 h 165"/>
                <a:gd name="T2" fmla="*/ 280 w 283"/>
                <a:gd name="T3" fmla="*/ 3 h 165"/>
                <a:gd name="T4" fmla="*/ 273 w 283"/>
                <a:gd name="T5" fmla="*/ 0 h 165"/>
                <a:gd name="T6" fmla="*/ 263 w 283"/>
                <a:gd name="T7" fmla="*/ 0 h 165"/>
                <a:gd name="T8" fmla="*/ 229 w 283"/>
                <a:gd name="T9" fmla="*/ 0 h 165"/>
                <a:gd name="T10" fmla="*/ 225 w 283"/>
                <a:gd name="T11" fmla="*/ 1 h 165"/>
                <a:gd name="T12" fmla="*/ 225 w 283"/>
                <a:gd name="T13" fmla="*/ 1 h 165"/>
                <a:gd name="T14" fmla="*/ 219 w 283"/>
                <a:gd name="T15" fmla="*/ 10 h 165"/>
                <a:gd name="T16" fmla="*/ 225 w 283"/>
                <a:gd name="T17" fmla="*/ 19 h 165"/>
                <a:gd name="T18" fmla="*/ 229 w 283"/>
                <a:gd name="T19" fmla="*/ 20 h 165"/>
                <a:gd name="T20" fmla="*/ 240 w 283"/>
                <a:gd name="T21" fmla="*/ 20 h 165"/>
                <a:gd name="T22" fmla="*/ 246 w 283"/>
                <a:gd name="T23" fmla="*/ 20 h 165"/>
                <a:gd name="T24" fmla="*/ 235 w 283"/>
                <a:gd name="T25" fmla="*/ 28 h 165"/>
                <a:gd name="T26" fmla="*/ 216 w 283"/>
                <a:gd name="T27" fmla="*/ 45 h 165"/>
                <a:gd name="T28" fmla="*/ 205 w 283"/>
                <a:gd name="T29" fmla="*/ 54 h 165"/>
                <a:gd name="T30" fmla="*/ 190 w 283"/>
                <a:gd name="T31" fmla="*/ 66 h 165"/>
                <a:gd name="T32" fmla="*/ 181 w 283"/>
                <a:gd name="T33" fmla="*/ 73 h 165"/>
                <a:gd name="T34" fmla="*/ 171 w 283"/>
                <a:gd name="T35" fmla="*/ 63 h 165"/>
                <a:gd name="T36" fmla="*/ 167 w 283"/>
                <a:gd name="T37" fmla="*/ 59 h 165"/>
                <a:gd name="T38" fmla="*/ 156 w 283"/>
                <a:gd name="T39" fmla="*/ 48 h 165"/>
                <a:gd name="T40" fmla="*/ 154 w 283"/>
                <a:gd name="T41" fmla="*/ 46 h 165"/>
                <a:gd name="T42" fmla="*/ 141 w 283"/>
                <a:gd name="T43" fmla="*/ 45 h 165"/>
                <a:gd name="T44" fmla="*/ 131 w 283"/>
                <a:gd name="T45" fmla="*/ 53 h 165"/>
                <a:gd name="T46" fmla="*/ 119 w 283"/>
                <a:gd name="T47" fmla="*/ 62 h 165"/>
                <a:gd name="T48" fmla="*/ 112 w 283"/>
                <a:gd name="T49" fmla="*/ 67 h 165"/>
                <a:gd name="T50" fmla="*/ 108 w 283"/>
                <a:gd name="T51" fmla="*/ 70 h 165"/>
                <a:gd name="T52" fmla="*/ 71 w 283"/>
                <a:gd name="T53" fmla="*/ 98 h 165"/>
                <a:gd name="T54" fmla="*/ 70 w 283"/>
                <a:gd name="T55" fmla="*/ 98 h 165"/>
                <a:gd name="T56" fmla="*/ 59 w 283"/>
                <a:gd name="T57" fmla="*/ 107 h 165"/>
                <a:gd name="T58" fmla="*/ 11 w 283"/>
                <a:gd name="T59" fmla="*/ 142 h 165"/>
                <a:gd name="T60" fmla="*/ 6 w 283"/>
                <a:gd name="T61" fmla="*/ 147 h 165"/>
                <a:gd name="T62" fmla="*/ 4 w 283"/>
                <a:gd name="T63" fmla="*/ 160 h 165"/>
                <a:gd name="T64" fmla="*/ 13 w 283"/>
                <a:gd name="T65" fmla="*/ 164 h 165"/>
                <a:gd name="T66" fmla="*/ 17 w 283"/>
                <a:gd name="T67" fmla="*/ 162 h 165"/>
                <a:gd name="T68" fmla="*/ 59 w 283"/>
                <a:gd name="T69" fmla="*/ 131 h 165"/>
                <a:gd name="T70" fmla="*/ 70 w 283"/>
                <a:gd name="T71" fmla="*/ 123 h 165"/>
                <a:gd name="T72" fmla="*/ 71 w 283"/>
                <a:gd name="T73" fmla="*/ 122 h 165"/>
                <a:gd name="T74" fmla="*/ 108 w 283"/>
                <a:gd name="T75" fmla="*/ 94 h 165"/>
                <a:gd name="T76" fmla="*/ 112 w 283"/>
                <a:gd name="T77" fmla="*/ 91 h 165"/>
                <a:gd name="T78" fmla="*/ 119 w 283"/>
                <a:gd name="T79" fmla="*/ 86 h 165"/>
                <a:gd name="T80" fmla="*/ 131 w 283"/>
                <a:gd name="T81" fmla="*/ 77 h 165"/>
                <a:gd name="T82" fmla="*/ 146 w 283"/>
                <a:gd name="T83" fmla="*/ 65 h 165"/>
                <a:gd name="T84" fmla="*/ 156 w 283"/>
                <a:gd name="T85" fmla="*/ 76 h 165"/>
                <a:gd name="T86" fmla="*/ 167 w 283"/>
                <a:gd name="T87" fmla="*/ 87 h 165"/>
                <a:gd name="T88" fmla="*/ 171 w 283"/>
                <a:gd name="T89" fmla="*/ 91 h 165"/>
                <a:gd name="T90" fmla="*/ 173 w 283"/>
                <a:gd name="T91" fmla="*/ 93 h 165"/>
                <a:gd name="T92" fmla="*/ 186 w 283"/>
                <a:gd name="T93" fmla="*/ 94 h 165"/>
                <a:gd name="T94" fmla="*/ 190 w 283"/>
                <a:gd name="T95" fmla="*/ 90 h 165"/>
                <a:gd name="T96" fmla="*/ 205 w 283"/>
                <a:gd name="T97" fmla="*/ 79 h 165"/>
                <a:gd name="T98" fmla="*/ 216 w 283"/>
                <a:gd name="T99" fmla="*/ 70 h 165"/>
                <a:gd name="T100" fmla="*/ 231 w 283"/>
                <a:gd name="T101" fmla="*/ 58 h 165"/>
                <a:gd name="T102" fmla="*/ 263 w 283"/>
                <a:gd name="T103" fmla="*/ 31 h 165"/>
                <a:gd name="T104" fmla="*/ 264 w 283"/>
                <a:gd name="T105" fmla="*/ 31 h 165"/>
                <a:gd name="T106" fmla="*/ 264 w 283"/>
                <a:gd name="T107" fmla="*/ 53 h 165"/>
                <a:gd name="T108" fmla="*/ 274 w 283"/>
                <a:gd name="T109" fmla="*/ 62 h 165"/>
                <a:gd name="T110" fmla="*/ 283 w 283"/>
                <a:gd name="T111" fmla="*/ 53 h 165"/>
                <a:gd name="T112" fmla="*/ 283 w 283"/>
                <a:gd name="T113" fmla="*/ 10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83" h="165">
                  <a:moveTo>
                    <a:pt x="283" y="10"/>
                  </a:moveTo>
                  <a:cubicBezTo>
                    <a:pt x="283" y="7"/>
                    <a:pt x="282" y="5"/>
                    <a:pt x="280" y="3"/>
                  </a:cubicBezTo>
                  <a:cubicBezTo>
                    <a:pt x="278" y="1"/>
                    <a:pt x="276" y="0"/>
                    <a:pt x="273" y="0"/>
                  </a:cubicBezTo>
                  <a:cubicBezTo>
                    <a:pt x="263" y="0"/>
                    <a:pt x="263" y="0"/>
                    <a:pt x="263" y="0"/>
                  </a:cubicBezTo>
                  <a:cubicBezTo>
                    <a:pt x="229" y="0"/>
                    <a:pt x="229" y="0"/>
                    <a:pt x="229" y="0"/>
                  </a:cubicBezTo>
                  <a:cubicBezTo>
                    <a:pt x="227" y="0"/>
                    <a:pt x="226" y="1"/>
                    <a:pt x="225" y="1"/>
                  </a:cubicBezTo>
                  <a:cubicBezTo>
                    <a:pt x="225" y="1"/>
                    <a:pt x="225" y="1"/>
                    <a:pt x="225" y="1"/>
                  </a:cubicBezTo>
                  <a:cubicBezTo>
                    <a:pt x="221" y="3"/>
                    <a:pt x="219" y="6"/>
                    <a:pt x="219" y="10"/>
                  </a:cubicBezTo>
                  <a:cubicBezTo>
                    <a:pt x="219" y="14"/>
                    <a:pt x="222" y="18"/>
                    <a:pt x="225" y="19"/>
                  </a:cubicBezTo>
                  <a:cubicBezTo>
                    <a:pt x="226" y="20"/>
                    <a:pt x="227" y="20"/>
                    <a:pt x="229" y="20"/>
                  </a:cubicBezTo>
                  <a:cubicBezTo>
                    <a:pt x="240" y="20"/>
                    <a:pt x="240" y="20"/>
                    <a:pt x="240" y="20"/>
                  </a:cubicBezTo>
                  <a:cubicBezTo>
                    <a:pt x="246" y="20"/>
                    <a:pt x="246" y="20"/>
                    <a:pt x="246" y="20"/>
                  </a:cubicBezTo>
                  <a:cubicBezTo>
                    <a:pt x="235" y="28"/>
                    <a:pt x="235" y="28"/>
                    <a:pt x="235" y="28"/>
                  </a:cubicBezTo>
                  <a:cubicBezTo>
                    <a:pt x="216" y="45"/>
                    <a:pt x="216" y="45"/>
                    <a:pt x="216" y="45"/>
                  </a:cubicBezTo>
                  <a:cubicBezTo>
                    <a:pt x="205" y="54"/>
                    <a:pt x="205" y="54"/>
                    <a:pt x="205" y="54"/>
                  </a:cubicBezTo>
                  <a:cubicBezTo>
                    <a:pt x="190" y="66"/>
                    <a:pt x="190" y="66"/>
                    <a:pt x="190" y="66"/>
                  </a:cubicBezTo>
                  <a:cubicBezTo>
                    <a:pt x="181" y="73"/>
                    <a:pt x="181" y="73"/>
                    <a:pt x="181" y="73"/>
                  </a:cubicBezTo>
                  <a:cubicBezTo>
                    <a:pt x="171" y="63"/>
                    <a:pt x="171" y="63"/>
                    <a:pt x="171" y="63"/>
                  </a:cubicBezTo>
                  <a:cubicBezTo>
                    <a:pt x="167" y="59"/>
                    <a:pt x="167" y="59"/>
                    <a:pt x="167" y="59"/>
                  </a:cubicBezTo>
                  <a:cubicBezTo>
                    <a:pt x="156" y="48"/>
                    <a:pt x="156" y="48"/>
                    <a:pt x="156" y="48"/>
                  </a:cubicBezTo>
                  <a:cubicBezTo>
                    <a:pt x="154" y="46"/>
                    <a:pt x="154" y="46"/>
                    <a:pt x="154" y="46"/>
                  </a:cubicBezTo>
                  <a:cubicBezTo>
                    <a:pt x="151" y="42"/>
                    <a:pt x="145" y="42"/>
                    <a:pt x="141" y="45"/>
                  </a:cubicBezTo>
                  <a:cubicBezTo>
                    <a:pt x="131" y="53"/>
                    <a:pt x="131" y="53"/>
                    <a:pt x="131" y="53"/>
                  </a:cubicBezTo>
                  <a:cubicBezTo>
                    <a:pt x="119" y="62"/>
                    <a:pt x="119" y="62"/>
                    <a:pt x="119" y="62"/>
                  </a:cubicBezTo>
                  <a:cubicBezTo>
                    <a:pt x="112" y="67"/>
                    <a:pt x="112" y="67"/>
                    <a:pt x="112" y="67"/>
                  </a:cubicBezTo>
                  <a:cubicBezTo>
                    <a:pt x="108" y="70"/>
                    <a:pt x="108" y="70"/>
                    <a:pt x="108" y="70"/>
                  </a:cubicBezTo>
                  <a:cubicBezTo>
                    <a:pt x="71" y="98"/>
                    <a:pt x="71" y="98"/>
                    <a:pt x="71" y="98"/>
                  </a:cubicBezTo>
                  <a:cubicBezTo>
                    <a:pt x="70" y="98"/>
                    <a:pt x="70" y="98"/>
                    <a:pt x="70" y="98"/>
                  </a:cubicBezTo>
                  <a:cubicBezTo>
                    <a:pt x="59" y="107"/>
                    <a:pt x="59" y="107"/>
                    <a:pt x="59" y="107"/>
                  </a:cubicBezTo>
                  <a:cubicBezTo>
                    <a:pt x="11" y="142"/>
                    <a:pt x="11" y="142"/>
                    <a:pt x="11" y="142"/>
                  </a:cubicBezTo>
                  <a:cubicBezTo>
                    <a:pt x="6" y="147"/>
                    <a:pt x="6" y="147"/>
                    <a:pt x="6" y="147"/>
                  </a:cubicBezTo>
                  <a:cubicBezTo>
                    <a:pt x="1" y="150"/>
                    <a:pt x="0" y="156"/>
                    <a:pt x="4" y="160"/>
                  </a:cubicBezTo>
                  <a:cubicBezTo>
                    <a:pt x="6" y="163"/>
                    <a:pt x="10" y="165"/>
                    <a:pt x="13" y="164"/>
                  </a:cubicBezTo>
                  <a:cubicBezTo>
                    <a:pt x="15" y="164"/>
                    <a:pt x="16" y="163"/>
                    <a:pt x="17" y="162"/>
                  </a:cubicBezTo>
                  <a:cubicBezTo>
                    <a:pt x="59" y="131"/>
                    <a:pt x="59" y="131"/>
                    <a:pt x="59" y="131"/>
                  </a:cubicBezTo>
                  <a:cubicBezTo>
                    <a:pt x="70" y="123"/>
                    <a:pt x="70" y="123"/>
                    <a:pt x="70" y="123"/>
                  </a:cubicBezTo>
                  <a:cubicBezTo>
                    <a:pt x="71" y="122"/>
                    <a:pt x="71" y="122"/>
                    <a:pt x="71" y="122"/>
                  </a:cubicBezTo>
                  <a:cubicBezTo>
                    <a:pt x="108" y="94"/>
                    <a:pt x="108" y="94"/>
                    <a:pt x="108" y="94"/>
                  </a:cubicBezTo>
                  <a:cubicBezTo>
                    <a:pt x="112" y="91"/>
                    <a:pt x="112" y="91"/>
                    <a:pt x="112" y="91"/>
                  </a:cubicBezTo>
                  <a:cubicBezTo>
                    <a:pt x="119" y="86"/>
                    <a:pt x="119" y="86"/>
                    <a:pt x="119" y="86"/>
                  </a:cubicBezTo>
                  <a:cubicBezTo>
                    <a:pt x="131" y="77"/>
                    <a:pt x="131" y="77"/>
                    <a:pt x="131" y="77"/>
                  </a:cubicBezTo>
                  <a:cubicBezTo>
                    <a:pt x="146" y="65"/>
                    <a:pt x="146" y="65"/>
                    <a:pt x="146" y="65"/>
                  </a:cubicBezTo>
                  <a:cubicBezTo>
                    <a:pt x="156" y="76"/>
                    <a:pt x="156" y="76"/>
                    <a:pt x="156" y="76"/>
                  </a:cubicBezTo>
                  <a:cubicBezTo>
                    <a:pt x="167" y="87"/>
                    <a:pt x="167" y="87"/>
                    <a:pt x="167" y="87"/>
                  </a:cubicBezTo>
                  <a:cubicBezTo>
                    <a:pt x="171" y="91"/>
                    <a:pt x="171" y="91"/>
                    <a:pt x="171" y="91"/>
                  </a:cubicBezTo>
                  <a:cubicBezTo>
                    <a:pt x="173" y="93"/>
                    <a:pt x="173" y="93"/>
                    <a:pt x="173" y="93"/>
                  </a:cubicBezTo>
                  <a:cubicBezTo>
                    <a:pt x="177" y="96"/>
                    <a:pt x="182" y="97"/>
                    <a:pt x="186" y="9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205" y="79"/>
                    <a:pt x="205" y="79"/>
                    <a:pt x="205" y="79"/>
                  </a:cubicBezTo>
                  <a:cubicBezTo>
                    <a:pt x="216" y="70"/>
                    <a:pt x="216" y="70"/>
                    <a:pt x="216" y="70"/>
                  </a:cubicBezTo>
                  <a:cubicBezTo>
                    <a:pt x="231" y="58"/>
                    <a:pt x="231" y="58"/>
                    <a:pt x="231" y="58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4" y="31"/>
                    <a:pt x="264" y="31"/>
                    <a:pt x="264" y="31"/>
                  </a:cubicBezTo>
                  <a:cubicBezTo>
                    <a:pt x="264" y="53"/>
                    <a:pt x="264" y="53"/>
                    <a:pt x="264" y="53"/>
                  </a:cubicBezTo>
                  <a:cubicBezTo>
                    <a:pt x="264" y="58"/>
                    <a:pt x="268" y="62"/>
                    <a:pt x="274" y="62"/>
                  </a:cubicBezTo>
                  <a:cubicBezTo>
                    <a:pt x="279" y="62"/>
                    <a:pt x="283" y="58"/>
                    <a:pt x="283" y="53"/>
                  </a:cubicBezTo>
                  <a:lnTo>
                    <a:pt x="283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3013465" y="2668045"/>
            <a:ext cx="706438" cy="596900"/>
            <a:chOff x="8507413" y="4900613"/>
            <a:chExt cx="706438" cy="596900"/>
          </a:xfrm>
          <a:solidFill>
            <a:schemeClr val="bg1">
              <a:lumMod val="95000"/>
            </a:schemeClr>
          </a:solidFill>
        </p:grpSpPr>
        <p:sp>
          <p:nvSpPr>
            <p:cNvPr id="29" name="Oval 188"/>
            <p:cNvSpPr>
              <a:spLocks noChangeArrowheads="1"/>
            </p:cNvSpPr>
            <p:nvPr/>
          </p:nvSpPr>
          <p:spPr bwMode="auto">
            <a:xfrm>
              <a:off x="8759826" y="4967288"/>
              <a:ext cx="203200" cy="20320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0" name="Freeform 189"/>
            <p:cNvSpPr/>
            <p:nvPr/>
          </p:nvSpPr>
          <p:spPr bwMode="auto">
            <a:xfrm>
              <a:off x="8683626" y="5189538"/>
              <a:ext cx="357188" cy="307975"/>
            </a:xfrm>
            <a:custGeom>
              <a:avLst/>
              <a:gdLst>
                <a:gd name="T0" fmla="*/ 65 w 95"/>
                <a:gd name="T1" fmla="*/ 0 h 82"/>
                <a:gd name="T2" fmla="*/ 48 w 95"/>
                <a:gd name="T3" fmla="*/ 20 h 82"/>
                <a:gd name="T4" fmla="*/ 31 w 95"/>
                <a:gd name="T5" fmla="*/ 0 h 82"/>
                <a:gd name="T6" fmla="*/ 0 w 95"/>
                <a:gd name="T7" fmla="*/ 51 h 82"/>
                <a:gd name="T8" fmla="*/ 1 w 95"/>
                <a:gd name="T9" fmla="*/ 61 h 82"/>
                <a:gd name="T10" fmla="*/ 48 w 95"/>
                <a:gd name="T11" fmla="*/ 82 h 82"/>
                <a:gd name="T12" fmla="*/ 94 w 95"/>
                <a:gd name="T13" fmla="*/ 61 h 82"/>
                <a:gd name="T14" fmla="*/ 95 w 95"/>
                <a:gd name="T15" fmla="*/ 51 h 82"/>
                <a:gd name="T16" fmla="*/ 65 w 95"/>
                <a:gd name="T17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5" h="82">
                  <a:moveTo>
                    <a:pt x="65" y="0"/>
                  </a:moveTo>
                  <a:cubicBezTo>
                    <a:pt x="48" y="20"/>
                    <a:pt x="48" y="20"/>
                    <a:pt x="48" y="2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13" y="8"/>
                    <a:pt x="0" y="28"/>
                    <a:pt x="0" y="51"/>
                  </a:cubicBezTo>
                  <a:cubicBezTo>
                    <a:pt x="0" y="54"/>
                    <a:pt x="1" y="57"/>
                    <a:pt x="1" y="61"/>
                  </a:cubicBezTo>
                  <a:cubicBezTo>
                    <a:pt x="11" y="73"/>
                    <a:pt x="28" y="82"/>
                    <a:pt x="48" y="82"/>
                  </a:cubicBezTo>
                  <a:cubicBezTo>
                    <a:pt x="67" y="82"/>
                    <a:pt x="84" y="73"/>
                    <a:pt x="94" y="61"/>
                  </a:cubicBezTo>
                  <a:cubicBezTo>
                    <a:pt x="95" y="57"/>
                    <a:pt x="95" y="54"/>
                    <a:pt x="95" y="51"/>
                  </a:cubicBezTo>
                  <a:cubicBezTo>
                    <a:pt x="95" y="28"/>
                    <a:pt x="82" y="7"/>
                    <a:pt x="6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1" name="Freeform 190"/>
            <p:cNvSpPr/>
            <p:nvPr/>
          </p:nvSpPr>
          <p:spPr bwMode="auto">
            <a:xfrm>
              <a:off x="8958263" y="4900613"/>
              <a:ext cx="184150" cy="187325"/>
            </a:xfrm>
            <a:custGeom>
              <a:avLst/>
              <a:gdLst>
                <a:gd name="T0" fmla="*/ 24 w 49"/>
                <a:gd name="T1" fmla="*/ 0 h 50"/>
                <a:gd name="T2" fmla="*/ 0 w 49"/>
                <a:gd name="T3" fmla="*/ 18 h 50"/>
                <a:gd name="T4" fmla="*/ 11 w 49"/>
                <a:gd name="T5" fmla="*/ 45 h 50"/>
                <a:gd name="T6" fmla="*/ 11 w 49"/>
                <a:gd name="T7" fmla="*/ 46 h 50"/>
                <a:gd name="T8" fmla="*/ 24 w 49"/>
                <a:gd name="T9" fmla="*/ 50 h 50"/>
                <a:gd name="T10" fmla="*/ 49 w 49"/>
                <a:gd name="T11" fmla="*/ 25 h 50"/>
                <a:gd name="T12" fmla="*/ 24 w 49"/>
                <a:gd name="T13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9" h="50">
                  <a:moveTo>
                    <a:pt x="24" y="0"/>
                  </a:moveTo>
                  <a:cubicBezTo>
                    <a:pt x="12" y="0"/>
                    <a:pt x="2" y="8"/>
                    <a:pt x="0" y="18"/>
                  </a:cubicBezTo>
                  <a:cubicBezTo>
                    <a:pt x="6" y="25"/>
                    <a:pt x="11" y="34"/>
                    <a:pt x="11" y="45"/>
                  </a:cubicBezTo>
                  <a:cubicBezTo>
                    <a:pt x="11" y="45"/>
                    <a:pt x="11" y="46"/>
                    <a:pt x="11" y="46"/>
                  </a:cubicBezTo>
                  <a:cubicBezTo>
                    <a:pt x="14" y="49"/>
                    <a:pt x="19" y="50"/>
                    <a:pt x="24" y="50"/>
                  </a:cubicBezTo>
                  <a:cubicBezTo>
                    <a:pt x="37" y="50"/>
                    <a:pt x="49" y="39"/>
                    <a:pt x="49" y="25"/>
                  </a:cubicBezTo>
                  <a:cubicBezTo>
                    <a:pt x="49" y="11"/>
                    <a:pt x="37" y="0"/>
                    <a:pt x="2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2" name="Freeform 191"/>
            <p:cNvSpPr/>
            <p:nvPr/>
          </p:nvSpPr>
          <p:spPr bwMode="auto">
            <a:xfrm>
              <a:off x="8575676" y="4900613"/>
              <a:ext cx="187325" cy="187325"/>
            </a:xfrm>
            <a:custGeom>
              <a:avLst/>
              <a:gdLst>
                <a:gd name="T0" fmla="*/ 40 w 50"/>
                <a:gd name="T1" fmla="*/ 45 h 50"/>
                <a:gd name="T2" fmla="*/ 50 w 50"/>
                <a:gd name="T3" fmla="*/ 20 h 50"/>
                <a:gd name="T4" fmla="*/ 25 w 50"/>
                <a:gd name="T5" fmla="*/ 0 h 50"/>
                <a:gd name="T6" fmla="*/ 0 w 50"/>
                <a:gd name="T7" fmla="*/ 25 h 50"/>
                <a:gd name="T8" fmla="*/ 25 w 50"/>
                <a:gd name="T9" fmla="*/ 50 h 50"/>
                <a:gd name="T10" fmla="*/ 40 w 50"/>
                <a:gd name="T11" fmla="*/ 45 h 50"/>
                <a:gd name="T12" fmla="*/ 40 w 50"/>
                <a:gd name="T13" fmla="*/ 45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0" h="50">
                  <a:moveTo>
                    <a:pt x="40" y="45"/>
                  </a:moveTo>
                  <a:cubicBezTo>
                    <a:pt x="40" y="35"/>
                    <a:pt x="44" y="26"/>
                    <a:pt x="50" y="20"/>
                  </a:cubicBezTo>
                  <a:cubicBezTo>
                    <a:pt x="48" y="8"/>
                    <a:pt x="37" y="0"/>
                    <a:pt x="25" y="0"/>
                  </a:cubicBezTo>
                  <a:cubicBezTo>
                    <a:pt x="12" y="0"/>
                    <a:pt x="0" y="11"/>
                    <a:pt x="0" y="25"/>
                  </a:cubicBezTo>
                  <a:cubicBezTo>
                    <a:pt x="0" y="39"/>
                    <a:pt x="12" y="50"/>
                    <a:pt x="25" y="50"/>
                  </a:cubicBezTo>
                  <a:cubicBezTo>
                    <a:pt x="31" y="50"/>
                    <a:pt x="36" y="48"/>
                    <a:pt x="40" y="45"/>
                  </a:cubicBezTo>
                  <a:cubicBezTo>
                    <a:pt x="40" y="45"/>
                    <a:pt x="40" y="45"/>
                    <a:pt x="40" y="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3" name="Freeform 192"/>
            <p:cNvSpPr/>
            <p:nvPr/>
          </p:nvSpPr>
          <p:spPr bwMode="auto">
            <a:xfrm>
              <a:off x="8958263" y="5103813"/>
              <a:ext cx="255588" cy="285750"/>
            </a:xfrm>
            <a:custGeom>
              <a:avLst/>
              <a:gdLst>
                <a:gd name="T0" fmla="*/ 40 w 68"/>
                <a:gd name="T1" fmla="*/ 0 h 76"/>
                <a:gd name="T2" fmla="*/ 24 w 68"/>
                <a:gd name="T3" fmla="*/ 19 h 76"/>
                <a:gd name="T4" fmla="*/ 9 w 68"/>
                <a:gd name="T5" fmla="*/ 2 h 76"/>
                <a:gd name="T6" fmla="*/ 0 w 68"/>
                <a:gd name="T7" fmla="*/ 16 h 76"/>
                <a:gd name="T8" fmla="*/ 32 w 68"/>
                <a:gd name="T9" fmla="*/ 74 h 76"/>
                <a:gd name="T10" fmla="*/ 31 w 68"/>
                <a:gd name="T11" fmla="*/ 76 h 76"/>
                <a:gd name="T12" fmla="*/ 67 w 68"/>
                <a:gd name="T13" fmla="*/ 57 h 76"/>
                <a:gd name="T14" fmla="*/ 68 w 68"/>
                <a:gd name="T15" fmla="*/ 48 h 76"/>
                <a:gd name="T16" fmla="*/ 40 w 68"/>
                <a:gd name="T17" fmla="*/ 0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8" h="76">
                  <a:moveTo>
                    <a:pt x="40" y="0"/>
                  </a:moveTo>
                  <a:cubicBezTo>
                    <a:pt x="24" y="19"/>
                    <a:pt x="24" y="19"/>
                    <a:pt x="24" y="19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7" y="7"/>
                    <a:pt x="4" y="12"/>
                    <a:pt x="0" y="16"/>
                  </a:cubicBezTo>
                  <a:cubicBezTo>
                    <a:pt x="19" y="27"/>
                    <a:pt x="32" y="49"/>
                    <a:pt x="32" y="74"/>
                  </a:cubicBezTo>
                  <a:cubicBezTo>
                    <a:pt x="32" y="75"/>
                    <a:pt x="31" y="75"/>
                    <a:pt x="31" y="76"/>
                  </a:cubicBezTo>
                  <a:cubicBezTo>
                    <a:pt x="46" y="74"/>
                    <a:pt x="59" y="67"/>
                    <a:pt x="67" y="57"/>
                  </a:cubicBezTo>
                  <a:cubicBezTo>
                    <a:pt x="68" y="54"/>
                    <a:pt x="68" y="51"/>
                    <a:pt x="68" y="48"/>
                  </a:cubicBezTo>
                  <a:cubicBezTo>
                    <a:pt x="68" y="26"/>
                    <a:pt x="56" y="8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34" name="Freeform 193"/>
            <p:cNvSpPr/>
            <p:nvPr/>
          </p:nvSpPr>
          <p:spPr bwMode="auto">
            <a:xfrm>
              <a:off x="8507413" y="5103813"/>
              <a:ext cx="258763" cy="285750"/>
            </a:xfrm>
            <a:custGeom>
              <a:avLst/>
              <a:gdLst>
                <a:gd name="T0" fmla="*/ 38 w 69"/>
                <a:gd name="T1" fmla="*/ 74 h 76"/>
                <a:gd name="T2" fmla="*/ 69 w 69"/>
                <a:gd name="T3" fmla="*/ 17 h 76"/>
                <a:gd name="T4" fmla="*/ 59 w 69"/>
                <a:gd name="T5" fmla="*/ 0 h 76"/>
                <a:gd name="T6" fmla="*/ 59 w 69"/>
                <a:gd name="T7" fmla="*/ 0 h 76"/>
                <a:gd name="T8" fmla="*/ 44 w 69"/>
                <a:gd name="T9" fmla="*/ 19 h 76"/>
                <a:gd name="T10" fmla="*/ 28 w 69"/>
                <a:gd name="T11" fmla="*/ 1 h 76"/>
                <a:gd name="T12" fmla="*/ 0 w 69"/>
                <a:gd name="T13" fmla="*/ 48 h 76"/>
                <a:gd name="T14" fmla="*/ 0 w 69"/>
                <a:gd name="T15" fmla="*/ 57 h 76"/>
                <a:gd name="T16" fmla="*/ 38 w 69"/>
                <a:gd name="T17" fmla="*/ 76 h 76"/>
                <a:gd name="T18" fmla="*/ 38 w 69"/>
                <a:gd name="T19" fmla="*/ 74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9" h="76">
                  <a:moveTo>
                    <a:pt x="38" y="74"/>
                  </a:moveTo>
                  <a:cubicBezTo>
                    <a:pt x="38" y="49"/>
                    <a:pt x="50" y="28"/>
                    <a:pt x="69" y="17"/>
                  </a:cubicBezTo>
                  <a:cubicBezTo>
                    <a:pt x="65" y="12"/>
                    <a:pt x="61" y="7"/>
                    <a:pt x="59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44" y="19"/>
                    <a:pt x="44" y="19"/>
                    <a:pt x="44" y="19"/>
                  </a:cubicBezTo>
                  <a:cubicBezTo>
                    <a:pt x="28" y="1"/>
                    <a:pt x="28" y="1"/>
                    <a:pt x="28" y="1"/>
                  </a:cubicBezTo>
                  <a:cubicBezTo>
                    <a:pt x="12" y="8"/>
                    <a:pt x="0" y="26"/>
                    <a:pt x="0" y="48"/>
                  </a:cubicBezTo>
                  <a:cubicBezTo>
                    <a:pt x="0" y="51"/>
                    <a:pt x="0" y="54"/>
                    <a:pt x="0" y="57"/>
                  </a:cubicBezTo>
                  <a:cubicBezTo>
                    <a:pt x="9" y="67"/>
                    <a:pt x="22" y="75"/>
                    <a:pt x="38" y="76"/>
                  </a:cubicBezTo>
                  <a:cubicBezTo>
                    <a:pt x="38" y="75"/>
                    <a:pt x="38" y="75"/>
                    <a:pt x="38" y="7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</a:endParaRPr>
            </a:p>
          </p:txBody>
        </p:sp>
      </p:grpSp>
      <p:sp>
        <p:nvSpPr>
          <p:cNvPr id="42" name="TextBox 6"/>
          <p:cNvSpPr txBox="1">
            <a:spLocks noChangeArrowheads="1"/>
          </p:cNvSpPr>
          <p:nvPr/>
        </p:nvSpPr>
        <p:spPr bwMode="auto">
          <a:xfrm>
            <a:off x="3473783" y="434492"/>
            <a:ext cx="205105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0" lang="zh-CN" sz="18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+mn-ea"/>
              </a:rPr>
              <a:t>管理员端</a:t>
            </a:r>
            <a:endParaRPr kumimoji="0" lang="zh-CN" sz="18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cs typeface="+mn-ea"/>
            </a:endParaRPr>
          </a:p>
        </p:txBody>
      </p:sp>
      <p:sp>
        <p:nvSpPr>
          <p:cNvPr id="43" name="TextBox 6"/>
          <p:cNvSpPr txBox="1">
            <a:spLocks noChangeArrowheads="1"/>
          </p:cNvSpPr>
          <p:nvPr/>
        </p:nvSpPr>
        <p:spPr bwMode="auto">
          <a:xfrm>
            <a:off x="3821045" y="752508"/>
            <a:ext cx="1315970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sz="1100" i="0" u="none" strike="noStrike" cap="none" normalizeH="0" baseline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latin typeface="Arial Narrow" panose="020B0606020202030204" pitchFamily="34" charset="0"/>
              <a:cs typeface="+mn-ea"/>
            </a:endParaRPr>
          </a:p>
        </p:txBody>
      </p:sp>
      <p:pic>
        <p:nvPicPr>
          <p:cNvPr id="2" name="图片 1" descr="E0F2964961593ED4605D3738981CB15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" y="803275"/>
            <a:ext cx="8457565" cy="41611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6"/>
          <p:cNvSpPr txBox="1">
            <a:spLocks noChangeArrowheads="1"/>
          </p:cNvSpPr>
          <p:nvPr/>
        </p:nvSpPr>
        <p:spPr bwMode="auto">
          <a:xfrm>
            <a:off x="2391526" y="2143263"/>
            <a:ext cx="1450582" cy="829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4800" u="none" strike="noStrike" cap="none" normalizeH="0" baseline="0" dirty="0" smtClean="0">
                <a:ln>
                  <a:noFill/>
                </a:ln>
                <a:solidFill>
                  <a:srgbClr val="577188"/>
                </a:solidFill>
                <a:effectLst/>
                <a:latin typeface="Impact" panose="020B0806030902050204" pitchFamily="34" charset="0"/>
                <a:cs typeface="+mn-ea"/>
              </a:rPr>
              <a:t>05</a:t>
            </a:r>
            <a:endParaRPr kumimoji="0" lang="zh-CN" sz="4400" u="none" strike="noStrike" cap="none" normalizeH="0" baseline="0" dirty="0">
              <a:ln>
                <a:noFill/>
              </a:ln>
              <a:solidFill>
                <a:srgbClr val="577188"/>
              </a:solidFill>
              <a:effectLst/>
              <a:latin typeface="Impact" panose="020B0806030902050204" pitchFamily="34" charset="0"/>
              <a:cs typeface="+mn-ea"/>
            </a:endParaRPr>
          </a:p>
        </p:txBody>
      </p:sp>
      <p:sp>
        <p:nvSpPr>
          <p:cNvPr id="12" name="TextBox 6"/>
          <p:cNvSpPr txBox="1">
            <a:spLocks noChangeArrowheads="1"/>
          </p:cNvSpPr>
          <p:nvPr/>
        </p:nvSpPr>
        <p:spPr bwMode="auto">
          <a:xfrm>
            <a:off x="3261496" y="1885268"/>
            <a:ext cx="30451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0" lang="zh-CN" sz="1800" i="0" u="none" strike="noStrike" cap="none" normalizeH="0" baseline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Arial" panose="020B0604020202020204" pitchFamily="34" charset="0"/>
                <a:cs typeface="+mn-ea"/>
              </a:rPr>
              <a:t>实训总结</a:t>
            </a:r>
            <a:endParaRPr kumimoji="0" lang="zh-CN" sz="1800" i="0" u="none" strike="noStrike" cap="none" normalizeH="0" baseline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latin typeface="Arial" panose="020B0604020202020204" pitchFamily="34" charset="0"/>
              <a:cs typeface="+mn-ea"/>
            </a:endParaRPr>
          </a:p>
        </p:txBody>
      </p:sp>
      <p:sp>
        <p:nvSpPr>
          <p:cNvPr id="15" name="TextBox 6"/>
          <p:cNvSpPr txBox="1">
            <a:spLocks noChangeArrowheads="1"/>
          </p:cNvSpPr>
          <p:nvPr/>
        </p:nvSpPr>
        <p:spPr bwMode="auto">
          <a:xfrm>
            <a:off x="2458323" y="1897071"/>
            <a:ext cx="13169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577188"/>
                </a:solidFill>
                <a:effectLst/>
                <a:latin typeface="+mn-ea"/>
                <a:cs typeface="+mn-ea"/>
              </a:rPr>
              <a:t>PART</a:t>
            </a:r>
            <a:endParaRPr kumimoji="0" lang="zh-CN" sz="1800" b="0" i="0" u="none" strike="noStrike" cap="none" normalizeH="0" baseline="0" dirty="0">
              <a:ln>
                <a:noFill/>
              </a:ln>
              <a:solidFill>
                <a:srgbClr val="577188"/>
              </a:solidFill>
              <a:effectLst/>
              <a:latin typeface="Arial" panose="020B0604020202020204" pitchFamily="34" charset="0"/>
              <a:cs typeface="+mn-ea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3666255" y="2278246"/>
            <a:ext cx="2459323" cy="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1713627" y="4013518"/>
            <a:ext cx="6481763" cy="959644"/>
            <a:chOff x="1312863" y="187325"/>
            <a:chExt cx="8642350" cy="1279525"/>
          </a:xfrm>
          <a:solidFill>
            <a:srgbClr val="8FA4B7">
              <a:alpha val="42000"/>
            </a:srgbClr>
          </a:solidFill>
        </p:grpSpPr>
        <p:sp>
          <p:nvSpPr>
            <p:cNvPr id="18" name="Freeform 5"/>
            <p:cNvSpPr/>
            <p:nvPr/>
          </p:nvSpPr>
          <p:spPr bwMode="auto">
            <a:xfrm>
              <a:off x="1312863" y="307975"/>
              <a:ext cx="2224088" cy="1158875"/>
            </a:xfrm>
            <a:custGeom>
              <a:avLst/>
              <a:gdLst>
                <a:gd name="T0" fmla="*/ 0 w 524"/>
                <a:gd name="T1" fmla="*/ 164 h 271"/>
                <a:gd name="T2" fmla="*/ 256 w 524"/>
                <a:gd name="T3" fmla="*/ 28 h 271"/>
                <a:gd name="T4" fmla="*/ 524 w 524"/>
                <a:gd name="T5" fmla="*/ 104 h 271"/>
                <a:gd name="T6" fmla="*/ 244 w 524"/>
                <a:gd name="T7" fmla="*/ 244 h 271"/>
                <a:gd name="T8" fmla="*/ 0 w 524"/>
                <a:gd name="T9" fmla="*/ 164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4" h="271">
                  <a:moveTo>
                    <a:pt x="0" y="164"/>
                  </a:moveTo>
                  <a:cubicBezTo>
                    <a:pt x="80" y="116"/>
                    <a:pt x="164" y="60"/>
                    <a:pt x="256" y="28"/>
                  </a:cubicBezTo>
                  <a:cubicBezTo>
                    <a:pt x="312" y="8"/>
                    <a:pt x="404" y="0"/>
                    <a:pt x="524" y="104"/>
                  </a:cubicBezTo>
                  <a:cubicBezTo>
                    <a:pt x="524" y="104"/>
                    <a:pt x="372" y="216"/>
                    <a:pt x="244" y="244"/>
                  </a:cubicBezTo>
                  <a:cubicBezTo>
                    <a:pt x="120" y="271"/>
                    <a:pt x="28" y="196"/>
                    <a:pt x="0" y="164"/>
                  </a:cubicBezTo>
                  <a:close/>
                </a:path>
              </a:pathLst>
            </a:custGeom>
            <a:grpFill/>
            <a:ln w="0" cap="sq">
              <a:noFill/>
              <a:prstDash val="solid"/>
              <a:miter lim="800000"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19" name="Freeform 6"/>
            <p:cNvSpPr/>
            <p:nvPr/>
          </p:nvSpPr>
          <p:spPr bwMode="auto">
            <a:xfrm>
              <a:off x="3757613" y="307975"/>
              <a:ext cx="1933575" cy="1125538"/>
            </a:xfrm>
            <a:custGeom>
              <a:avLst/>
              <a:gdLst>
                <a:gd name="T0" fmla="*/ 0 w 456"/>
                <a:gd name="T1" fmla="*/ 104 h 263"/>
                <a:gd name="T2" fmla="*/ 256 w 456"/>
                <a:gd name="T3" fmla="*/ 32 h 263"/>
                <a:gd name="T4" fmla="*/ 456 w 456"/>
                <a:gd name="T5" fmla="*/ 188 h 263"/>
                <a:gd name="T6" fmla="*/ 272 w 456"/>
                <a:gd name="T7" fmla="*/ 263 h 263"/>
                <a:gd name="T8" fmla="*/ 0 w 456"/>
                <a:gd name="T9" fmla="*/ 104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6" h="263">
                  <a:moveTo>
                    <a:pt x="0" y="104"/>
                  </a:moveTo>
                  <a:cubicBezTo>
                    <a:pt x="0" y="104"/>
                    <a:pt x="160" y="0"/>
                    <a:pt x="256" y="32"/>
                  </a:cubicBezTo>
                  <a:cubicBezTo>
                    <a:pt x="352" y="64"/>
                    <a:pt x="436" y="168"/>
                    <a:pt x="456" y="188"/>
                  </a:cubicBezTo>
                  <a:cubicBezTo>
                    <a:pt x="456" y="188"/>
                    <a:pt x="364" y="263"/>
                    <a:pt x="272" y="263"/>
                  </a:cubicBezTo>
                  <a:cubicBezTo>
                    <a:pt x="188" y="263"/>
                    <a:pt x="56" y="152"/>
                    <a:pt x="0" y="104"/>
                  </a:cubicBezTo>
                  <a:close/>
                </a:path>
              </a:pathLst>
            </a:custGeom>
            <a:grpFill/>
            <a:ln w="0" cap="sq">
              <a:noFill/>
              <a:prstDash val="solid"/>
              <a:miter lim="800000"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20" name="Freeform 7"/>
            <p:cNvSpPr/>
            <p:nvPr/>
          </p:nvSpPr>
          <p:spPr bwMode="auto">
            <a:xfrm>
              <a:off x="5878513" y="855663"/>
              <a:ext cx="1103313" cy="527050"/>
            </a:xfrm>
            <a:custGeom>
              <a:avLst/>
              <a:gdLst>
                <a:gd name="T0" fmla="*/ 0 w 260"/>
                <a:gd name="T1" fmla="*/ 68 h 123"/>
                <a:gd name="T2" fmla="*/ 156 w 260"/>
                <a:gd name="T3" fmla="*/ 0 h 123"/>
                <a:gd name="T4" fmla="*/ 260 w 260"/>
                <a:gd name="T5" fmla="*/ 40 h 123"/>
                <a:gd name="T6" fmla="*/ 136 w 260"/>
                <a:gd name="T7" fmla="*/ 104 h 123"/>
                <a:gd name="T8" fmla="*/ 0 w 260"/>
                <a:gd name="T9" fmla="*/ 68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0" h="123">
                  <a:moveTo>
                    <a:pt x="0" y="68"/>
                  </a:moveTo>
                  <a:cubicBezTo>
                    <a:pt x="0" y="68"/>
                    <a:pt x="80" y="0"/>
                    <a:pt x="156" y="0"/>
                  </a:cubicBezTo>
                  <a:cubicBezTo>
                    <a:pt x="232" y="4"/>
                    <a:pt x="248" y="36"/>
                    <a:pt x="260" y="40"/>
                  </a:cubicBezTo>
                  <a:cubicBezTo>
                    <a:pt x="260" y="40"/>
                    <a:pt x="204" y="88"/>
                    <a:pt x="136" y="104"/>
                  </a:cubicBezTo>
                  <a:cubicBezTo>
                    <a:pt x="68" y="123"/>
                    <a:pt x="16" y="84"/>
                    <a:pt x="0" y="68"/>
                  </a:cubicBezTo>
                  <a:close/>
                </a:path>
              </a:pathLst>
            </a:custGeom>
            <a:grpFill/>
            <a:ln w="0" cap="sq">
              <a:noFill/>
              <a:prstDash val="solid"/>
              <a:miter lim="800000"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21" name="Freeform 8"/>
            <p:cNvSpPr/>
            <p:nvPr/>
          </p:nvSpPr>
          <p:spPr bwMode="auto">
            <a:xfrm>
              <a:off x="7134225" y="563563"/>
              <a:ext cx="1123950" cy="685800"/>
            </a:xfrm>
            <a:custGeom>
              <a:avLst/>
              <a:gdLst>
                <a:gd name="T0" fmla="*/ 0 w 265"/>
                <a:gd name="T1" fmla="*/ 104 h 160"/>
                <a:gd name="T2" fmla="*/ 133 w 265"/>
                <a:gd name="T3" fmla="*/ 20 h 160"/>
                <a:gd name="T4" fmla="*/ 265 w 265"/>
                <a:gd name="T5" fmla="*/ 20 h 160"/>
                <a:gd name="T6" fmla="*/ 149 w 265"/>
                <a:gd name="T7" fmla="*/ 144 h 160"/>
                <a:gd name="T8" fmla="*/ 0 w 265"/>
                <a:gd name="T9" fmla="*/ 10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5" h="160">
                  <a:moveTo>
                    <a:pt x="0" y="104"/>
                  </a:moveTo>
                  <a:cubicBezTo>
                    <a:pt x="0" y="104"/>
                    <a:pt x="81" y="40"/>
                    <a:pt x="133" y="20"/>
                  </a:cubicBezTo>
                  <a:cubicBezTo>
                    <a:pt x="173" y="4"/>
                    <a:pt x="221" y="0"/>
                    <a:pt x="265" y="20"/>
                  </a:cubicBezTo>
                  <a:cubicBezTo>
                    <a:pt x="265" y="20"/>
                    <a:pt x="209" y="128"/>
                    <a:pt x="149" y="144"/>
                  </a:cubicBezTo>
                  <a:cubicBezTo>
                    <a:pt x="85" y="160"/>
                    <a:pt x="0" y="104"/>
                    <a:pt x="0" y="104"/>
                  </a:cubicBezTo>
                  <a:close/>
                </a:path>
              </a:pathLst>
            </a:custGeom>
            <a:grpFill/>
            <a:ln w="0" cap="sq">
              <a:noFill/>
              <a:prstDash val="solid"/>
              <a:miter lim="800000"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22" name="Freeform 9"/>
            <p:cNvSpPr/>
            <p:nvPr/>
          </p:nvSpPr>
          <p:spPr bwMode="auto">
            <a:xfrm>
              <a:off x="8410575" y="187325"/>
              <a:ext cx="1544638" cy="1044575"/>
            </a:xfrm>
            <a:custGeom>
              <a:avLst/>
              <a:gdLst>
                <a:gd name="T0" fmla="*/ 0 w 364"/>
                <a:gd name="T1" fmla="*/ 96 h 244"/>
                <a:gd name="T2" fmla="*/ 116 w 364"/>
                <a:gd name="T3" fmla="*/ 24 h 244"/>
                <a:gd name="T4" fmla="*/ 364 w 364"/>
                <a:gd name="T5" fmla="*/ 184 h 244"/>
                <a:gd name="T6" fmla="*/ 256 w 364"/>
                <a:gd name="T7" fmla="*/ 224 h 244"/>
                <a:gd name="T8" fmla="*/ 0 w 364"/>
                <a:gd name="T9" fmla="*/ 96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4" h="244">
                  <a:moveTo>
                    <a:pt x="0" y="96"/>
                  </a:moveTo>
                  <a:cubicBezTo>
                    <a:pt x="0" y="96"/>
                    <a:pt x="56" y="0"/>
                    <a:pt x="116" y="24"/>
                  </a:cubicBezTo>
                  <a:cubicBezTo>
                    <a:pt x="144" y="24"/>
                    <a:pt x="336" y="200"/>
                    <a:pt x="364" y="184"/>
                  </a:cubicBezTo>
                  <a:cubicBezTo>
                    <a:pt x="364" y="184"/>
                    <a:pt x="324" y="244"/>
                    <a:pt x="256" y="224"/>
                  </a:cubicBezTo>
                  <a:cubicBezTo>
                    <a:pt x="108" y="184"/>
                    <a:pt x="100" y="144"/>
                    <a:pt x="0" y="96"/>
                  </a:cubicBezTo>
                  <a:close/>
                </a:path>
              </a:pathLst>
            </a:custGeom>
            <a:grpFill/>
            <a:ln w="0" cap="sq">
              <a:noFill/>
              <a:prstDash val="solid"/>
              <a:miter lim="800000"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</p:grpSp>
      <p:sp>
        <p:nvSpPr>
          <p:cNvPr id="23" name="任意多边形: 形状 2"/>
          <p:cNvSpPr/>
          <p:nvPr/>
        </p:nvSpPr>
        <p:spPr>
          <a:xfrm>
            <a:off x="26292" y="4130231"/>
            <a:ext cx="9024257" cy="954512"/>
          </a:xfrm>
          <a:custGeom>
            <a:avLst/>
            <a:gdLst>
              <a:gd name="connsiteX0" fmla="*/ 0 w 12032343"/>
              <a:gd name="connsiteY0" fmla="*/ 17481 h 1272682"/>
              <a:gd name="connsiteX1" fmla="*/ 1567543 w 12032343"/>
              <a:gd name="connsiteY1" fmla="*/ 902853 h 1272682"/>
              <a:gd name="connsiteX2" fmla="*/ 3599543 w 12032343"/>
              <a:gd name="connsiteY2" fmla="*/ 90053 h 1272682"/>
              <a:gd name="connsiteX3" fmla="*/ 5646057 w 12032343"/>
              <a:gd name="connsiteY3" fmla="*/ 1265710 h 1272682"/>
              <a:gd name="connsiteX4" fmla="*/ 7300686 w 12032343"/>
              <a:gd name="connsiteY4" fmla="*/ 598053 h 1272682"/>
              <a:gd name="connsiteX5" fmla="*/ 8563429 w 12032343"/>
              <a:gd name="connsiteY5" fmla="*/ 1033481 h 1272682"/>
              <a:gd name="connsiteX6" fmla="*/ 9608457 w 12032343"/>
              <a:gd name="connsiteY6" fmla="*/ 2967 h 1272682"/>
              <a:gd name="connsiteX7" fmla="*/ 10871200 w 12032343"/>
              <a:gd name="connsiteY7" fmla="*/ 699653 h 1272682"/>
              <a:gd name="connsiteX8" fmla="*/ 12032343 w 12032343"/>
              <a:gd name="connsiteY8" fmla="*/ 46510 h 1272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032343" h="1272682">
                <a:moveTo>
                  <a:pt x="0" y="17481"/>
                </a:moveTo>
                <a:cubicBezTo>
                  <a:pt x="483809" y="454119"/>
                  <a:pt x="967619" y="890758"/>
                  <a:pt x="1567543" y="902853"/>
                </a:cubicBezTo>
                <a:cubicBezTo>
                  <a:pt x="2167467" y="914948"/>
                  <a:pt x="2919791" y="29577"/>
                  <a:pt x="3599543" y="90053"/>
                </a:cubicBezTo>
                <a:cubicBezTo>
                  <a:pt x="4279295" y="150529"/>
                  <a:pt x="5029200" y="1181043"/>
                  <a:pt x="5646057" y="1265710"/>
                </a:cubicBezTo>
                <a:cubicBezTo>
                  <a:pt x="6262914" y="1350377"/>
                  <a:pt x="6814457" y="636758"/>
                  <a:pt x="7300686" y="598053"/>
                </a:cubicBezTo>
                <a:cubicBezTo>
                  <a:pt x="7786915" y="559348"/>
                  <a:pt x="8178801" y="1132662"/>
                  <a:pt x="8563429" y="1033481"/>
                </a:cubicBezTo>
                <a:cubicBezTo>
                  <a:pt x="8948057" y="934300"/>
                  <a:pt x="9223829" y="58605"/>
                  <a:pt x="9608457" y="2967"/>
                </a:cubicBezTo>
                <a:cubicBezTo>
                  <a:pt x="9993086" y="-52671"/>
                  <a:pt x="10467219" y="692396"/>
                  <a:pt x="10871200" y="699653"/>
                </a:cubicBezTo>
                <a:cubicBezTo>
                  <a:pt x="11275181" y="706910"/>
                  <a:pt x="11831562" y="152948"/>
                  <a:pt x="12032343" y="46510"/>
                </a:cubicBezTo>
              </a:path>
            </a:pathLst>
          </a:custGeom>
          <a:noFill/>
          <a:ln w="19050">
            <a:solidFill>
              <a:srgbClr val="5771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1062390" y="4742418"/>
            <a:ext cx="141515" cy="141515"/>
          </a:xfrm>
          <a:prstGeom prst="ellipse">
            <a:avLst/>
          </a:prstGeom>
          <a:solidFill>
            <a:srgbClr val="577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107478" y="4228203"/>
            <a:ext cx="274486" cy="274486"/>
          </a:xfrm>
          <a:prstGeom prst="ellipse">
            <a:avLst/>
          </a:prstGeom>
          <a:solidFill>
            <a:srgbClr val="577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椭圆 25"/>
          <p:cNvSpPr/>
          <p:nvPr/>
        </p:nvSpPr>
        <p:spPr>
          <a:xfrm>
            <a:off x="2258478" y="4232918"/>
            <a:ext cx="133048" cy="133048"/>
          </a:xfrm>
          <a:prstGeom prst="ellipse">
            <a:avLst/>
          </a:prstGeom>
          <a:solidFill>
            <a:srgbClr val="577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3452742" y="4591121"/>
            <a:ext cx="104618" cy="104618"/>
          </a:xfrm>
          <a:prstGeom prst="ellipse">
            <a:avLst/>
          </a:prstGeom>
          <a:solidFill>
            <a:srgbClr val="577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4320353" y="4939256"/>
            <a:ext cx="205038" cy="205038"/>
          </a:xfrm>
          <a:prstGeom prst="ellipse">
            <a:avLst/>
          </a:prstGeom>
          <a:solidFill>
            <a:srgbClr val="8FA4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5404956" y="4542788"/>
            <a:ext cx="100420" cy="100420"/>
          </a:xfrm>
          <a:prstGeom prst="ellipse">
            <a:avLst/>
          </a:prstGeom>
          <a:solidFill>
            <a:srgbClr val="577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6386516" y="4805907"/>
            <a:ext cx="205038" cy="205038"/>
          </a:xfrm>
          <a:prstGeom prst="ellipse">
            <a:avLst/>
          </a:prstGeom>
          <a:solidFill>
            <a:srgbClr val="577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7138992" y="4062436"/>
            <a:ext cx="147634" cy="147634"/>
          </a:xfrm>
          <a:prstGeom prst="ellipse">
            <a:avLst/>
          </a:prstGeom>
          <a:solidFill>
            <a:srgbClr val="8FA4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8120828" y="4537624"/>
            <a:ext cx="205038" cy="205038"/>
          </a:xfrm>
          <a:prstGeom prst="ellipse">
            <a:avLst/>
          </a:prstGeom>
          <a:solidFill>
            <a:srgbClr val="577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任意多边形: 形状 4"/>
          <p:cNvSpPr/>
          <p:nvPr/>
        </p:nvSpPr>
        <p:spPr>
          <a:xfrm>
            <a:off x="26291" y="2907280"/>
            <a:ext cx="9128594" cy="2143034"/>
          </a:xfrm>
          <a:custGeom>
            <a:avLst/>
            <a:gdLst>
              <a:gd name="connsiteX0" fmla="*/ 0 w 12424228"/>
              <a:gd name="connsiteY0" fmla="*/ 0 h 2857379"/>
              <a:gd name="connsiteX1" fmla="*/ 2728685 w 12424228"/>
              <a:gd name="connsiteY1" fmla="*/ 2815772 h 2857379"/>
              <a:gd name="connsiteX2" fmla="*/ 5573485 w 12424228"/>
              <a:gd name="connsiteY2" fmla="*/ 1756229 h 2857379"/>
              <a:gd name="connsiteX3" fmla="*/ 7257143 w 12424228"/>
              <a:gd name="connsiteY3" fmla="*/ 2786743 h 2857379"/>
              <a:gd name="connsiteX4" fmla="*/ 8940800 w 12424228"/>
              <a:gd name="connsiteY4" fmla="*/ 1944915 h 2857379"/>
              <a:gd name="connsiteX5" fmla="*/ 10653485 w 12424228"/>
              <a:gd name="connsiteY5" fmla="*/ 2627086 h 2857379"/>
              <a:gd name="connsiteX6" fmla="*/ 11727543 w 12424228"/>
              <a:gd name="connsiteY6" fmla="*/ 1654629 h 2857379"/>
              <a:gd name="connsiteX7" fmla="*/ 12424228 w 12424228"/>
              <a:gd name="connsiteY7" fmla="*/ 1799772 h 2857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24228" h="2857379">
                <a:moveTo>
                  <a:pt x="0" y="0"/>
                </a:moveTo>
                <a:cubicBezTo>
                  <a:pt x="899885" y="1261533"/>
                  <a:pt x="1799771" y="2523067"/>
                  <a:pt x="2728685" y="2815772"/>
                </a:cubicBezTo>
                <a:cubicBezTo>
                  <a:pt x="3657599" y="3108477"/>
                  <a:pt x="4818742" y="1761067"/>
                  <a:pt x="5573485" y="1756229"/>
                </a:cubicBezTo>
                <a:cubicBezTo>
                  <a:pt x="6328228" y="1751391"/>
                  <a:pt x="6695924" y="2755295"/>
                  <a:pt x="7257143" y="2786743"/>
                </a:cubicBezTo>
                <a:cubicBezTo>
                  <a:pt x="7818362" y="2818191"/>
                  <a:pt x="8374743" y="1971525"/>
                  <a:pt x="8940800" y="1944915"/>
                </a:cubicBezTo>
                <a:cubicBezTo>
                  <a:pt x="9506857" y="1918306"/>
                  <a:pt x="10189028" y="2675467"/>
                  <a:pt x="10653485" y="2627086"/>
                </a:cubicBezTo>
                <a:cubicBezTo>
                  <a:pt x="11117942" y="2578705"/>
                  <a:pt x="11432419" y="1792515"/>
                  <a:pt x="11727543" y="1654629"/>
                </a:cubicBezTo>
                <a:cubicBezTo>
                  <a:pt x="12022667" y="1516743"/>
                  <a:pt x="12223447" y="1658257"/>
                  <a:pt x="12424228" y="1799772"/>
                </a:cubicBezTo>
              </a:path>
            </a:pathLst>
          </a:custGeom>
          <a:noFill/>
          <a:ln>
            <a:solidFill>
              <a:srgbClr val="5771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椭圆 33"/>
          <p:cNvSpPr/>
          <p:nvPr/>
        </p:nvSpPr>
        <p:spPr>
          <a:xfrm>
            <a:off x="523478" y="3649926"/>
            <a:ext cx="141515" cy="141515"/>
          </a:xfrm>
          <a:prstGeom prst="ellipse">
            <a:avLst/>
          </a:prstGeom>
          <a:solidFill>
            <a:srgbClr val="577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椭圆 38"/>
          <p:cNvSpPr/>
          <p:nvPr/>
        </p:nvSpPr>
        <p:spPr>
          <a:xfrm>
            <a:off x="1423352" y="4590600"/>
            <a:ext cx="274486" cy="274486"/>
          </a:xfrm>
          <a:prstGeom prst="ellipse">
            <a:avLst/>
          </a:prstGeom>
          <a:solidFill>
            <a:srgbClr val="8FA4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椭圆 39"/>
          <p:cNvSpPr/>
          <p:nvPr/>
        </p:nvSpPr>
        <p:spPr>
          <a:xfrm>
            <a:off x="4119564" y="4167386"/>
            <a:ext cx="133048" cy="133048"/>
          </a:xfrm>
          <a:prstGeom prst="ellipse">
            <a:avLst/>
          </a:prstGeom>
          <a:solidFill>
            <a:srgbClr val="8FA4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椭圆 40"/>
          <p:cNvSpPr/>
          <p:nvPr/>
        </p:nvSpPr>
        <p:spPr>
          <a:xfrm>
            <a:off x="5367415" y="4939256"/>
            <a:ext cx="133048" cy="133048"/>
          </a:xfrm>
          <a:prstGeom prst="ellipse">
            <a:avLst/>
          </a:prstGeom>
          <a:solidFill>
            <a:srgbClr val="577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椭圆 41"/>
          <p:cNvSpPr/>
          <p:nvPr/>
        </p:nvSpPr>
        <p:spPr>
          <a:xfrm>
            <a:off x="5883627" y="4665288"/>
            <a:ext cx="141515" cy="141515"/>
          </a:xfrm>
          <a:prstGeom prst="ellipse">
            <a:avLst/>
          </a:prstGeom>
          <a:solidFill>
            <a:srgbClr val="577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椭圆 42"/>
          <p:cNvSpPr/>
          <p:nvPr/>
        </p:nvSpPr>
        <p:spPr>
          <a:xfrm>
            <a:off x="8942614" y="4086688"/>
            <a:ext cx="141515" cy="141515"/>
          </a:xfrm>
          <a:prstGeom prst="ellipse">
            <a:avLst/>
          </a:prstGeom>
          <a:solidFill>
            <a:srgbClr val="577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26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9" presetID="26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1" presetID="26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2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3" presetID="26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3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5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5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5" presetID="26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7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8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87" presetID="26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0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1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9" presetID="26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3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5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2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4" fill="hold">
                            <p:stCondLst>
                              <p:cond delay="500"/>
                            </p:stCondLst>
                            <p:childTnLst>
                              <p:par>
                                <p:cTn id="2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1" fill="hold">
                            <p:stCondLst>
                              <p:cond delay="1000"/>
                            </p:stCondLst>
                            <p:childTnLst>
                              <p:par>
                                <p:cTn id="26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7" fill="hold">
                            <p:stCondLst>
                              <p:cond delay="1500"/>
                            </p:stCondLst>
                            <p:childTnLst>
                              <p:par>
                                <p:cTn id="2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9" grpId="0" animBg="1"/>
      <p:bldP spid="40" grpId="0" animBg="1"/>
      <p:bldP spid="41" grpId="0" animBg="1"/>
      <p:bldP spid="42" grpId="0" animBg="1"/>
      <p:bldP spid="4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2250984" y="1712405"/>
            <a:ext cx="4865434" cy="769441"/>
          </a:xfrm>
          <a:prstGeom prst="rect">
            <a:avLst/>
          </a:prstGeom>
          <a:effectLst/>
        </p:spPr>
        <p:txBody>
          <a:bodyPr wrap="none">
            <a:spAutoFit/>
          </a:bodyPr>
          <a:lstStyle/>
          <a:p>
            <a:r>
              <a:rPr lang="zh-CN" altLang="en-US" sz="4400" dirty="0">
                <a:solidFill>
                  <a:srgbClr val="37455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演示完毕 谢谢欣赏</a:t>
            </a:r>
            <a:endParaRPr lang="zh-CN" altLang="en-US" sz="4400" dirty="0">
              <a:solidFill>
                <a:srgbClr val="37455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Box 12"/>
          <p:cNvSpPr txBox="1"/>
          <p:nvPr/>
        </p:nvSpPr>
        <p:spPr>
          <a:xfrm>
            <a:off x="3475355" y="2793365"/>
            <a:ext cx="3536315" cy="1416685"/>
          </a:xfrm>
          <a:prstGeom prst="rect">
            <a:avLst/>
          </a:prstGeom>
          <a:noFill/>
          <a:effectLst/>
        </p:spPr>
        <p:txBody>
          <a:bodyPr wrap="square" rtlCol="0">
            <a:noAutofit/>
          </a:bodyPr>
          <a:lstStyle/>
          <a:p>
            <a:r>
              <a:rPr lang="zh-CN" altLang="en-US" sz="1200" dirty="0">
                <a:solidFill>
                  <a:srgbClr val="7D7876"/>
                </a:solidFill>
                <a:latin typeface="HandelGotDLig" pitchFamily="34" charset="0"/>
                <a:ea typeface="汉真广标" pitchFamily="49" charset="-122"/>
              </a:rPr>
              <a:t>汇报组：第七组</a:t>
            </a:r>
            <a:endParaRPr lang="zh-CN" altLang="en-US" sz="1200" dirty="0">
              <a:solidFill>
                <a:srgbClr val="7D7876"/>
              </a:solidFill>
              <a:latin typeface="HandelGotDLig" pitchFamily="34" charset="0"/>
              <a:ea typeface="汉真广标" pitchFamily="49" charset="-122"/>
            </a:endParaRPr>
          </a:p>
          <a:p>
            <a:r>
              <a:rPr lang="zh-CN" altLang="en-US" sz="1200" dirty="0">
                <a:solidFill>
                  <a:srgbClr val="7D7876"/>
                </a:solidFill>
                <a:latin typeface="HandelGotDLig" pitchFamily="34" charset="0"/>
                <a:ea typeface="汉真广标" pitchFamily="49" charset="-122"/>
              </a:rPr>
              <a:t>组员：麦里甫哈尔，席强，朱甜甜，冯德洋，</a:t>
            </a:r>
            <a:endParaRPr lang="zh-CN" altLang="en-US" sz="1200" dirty="0">
              <a:solidFill>
                <a:srgbClr val="7D7876"/>
              </a:solidFill>
              <a:latin typeface="HandelGotDLig" pitchFamily="34" charset="0"/>
              <a:ea typeface="汉真广标" pitchFamily="49" charset="-122"/>
            </a:endParaRPr>
          </a:p>
          <a:p>
            <a:r>
              <a:rPr lang="zh-CN" altLang="en-US" sz="1200" dirty="0">
                <a:solidFill>
                  <a:srgbClr val="7D7876"/>
                </a:solidFill>
                <a:latin typeface="HandelGotDLig" pitchFamily="34" charset="0"/>
                <a:ea typeface="汉真广标" pitchFamily="49" charset="-122"/>
              </a:rPr>
              <a:t>张夏临，马羿鑫，王安旭，任安邦，陈嘉乐，</a:t>
            </a:r>
            <a:endParaRPr lang="zh-CN" altLang="en-US" sz="1200" dirty="0">
              <a:solidFill>
                <a:srgbClr val="7D7876"/>
              </a:solidFill>
              <a:latin typeface="HandelGotDLig" pitchFamily="34" charset="0"/>
              <a:ea typeface="汉真广标" pitchFamily="49" charset="-122"/>
            </a:endParaRPr>
          </a:p>
          <a:p>
            <a:r>
              <a:rPr lang="zh-CN" altLang="en-US" sz="1200" dirty="0">
                <a:solidFill>
                  <a:srgbClr val="7D7876"/>
                </a:solidFill>
                <a:latin typeface="HandelGotDLig" pitchFamily="34" charset="0"/>
                <a:ea typeface="汉真广标" pitchFamily="49" charset="-122"/>
              </a:rPr>
              <a:t>曹宸瑜</a:t>
            </a:r>
            <a:endParaRPr lang="zh-CN" altLang="en-US" sz="1200" dirty="0">
              <a:solidFill>
                <a:srgbClr val="7D7876"/>
              </a:solidFill>
              <a:latin typeface="HandelGotDLig" pitchFamily="34" charset="0"/>
              <a:ea typeface="汉真广标" pitchFamily="49" charset="-122"/>
            </a:endParaRPr>
          </a:p>
          <a:p>
            <a:r>
              <a:rPr lang="zh-CN" altLang="en-US" sz="1200" dirty="0">
                <a:solidFill>
                  <a:srgbClr val="7D7876"/>
                </a:solidFill>
                <a:latin typeface="HandelGotDLig" pitchFamily="34" charset="0"/>
                <a:ea typeface="汉真广标" pitchFamily="49" charset="-122"/>
              </a:rPr>
              <a:t>组长：赵卓越</a:t>
            </a:r>
            <a:r>
              <a:rPr lang="en-US" altLang="zh-CN" sz="1200" dirty="0">
                <a:solidFill>
                  <a:srgbClr val="7D7876"/>
                </a:solidFill>
                <a:latin typeface="HandelGotDLig" pitchFamily="34" charset="0"/>
                <a:ea typeface="汉真广标" pitchFamily="49" charset="-122"/>
              </a:rPr>
              <a:t> </a:t>
            </a:r>
            <a:endParaRPr lang="en-US" altLang="zh-CN" sz="1200" dirty="0">
              <a:solidFill>
                <a:srgbClr val="7D7876"/>
              </a:solidFill>
              <a:latin typeface="HandelGotDLig" pitchFamily="34" charset="0"/>
              <a:ea typeface="汉真广标" pitchFamily="49" charset="-122"/>
            </a:endParaRPr>
          </a:p>
          <a:p>
            <a:r>
              <a:rPr lang="zh-CN" altLang="en-US" sz="1200" dirty="0">
                <a:solidFill>
                  <a:srgbClr val="7D7876"/>
                </a:solidFill>
                <a:latin typeface="HandelGotDLig" pitchFamily="34" charset="0"/>
                <a:ea typeface="汉真广标" pitchFamily="49" charset="-122"/>
              </a:rPr>
              <a:t>日期：</a:t>
            </a:r>
            <a:r>
              <a:rPr lang="en-US" altLang="zh-CN" sz="1200" dirty="0">
                <a:solidFill>
                  <a:srgbClr val="7D7876"/>
                </a:solidFill>
                <a:latin typeface="HandelGotDLig" pitchFamily="34" charset="0"/>
                <a:ea typeface="汉真广标" pitchFamily="49" charset="-122"/>
              </a:rPr>
              <a:t>2025.3.20  </a:t>
            </a:r>
            <a:endParaRPr lang="en-US" altLang="zh-CN" sz="1200" dirty="0">
              <a:solidFill>
                <a:srgbClr val="7D7876"/>
              </a:solidFill>
              <a:latin typeface="HandelGotDLig" pitchFamily="34" charset="0"/>
              <a:ea typeface="汉真广标" pitchFamily="49" charset="-122"/>
            </a:endParaRPr>
          </a:p>
          <a:p>
            <a:endParaRPr lang="en-US" altLang="zh-CN" sz="1200" dirty="0">
              <a:solidFill>
                <a:srgbClr val="7D7876"/>
              </a:solidFill>
              <a:latin typeface="HandelGotDLig" pitchFamily="34" charset="0"/>
              <a:ea typeface="汉真广标" pitchFamily="49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641872" y="4103688"/>
            <a:ext cx="6481763" cy="959644"/>
            <a:chOff x="1312863" y="187325"/>
            <a:chExt cx="8642350" cy="1279525"/>
          </a:xfrm>
          <a:solidFill>
            <a:srgbClr val="8FA4B7">
              <a:alpha val="42000"/>
            </a:srgbClr>
          </a:solidFill>
        </p:grpSpPr>
        <p:sp>
          <p:nvSpPr>
            <p:cNvPr id="11" name="Freeform 5"/>
            <p:cNvSpPr/>
            <p:nvPr/>
          </p:nvSpPr>
          <p:spPr bwMode="auto">
            <a:xfrm>
              <a:off x="1312863" y="307975"/>
              <a:ext cx="2224088" cy="1158875"/>
            </a:xfrm>
            <a:custGeom>
              <a:avLst/>
              <a:gdLst>
                <a:gd name="T0" fmla="*/ 0 w 524"/>
                <a:gd name="T1" fmla="*/ 164 h 271"/>
                <a:gd name="T2" fmla="*/ 256 w 524"/>
                <a:gd name="T3" fmla="*/ 28 h 271"/>
                <a:gd name="T4" fmla="*/ 524 w 524"/>
                <a:gd name="T5" fmla="*/ 104 h 271"/>
                <a:gd name="T6" fmla="*/ 244 w 524"/>
                <a:gd name="T7" fmla="*/ 244 h 271"/>
                <a:gd name="T8" fmla="*/ 0 w 524"/>
                <a:gd name="T9" fmla="*/ 164 h 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4" h="271">
                  <a:moveTo>
                    <a:pt x="0" y="164"/>
                  </a:moveTo>
                  <a:cubicBezTo>
                    <a:pt x="80" y="116"/>
                    <a:pt x="164" y="60"/>
                    <a:pt x="256" y="28"/>
                  </a:cubicBezTo>
                  <a:cubicBezTo>
                    <a:pt x="312" y="8"/>
                    <a:pt x="404" y="0"/>
                    <a:pt x="524" y="104"/>
                  </a:cubicBezTo>
                  <a:cubicBezTo>
                    <a:pt x="524" y="104"/>
                    <a:pt x="372" y="216"/>
                    <a:pt x="244" y="244"/>
                  </a:cubicBezTo>
                  <a:cubicBezTo>
                    <a:pt x="120" y="271"/>
                    <a:pt x="28" y="196"/>
                    <a:pt x="0" y="164"/>
                  </a:cubicBezTo>
                  <a:close/>
                </a:path>
              </a:pathLst>
            </a:custGeom>
            <a:grpFill/>
            <a:ln w="0" cap="sq">
              <a:noFill/>
              <a:prstDash val="solid"/>
              <a:miter lim="800000"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12" name="Freeform 6"/>
            <p:cNvSpPr/>
            <p:nvPr/>
          </p:nvSpPr>
          <p:spPr bwMode="auto">
            <a:xfrm>
              <a:off x="3757613" y="307975"/>
              <a:ext cx="1933575" cy="1125538"/>
            </a:xfrm>
            <a:custGeom>
              <a:avLst/>
              <a:gdLst>
                <a:gd name="T0" fmla="*/ 0 w 456"/>
                <a:gd name="T1" fmla="*/ 104 h 263"/>
                <a:gd name="T2" fmla="*/ 256 w 456"/>
                <a:gd name="T3" fmla="*/ 32 h 263"/>
                <a:gd name="T4" fmla="*/ 456 w 456"/>
                <a:gd name="T5" fmla="*/ 188 h 263"/>
                <a:gd name="T6" fmla="*/ 272 w 456"/>
                <a:gd name="T7" fmla="*/ 263 h 263"/>
                <a:gd name="T8" fmla="*/ 0 w 456"/>
                <a:gd name="T9" fmla="*/ 104 h 2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6" h="263">
                  <a:moveTo>
                    <a:pt x="0" y="104"/>
                  </a:moveTo>
                  <a:cubicBezTo>
                    <a:pt x="0" y="104"/>
                    <a:pt x="160" y="0"/>
                    <a:pt x="256" y="32"/>
                  </a:cubicBezTo>
                  <a:cubicBezTo>
                    <a:pt x="352" y="64"/>
                    <a:pt x="436" y="168"/>
                    <a:pt x="456" y="188"/>
                  </a:cubicBezTo>
                  <a:cubicBezTo>
                    <a:pt x="456" y="188"/>
                    <a:pt x="364" y="263"/>
                    <a:pt x="272" y="263"/>
                  </a:cubicBezTo>
                  <a:cubicBezTo>
                    <a:pt x="188" y="263"/>
                    <a:pt x="56" y="152"/>
                    <a:pt x="0" y="104"/>
                  </a:cubicBezTo>
                  <a:close/>
                </a:path>
              </a:pathLst>
            </a:custGeom>
            <a:grpFill/>
            <a:ln w="0" cap="sq">
              <a:noFill/>
              <a:prstDash val="solid"/>
              <a:miter lim="800000"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13" name="Freeform 7"/>
            <p:cNvSpPr/>
            <p:nvPr/>
          </p:nvSpPr>
          <p:spPr bwMode="auto">
            <a:xfrm>
              <a:off x="5878513" y="855663"/>
              <a:ext cx="1103313" cy="527050"/>
            </a:xfrm>
            <a:custGeom>
              <a:avLst/>
              <a:gdLst>
                <a:gd name="T0" fmla="*/ 0 w 260"/>
                <a:gd name="T1" fmla="*/ 68 h 123"/>
                <a:gd name="T2" fmla="*/ 156 w 260"/>
                <a:gd name="T3" fmla="*/ 0 h 123"/>
                <a:gd name="T4" fmla="*/ 260 w 260"/>
                <a:gd name="T5" fmla="*/ 40 h 123"/>
                <a:gd name="T6" fmla="*/ 136 w 260"/>
                <a:gd name="T7" fmla="*/ 104 h 123"/>
                <a:gd name="T8" fmla="*/ 0 w 260"/>
                <a:gd name="T9" fmla="*/ 68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0" h="123">
                  <a:moveTo>
                    <a:pt x="0" y="68"/>
                  </a:moveTo>
                  <a:cubicBezTo>
                    <a:pt x="0" y="68"/>
                    <a:pt x="80" y="0"/>
                    <a:pt x="156" y="0"/>
                  </a:cubicBezTo>
                  <a:cubicBezTo>
                    <a:pt x="232" y="4"/>
                    <a:pt x="248" y="36"/>
                    <a:pt x="260" y="40"/>
                  </a:cubicBezTo>
                  <a:cubicBezTo>
                    <a:pt x="260" y="40"/>
                    <a:pt x="204" y="88"/>
                    <a:pt x="136" y="104"/>
                  </a:cubicBezTo>
                  <a:cubicBezTo>
                    <a:pt x="68" y="123"/>
                    <a:pt x="16" y="84"/>
                    <a:pt x="0" y="68"/>
                  </a:cubicBezTo>
                  <a:close/>
                </a:path>
              </a:pathLst>
            </a:custGeom>
            <a:grpFill/>
            <a:ln w="0" cap="sq">
              <a:noFill/>
              <a:prstDash val="solid"/>
              <a:miter lim="800000"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14" name="Freeform 8"/>
            <p:cNvSpPr/>
            <p:nvPr/>
          </p:nvSpPr>
          <p:spPr bwMode="auto">
            <a:xfrm>
              <a:off x="7134225" y="563563"/>
              <a:ext cx="1123950" cy="685800"/>
            </a:xfrm>
            <a:custGeom>
              <a:avLst/>
              <a:gdLst>
                <a:gd name="T0" fmla="*/ 0 w 265"/>
                <a:gd name="T1" fmla="*/ 104 h 160"/>
                <a:gd name="T2" fmla="*/ 133 w 265"/>
                <a:gd name="T3" fmla="*/ 20 h 160"/>
                <a:gd name="T4" fmla="*/ 265 w 265"/>
                <a:gd name="T5" fmla="*/ 20 h 160"/>
                <a:gd name="T6" fmla="*/ 149 w 265"/>
                <a:gd name="T7" fmla="*/ 144 h 160"/>
                <a:gd name="T8" fmla="*/ 0 w 265"/>
                <a:gd name="T9" fmla="*/ 104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65" h="160">
                  <a:moveTo>
                    <a:pt x="0" y="104"/>
                  </a:moveTo>
                  <a:cubicBezTo>
                    <a:pt x="0" y="104"/>
                    <a:pt x="81" y="40"/>
                    <a:pt x="133" y="20"/>
                  </a:cubicBezTo>
                  <a:cubicBezTo>
                    <a:pt x="173" y="4"/>
                    <a:pt x="221" y="0"/>
                    <a:pt x="265" y="20"/>
                  </a:cubicBezTo>
                  <a:cubicBezTo>
                    <a:pt x="265" y="20"/>
                    <a:pt x="209" y="128"/>
                    <a:pt x="149" y="144"/>
                  </a:cubicBezTo>
                  <a:cubicBezTo>
                    <a:pt x="85" y="160"/>
                    <a:pt x="0" y="104"/>
                    <a:pt x="0" y="104"/>
                  </a:cubicBezTo>
                  <a:close/>
                </a:path>
              </a:pathLst>
            </a:custGeom>
            <a:grpFill/>
            <a:ln w="0" cap="sq">
              <a:noFill/>
              <a:prstDash val="solid"/>
              <a:miter lim="800000"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  <p:sp>
          <p:nvSpPr>
            <p:cNvPr id="15" name="Freeform 9"/>
            <p:cNvSpPr/>
            <p:nvPr/>
          </p:nvSpPr>
          <p:spPr bwMode="auto">
            <a:xfrm>
              <a:off x="8410575" y="187325"/>
              <a:ext cx="1544638" cy="1044575"/>
            </a:xfrm>
            <a:custGeom>
              <a:avLst/>
              <a:gdLst>
                <a:gd name="T0" fmla="*/ 0 w 364"/>
                <a:gd name="T1" fmla="*/ 96 h 244"/>
                <a:gd name="T2" fmla="*/ 116 w 364"/>
                <a:gd name="T3" fmla="*/ 24 h 244"/>
                <a:gd name="T4" fmla="*/ 364 w 364"/>
                <a:gd name="T5" fmla="*/ 184 h 244"/>
                <a:gd name="T6" fmla="*/ 256 w 364"/>
                <a:gd name="T7" fmla="*/ 224 h 244"/>
                <a:gd name="T8" fmla="*/ 0 w 364"/>
                <a:gd name="T9" fmla="*/ 96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64" h="244">
                  <a:moveTo>
                    <a:pt x="0" y="96"/>
                  </a:moveTo>
                  <a:cubicBezTo>
                    <a:pt x="0" y="96"/>
                    <a:pt x="56" y="0"/>
                    <a:pt x="116" y="24"/>
                  </a:cubicBezTo>
                  <a:cubicBezTo>
                    <a:pt x="144" y="24"/>
                    <a:pt x="336" y="200"/>
                    <a:pt x="364" y="184"/>
                  </a:cubicBezTo>
                  <a:cubicBezTo>
                    <a:pt x="364" y="184"/>
                    <a:pt x="324" y="244"/>
                    <a:pt x="256" y="224"/>
                  </a:cubicBezTo>
                  <a:cubicBezTo>
                    <a:pt x="108" y="184"/>
                    <a:pt x="100" y="144"/>
                    <a:pt x="0" y="96"/>
                  </a:cubicBezTo>
                  <a:close/>
                </a:path>
              </a:pathLst>
            </a:custGeom>
            <a:grpFill/>
            <a:ln w="0" cap="sq">
              <a:noFill/>
              <a:prstDash val="solid"/>
              <a:miter lim="800000"/>
            </a:ln>
          </p:spPr>
          <p:txBody>
            <a:bodyPr vert="horz" wrap="square" lIns="68580" tIns="34290" rIns="68580" bIns="34290" numCol="1" anchor="t" anchorCtr="0" compatLnSpc="1"/>
            <a:lstStyle/>
            <a:p>
              <a:endParaRPr lang="zh-CN" altLang="en-US" sz="1015"/>
            </a:p>
          </p:txBody>
        </p:sp>
      </p:grpSp>
      <p:sp>
        <p:nvSpPr>
          <p:cNvPr id="16" name="任意多边形: 形状 2"/>
          <p:cNvSpPr/>
          <p:nvPr/>
        </p:nvSpPr>
        <p:spPr>
          <a:xfrm>
            <a:off x="26292" y="4130231"/>
            <a:ext cx="9024257" cy="954512"/>
          </a:xfrm>
          <a:custGeom>
            <a:avLst/>
            <a:gdLst>
              <a:gd name="connsiteX0" fmla="*/ 0 w 12032343"/>
              <a:gd name="connsiteY0" fmla="*/ 17481 h 1272682"/>
              <a:gd name="connsiteX1" fmla="*/ 1567543 w 12032343"/>
              <a:gd name="connsiteY1" fmla="*/ 902853 h 1272682"/>
              <a:gd name="connsiteX2" fmla="*/ 3599543 w 12032343"/>
              <a:gd name="connsiteY2" fmla="*/ 90053 h 1272682"/>
              <a:gd name="connsiteX3" fmla="*/ 5646057 w 12032343"/>
              <a:gd name="connsiteY3" fmla="*/ 1265710 h 1272682"/>
              <a:gd name="connsiteX4" fmla="*/ 7300686 w 12032343"/>
              <a:gd name="connsiteY4" fmla="*/ 598053 h 1272682"/>
              <a:gd name="connsiteX5" fmla="*/ 8563429 w 12032343"/>
              <a:gd name="connsiteY5" fmla="*/ 1033481 h 1272682"/>
              <a:gd name="connsiteX6" fmla="*/ 9608457 w 12032343"/>
              <a:gd name="connsiteY6" fmla="*/ 2967 h 1272682"/>
              <a:gd name="connsiteX7" fmla="*/ 10871200 w 12032343"/>
              <a:gd name="connsiteY7" fmla="*/ 699653 h 1272682"/>
              <a:gd name="connsiteX8" fmla="*/ 12032343 w 12032343"/>
              <a:gd name="connsiteY8" fmla="*/ 46510 h 1272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032343" h="1272682">
                <a:moveTo>
                  <a:pt x="0" y="17481"/>
                </a:moveTo>
                <a:cubicBezTo>
                  <a:pt x="483809" y="454119"/>
                  <a:pt x="967619" y="890758"/>
                  <a:pt x="1567543" y="902853"/>
                </a:cubicBezTo>
                <a:cubicBezTo>
                  <a:pt x="2167467" y="914948"/>
                  <a:pt x="2919791" y="29577"/>
                  <a:pt x="3599543" y="90053"/>
                </a:cubicBezTo>
                <a:cubicBezTo>
                  <a:pt x="4279295" y="150529"/>
                  <a:pt x="5029200" y="1181043"/>
                  <a:pt x="5646057" y="1265710"/>
                </a:cubicBezTo>
                <a:cubicBezTo>
                  <a:pt x="6262914" y="1350377"/>
                  <a:pt x="6814457" y="636758"/>
                  <a:pt x="7300686" y="598053"/>
                </a:cubicBezTo>
                <a:cubicBezTo>
                  <a:pt x="7786915" y="559348"/>
                  <a:pt x="8178801" y="1132662"/>
                  <a:pt x="8563429" y="1033481"/>
                </a:cubicBezTo>
                <a:cubicBezTo>
                  <a:pt x="8948057" y="934300"/>
                  <a:pt x="9223829" y="58605"/>
                  <a:pt x="9608457" y="2967"/>
                </a:cubicBezTo>
                <a:cubicBezTo>
                  <a:pt x="9993086" y="-52671"/>
                  <a:pt x="10467219" y="692396"/>
                  <a:pt x="10871200" y="699653"/>
                </a:cubicBezTo>
                <a:cubicBezTo>
                  <a:pt x="11275181" y="706910"/>
                  <a:pt x="11831562" y="152948"/>
                  <a:pt x="12032343" y="46510"/>
                </a:cubicBezTo>
              </a:path>
            </a:pathLst>
          </a:custGeom>
          <a:noFill/>
          <a:ln w="19050">
            <a:solidFill>
              <a:srgbClr val="5771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椭圆 16"/>
          <p:cNvSpPr/>
          <p:nvPr/>
        </p:nvSpPr>
        <p:spPr>
          <a:xfrm>
            <a:off x="1062390" y="4742418"/>
            <a:ext cx="141515" cy="141515"/>
          </a:xfrm>
          <a:prstGeom prst="ellipse">
            <a:avLst/>
          </a:prstGeom>
          <a:solidFill>
            <a:srgbClr val="577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椭圆 17"/>
          <p:cNvSpPr/>
          <p:nvPr/>
        </p:nvSpPr>
        <p:spPr>
          <a:xfrm>
            <a:off x="107478" y="4228203"/>
            <a:ext cx="274486" cy="274486"/>
          </a:xfrm>
          <a:prstGeom prst="ellipse">
            <a:avLst/>
          </a:prstGeom>
          <a:solidFill>
            <a:srgbClr val="577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2258478" y="4232918"/>
            <a:ext cx="133048" cy="133048"/>
          </a:xfrm>
          <a:prstGeom prst="ellipse">
            <a:avLst/>
          </a:prstGeom>
          <a:solidFill>
            <a:srgbClr val="577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椭圆 19"/>
          <p:cNvSpPr/>
          <p:nvPr/>
        </p:nvSpPr>
        <p:spPr>
          <a:xfrm>
            <a:off x="3452742" y="4591121"/>
            <a:ext cx="104618" cy="104618"/>
          </a:xfrm>
          <a:prstGeom prst="ellipse">
            <a:avLst/>
          </a:prstGeom>
          <a:solidFill>
            <a:srgbClr val="577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4320353" y="4939256"/>
            <a:ext cx="205038" cy="205038"/>
          </a:xfrm>
          <a:prstGeom prst="ellipse">
            <a:avLst/>
          </a:prstGeom>
          <a:solidFill>
            <a:srgbClr val="8FA4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5404956" y="4542788"/>
            <a:ext cx="100420" cy="100420"/>
          </a:xfrm>
          <a:prstGeom prst="ellipse">
            <a:avLst/>
          </a:prstGeom>
          <a:solidFill>
            <a:srgbClr val="577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6386516" y="4805907"/>
            <a:ext cx="205038" cy="205038"/>
          </a:xfrm>
          <a:prstGeom prst="ellipse">
            <a:avLst/>
          </a:prstGeom>
          <a:solidFill>
            <a:srgbClr val="577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椭圆 23"/>
          <p:cNvSpPr/>
          <p:nvPr/>
        </p:nvSpPr>
        <p:spPr>
          <a:xfrm>
            <a:off x="7138992" y="4062436"/>
            <a:ext cx="147634" cy="147634"/>
          </a:xfrm>
          <a:prstGeom prst="ellipse">
            <a:avLst/>
          </a:prstGeom>
          <a:solidFill>
            <a:srgbClr val="8FA4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8120828" y="4537624"/>
            <a:ext cx="205038" cy="205038"/>
          </a:xfrm>
          <a:prstGeom prst="ellipse">
            <a:avLst/>
          </a:prstGeom>
          <a:solidFill>
            <a:srgbClr val="577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任意多边形: 形状 4"/>
          <p:cNvSpPr/>
          <p:nvPr/>
        </p:nvSpPr>
        <p:spPr>
          <a:xfrm>
            <a:off x="26291" y="2907280"/>
            <a:ext cx="9128594" cy="2143034"/>
          </a:xfrm>
          <a:custGeom>
            <a:avLst/>
            <a:gdLst>
              <a:gd name="connsiteX0" fmla="*/ 0 w 12424228"/>
              <a:gd name="connsiteY0" fmla="*/ 0 h 2857379"/>
              <a:gd name="connsiteX1" fmla="*/ 2728685 w 12424228"/>
              <a:gd name="connsiteY1" fmla="*/ 2815772 h 2857379"/>
              <a:gd name="connsiteX2" fmla="*/ 5573485 w 12424228"/>
              <a:gd name="connsiteY2" fmla="*/ 1756229 h 2857379"/>
              <a:gd name="connsiteX3" fmla="*/ 7257143 w 12424228"/>
              <a:gd name="connsiteY3" fmla="*/ 2786743 h 2857379"/>
              <a:gd name="connsiteX4" fmla="*/ 8940800 w 12424228"/>
              <a:gd name="connsiteY4" fmla="*/ 1944915 h 2857379"/>
              <a:gd name="connsiteX5" fmla="*/ 10653485 w 12424228"/>
              <a:gd name="connsiteY5" fmla="*/ 2627086 h 2857379"/>
              <a:gd name="connsiteX6" fmla="*/ 11727543 w 12424228"/>
              <a:gd name="connsiteY6" fmla="*/ 1654629 h 2857379"/>
              <a:gd name="connsiteX7" fmla="*/ 12424228 w 12424228"/>
              <a:gd name="connsiteY7" fmla="*/ 1799772 h 28573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24228" h="2857379">
                <a:moveTo>
                  <a:pt x="0" y="0"/>
                </a:moveTo>
                <a:cubicBezTo>
                  <a:pt x="899885" y="1261533"/>
                  <a:pt x="1799771" y="2523067"/>
                  <a:pt x="2728685" y="2815772"/>
                </a:cubicBezTo>
                <a:cubicBezTo>
                  <a:pt x="3657599" y="3108477"/>
                  <a:pt x="4818742" y="1761067"/>
                  <a:pt x="5573485" y="1756229"/>
                </a:cubicBezTo>
                <a:cubicBezTo>
                  <a:pt x="6328228" y="1751391"/>
                  <a:pt x="6695924" y="2755295"/>
                  <a:pt x="7257143" y="2786743"/>
                </a:cubicBezTo>
                <a:cubicBezTo>
                  <a:pt x="7818362" y="2818191"/>
                  <a:pt x="8374743" y="1971525"/>
                  <a:pt x="8940800" y="1944915"/>
                </a:cubicBezTo>
                <a:cubicBezTo>
                  <a:pt x="9506857" y="1918306"/>
                  <a:pt x="10189028" y="2675467"/>
                  <a:pt x="10653485" y="2627086"/>
                </a:cubicBezTo>
                <a:cubicBezTo>
                  <a:pt x="11117942" y="2578705"/>
                  <a:pt x="11432419" y="1792515"/>
                  <a:pt x="11727543" y="1654629"/>
                </a:cubicBezTo>
                <a:cubicBezTo>
                  <a:pt x="12022667" y="1516743"/>
                  <a:pt x="12223447" y="1658257"/>
                  <a:pt x="12424228" y="1799772"/>
                </a:cubicBezTo>
              </a:path>
            </a:pathLst>
          </a:custGeom>
          <a:noFill/>
          <a:ln>
            <a:solidFill>
              <a:srgbClr val="57718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523478" y="3649926"/>
            <a:ext cx="141515" cy="141515"/>
          </a:xfrm>
          <a:prstGeom prst="ellipse">
            <a:avLst/>
          </a:prstGeom>
          <a:solidFill>
            <a:srgbClr val="577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椭圆 27"/>
          <p:cNvSpPr/>
          <p:nvPr/>
        </p:nvSpPr>
        <p:spPr>
          <a:xfrm>
            <a:off x="1423352" y="4590600"/>
            <a:ext cx="274486" cy="274486"/>
          </a:xfrm>
          <a:prstGeom prst="ellipse">
            <a:avLst/>
          </a:prstGeom>
          <a:solidFill>
            <a:srgbClr val="8FA4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4119564" y="4167386"/>
            <a:ext cx="133048" cy="133048"/>
          </a:xfrm>
          <a:prstGeom prst="ellipse">
            <a:avLst/>
          </a:prstGeom>
          <a:solidFill>
            <a:srgbClr val="8FA4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椭圆 29"/>
          <p:cNvSpPr/>
          <p:nvPr/>
        </p:nvSpPr>
        <p:spPr>
          <a:xfrm>
            <a:off x="5367415" y="4939256"/>
            <a:ext cx="133048" cy="133048"/>
          </a:xfrm>
          <a:prstGeom prst="ellipse">
            <a:avLst/>
          </a:prstGeom>
          <a:solidFill>
            <a:srgbClr val="577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5883627" y="4665288"/>
            <a:ext cx="141515" cy="141515"/>
          </a:xfrm>
          <a:prstGeom prst="ellipse">
            <a:avLst/>
          </a:prstGeom>
          <a:solidFill>
            <a:srgbClr val="577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椭圆 31"/>
          <p:cNvSpPr/>
          <p:nvPr/>
        </p:nvSpPr>
        <p:spPr>
          <a:xfrm>
            <a:off x="8942614" y="4086688"/>
            <a:ext cx="141515" cy="141515"/>
          </a:xfrm>
          <a:prstGeom prst="ellipse">
            <a:avLst/>
          </a:prstGeom>
          <a:solidFill>
            <a:srgbClr val="577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8" name="直接连接符 37"/>
          <p:cNvCxnSpPr/>
          <p:nvPr/>
        </p:nvCxnSpPr>
        <p:spPr>
          <a:xfrm>
            <a:off x="1701936" y="1667584"/>
            <a:ext cx="596353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1701936" y="2798115"/>
            <a:ext cx="596353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99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42" presetID="26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8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4" presetID="26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90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6" presetID="26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2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38" presetID="26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5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4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6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70" presetID="26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8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86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0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2" presetID="26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1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8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3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34" presetID="26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50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5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2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bldLvl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tags/tag1.xml><?xml version="1.0" encoding="utf-8"?>
<p:tagLst xmlns:p="http://schemas.openxmlformats.org/presentationml/2006/main">
  <p:tag name="KSO_WM_DIAGRAM_VIRTUALLY_FRAME" val="{&quot;height&quot;:141.24787401574804,&quot;left&quot;:117.25716535433071,&quot;top&quot;:152.13708661417323,&quot;width&quot;:492.357874015748}"/>
</p:tagLst>
</file>

<file path=ppt/tags/tag2.xml><?xml version="1.0" encoding="utf-8"?>
<p:tagLst xmlns:p="http://schemas.openxmlformats.org/presentationml/2006/main">
  <p:tag name="KSO_WM_DIAGRAM_VIRTUALLY_FRAME" val="{&quot;height&quot;:141.24787401574804,&quot;left&quot;:117.25716535433071,&quot;top&quot;:152.13708661417323,&quot;width&quot;:492.357874015748}"/>
</p:tagLst>
</file>

<file path=ppt/tags/tag3.xml><?xml version="1.0" encoding="utf-8"?>
<p:tagLst xmlns:p="http://schemas.openxmlformats.org/presentationml/2006/main">
  <p:tag name="KSO_WM_DIAGRAM_VIRTUALLY_FRAME" val="{&quot;height&quot;:141.24787401574804,&quot;left&quot;:117.25716535433071,&quot;top&quot;:152.13708661417323,&quot;width&quot;:492.357874015748}"/>
</p:tagLst>
</file>

<file path=ppt/tags/tag4.xml><?xml version="1.0" encoding="utf-8"?>
<p:tagLst xmlns:p="http://schemas.openxmlformats.org/presentationml/2006/main">
  <p:tag name="KSO_WM_DIAGRAM_VIRTUALLY_FRAME" val="{&quot;height&quot;:141.24787401574804,&quot;left&quot;:117.25716535433071,&quot;top&quot;:152.13708661417323,&quot;width&quot;:492.357874015748}"/>
</p:tagLst>
</file>

<file path=ppt/tags/tag5.xml><?xml version="1.0" encoding="utf-8"?>
<p:tagLst xmlns:p="http://schemas.openxmlformats.org/presentationml/2006/main">
  <p:tag name="KSO_WM_DIAGRAM_VIRTUALLY_FRAME" val="{&quot;height&quot;:141.24787401574804,&quot;left&quot;:117.25716535433071,&quot;top&quot;:152.13708661417323,&quot;width&quot;:492.357874015748}"/>
</p:tagLst>
</file>

<file path=ppt/tags/tag6.xml><?xml version="1.0" encoding="utf-8"?>
<p:tagLst xmlns:p="http://schemas.openxmlformats.org/presentationml/2006/main">
  <p:tag name="KSO_WM_DIAGRAM_VIRTUALLY_FRAME" val="{&quot;height&quot;:141.24787401574804,&quot;left&quot;:117.25716535433071,&quot;top&quot;:152.13708661417323,&quot;width&quot;:492.357874015748}"/>
</p:tagLst>
</file>

<file path=ppt/tags/tag7.xml><?xml version="1.0" encoding="utf-8"?>
<p:tagLst xmlns:p="http://schemas.openxmlformats.org/presentationml/2006/main">
  <p:tag name="KSO_WM_DIAGRAM_VIRTUALLY_FRAME" val="{&quot;height&quot;:141.24787401574804,&quot;left&quot;:117.25716535433071,&quot;top&quot;:152.13708661417323,&quot;width&quot;:492.357874015748}"/>
</p:tagLst>
</file>

<file path=ppt/tags/tag8.xml><?xml version="1.0" encoding="utf-8"?>
<p:tagLst xmlns:p="http://schemas.openxmlformats.org/presentationml/2006/main">
  <p:tag name="KSO_WM_DIAGRAM_VIRTUALLY_FRAME" val="{&quot;height&quot;:141.24787401574804,&quot;left&quot;:117.25716535433071,&quot;top&quot;:152.13708661417323,&quot;width&quot;:492.357874015748}"/>
</p:tagLst>
</file>

<file path=ppt/tags/tag9.xml><?xml version="1.0" encoding="utf-8"?>
<p:tagLst xmlns:p="http://schemas.openxmlformats.org/presentationml/2006/main">
  <p:tag name="KSO_WM_DIAGRAM_VIRTUALLY_FRAME" val="{&quot;height&quot;:141.24787401574804,&quot;left&quot;:117.25716535433071,&quot;top&quot;:152.13708661417323,&quot;width&quot;:492.357874015748}"/>
</p:tagLst>
</file>

<file path=ppt/tags/tag10.xml><?xml version="1.0" encoding="utf-8"?>
<p:tagLst xmlns:p="http://schemas.openxmlformats.org/presentationml/2006/main">
  <p:tag name="KSO_WM_DIAGRAM_VIRTUALLY_FRAME" val="{&quot;height&quot;:141.24787401574804,&quot;left&quot;:117.25716535433071,&quot;top&quot;:152.13708661417323,&quot;width&quot;:492.357874015748}"/>
</p:tagLst>
</file>

<file path=ppt/tags/tag11.xml><?xml version="1.0" encoding="utf-8"?>
<p:tagLst xmlns:p="http://schemas.openxmlformats.org/presentationml/2006/main">
  <p:tag name="KSO_WM_DIAGRAM_VIRTUALLY_FRAME" val="{&quot;height&quot;:141.24787401574804,&quot;left&quot;:117.25716535433071,&quot;top&quot;:152.13708661417323,&quot;width&quot;:492.357874015748}"/>
</p:tagLst>
</file>

<file path=ppt/tags/tag12.xml><?xml version="1.0" encoding="utf-8"?>
<p:tagLst xmlns:p="http://schemas.openxmlformats.org/presentationml/2006/main">
  <p:tag name="KSO_WM_DIAGRAM_VIRTUALLY_FRAME" val="{&quot;height&quot;:141.24787401574804,&quot;left&quot;:117.25716535433071,&quot;top&quot;:152.13708661417323,&quot;width&quot;:492.357874015748}"/>
</p:tagLst>
</file>

<file path=ppt/tags/tag13.xml><?xml version="1.0" encoding="utf-8"?>
<p:tagLst xmlns:p="http://schemas.openxmlformats.org/presentationml/2006/main">
  <p:tag name="KSO_WM_DIAGRAM_VIRTUALLY_FRAME" val="{&quot;height&quot;:141.24787401574804,&quot;left&quot;:117.25716535433071,&quot;top&quot;:152.13708661417323,&quot;width&quot;:492.357874015748}"/>
</p:tagLst>
</file>

<file path=ppt/tags/tag14.xml><?xml version="1.0" encoding="utf-8"?>
<p:tagLst xmlns:p="http://schemas.openxmlformats.org/presentationml/2006/main">
  <p:tag name="KSO_WM_DIAGRAM_VIRTUALLY_FRAME" val="{&quot;height&quot;:141.24787401574804,&quot;left&quot;:117.25716535433071,&quot;top&quot;:152.13708661417323,&quot;width&quot;:492.357874015748}"/>
</p:tagLst>
</file>

<file path=ppt/tags/tag15.xml><?xml version="1.0" encoding="utf-8"?>
<p:tagLst xmlns:p="http://schemas.openxmlformats.org/presentationml/2006/main">
  <p:tag name="KSO_WM_DIAGRAM_VIRTUALLY_FRAME" val="{&quot;height&quot;:141.24787401574804,&quot;left&quot;:117.25716535433071,&quot;top&quot;:152.13708661417323,&quot;width&quot;:492.357874015748}"/>
</p:tagLst>
</file>

<file path=ppt/tags/tag16.xml><?xml version="1.0" encoding="utf-8"?>
<p:tagLst xmlns:p="http://schemas.openxmlformats.org/presentationml/2006/main">
  <p:tag name="KSO_WM_DIAGRAM_VIRTUALLY_FRAME" val="{&quot;height&quot;:141.24787401574804,&quot;left&quot;:117.25716535433071,&quot;top&quot;:152.13708661417323,&quot;width&quot;:492.357874015748}"/>
</p:tagLst>
</file>

<file path=ppt/tags/tag17.xml><?xml version="1.0" encoding="utf-8"?>
<p:tagLst xmlns:p="http://schemas.openxmlformats.org/presentationml/2006/main">
  <p:tag name="KSO_WM_DIAGRAM_VIRTUALLY_FRAME" val="{&quot;height&quot;:141.24787401574804,&quot;left&quot;:117.25716535433071,&quot;top&quot;:152.13708661417323,&quot;width&quot;:492.357874015748}"/>
</p:tagLst>
</file>

<file path=ppt/tags/tag18.xml><?xml version="1.0" encoding="utf-8"?>
<p:tagLst xmlns:p="http://schemas.openxmlformats.org/presentationml/2006/main">
  <p:tag name="KSO_WM_DIAGRAM_VIRTUALLY_FRAME" val="{&quot;height&quot;:141.24787401574804,&quot;left&quot;:117.25716535433071,&quot;top&quot;:152.13708661417323,&quot;width&quot;:492.357874015748}"/>
</p:tagLst>
</file>

<file path=ppt/tags/tag19.xml><?xml version="1.0" encoding="utf-8"?>
<p:tagLst xmlns:p="http://schemas.openxmlformats.org/presentationml/2006/main">
  <p:tag name="KSO_WM_DIAGRAM_VIRTUALLY_FRAME" val="{&quot;height&quot;:141.24787401574804,&quot;left&quot;:117.25716535433071,&quot;top&quot;:152.13708661417323,&quot;width&quot;:492.357874015748}"/>
</p:tagLst>
</file>

<file path=ppt/tags/tag20.xml><?xml version="1.0" encoding="utf-8"?>
<p:tagLst xmlns:p="http://schemas.openxmlformats.org/presentationml/2006/main">
  <p:tag name="KSO_WM_DIAGRAM_VIRTUALLY_FRAME" val="{&quot;height&quot;:141.24787401574804,&quot;left&quot;:117.25716535433071,&quot;top&quot;:152.13708661417323,&quot;width&quot;:492.357874015748}"/>
</p:tagLst>
</file>

<file path=ppt/tags/tag21.xml><?xml version="1.0" encoding="utf-8"?>
<p:tagLst xmlns:p="http://schemas.openxmlformats.org/presentationml/2006/main">
  <p:tag name="KSO_WM_DIAGRAM_VIRTUALLY_FRAME" val="{&quot;height&quot;:236.79212598425192,&quot;left&quot;:101.66700787401575,&quot;top&quot;:119.68992125984252,&quot;width&quot;:532.8553543307087}"/>
</p:tagLst>
</file>

<file path=ppt/tags/tag22.xml><?xml version="1.0" encoding="utf-8"?>
<p:tagLst xmlns:p="http://schemas.openxmlformats.org/presentationml/2006/main">
  <p:tag name="KSO_WM_DIAGRAM_VIRTUALLY_FRAME" val="{&quot;height&quot;:236.79212598425192,&quot;left&quot;:101.66700787401575,&quot;top&quot;:119.68992125984252,&quot;width&quot;:532.8553543307087}"/>
</p:tagLst>
</file>

<file path=ppt/tags/tag23.xml><?xml version="1.0" encoding="utf-8"?>
<p:tagLst xmlns:p="http://schemas.openxmlformats.org/presentationml/2006/main">
  <p:tag name="KSO_WM_DIAGRAM_VIRTUALLY_FRAME" val="{&quot;height&quot;:236.79212598425192,&quot;left&quot;:101.66700787401575,&quot;top&quot;:119.68992125984252,&quot;width&quot;:532.8553543307087}"/>
</p:tagLst>
</file>

<file path=ppt/tags/tag24.xml><?xml version="1.0" encoding="utf-8"?>
<p:tagLst xmlns:p="http://schemas.openxmlformats.org/presentationml/2006/main">
  <p:tag name="KSO_WM_DIAGRAM_VIRTUALLY_FRAME" val="{&quot;height&quot;:236.79212598425192,&quot;left&quot;:101.66700787401575,&quot;top&quot;:119.68992125984252,&quot;width&quot;:532.8553543307087}"/>
</p:tagLst>
</file>

<file path=ppt/tags/tag25.xml><?xml version="1.0" encoding="utf-8"?>
<p:tagLst xmlns:p="http://schemas.openxmlformats.org/presentationml/2006/main">
  <p:tag name="KSO_WM_DIAGRAM_VIRTUALLY_FRAME" val="{&quot;height&quot;:236.79212598425192,&quot;left&quot;:101.66700787401575,&quot;top&quot;:119.68992125984252,&quot;width&quot;:532.8553543307087}"/>
</p:tagLst>
</file>

<file path=ppt/tags/tag26.xml><?xml version="1.0" encoding="utf-8"?>
<p:tagLst xmlns:p="http://schemas.openxmlformats.org/presentationml/2006/main">
  <p:tag name="KSO_WM_DIAGRAM_VIRTUALLY_FRAME" val="{&quot;height&quot;:236.79212598425192,&quot;left&quot;:101.66700787401575,&quot;top&quot;:119.68992125984252,&quot;width&quot;:532.8553543307087}"/>
</p:tagLst>
</file>

<file path=ppt/tags/tag27.xml><?xml version="1.0" encoding="utf-8"?>
<p:tagLst xmlns:p="http://schemas.openxmlformats.org/presentationml/2006/main">
  <p:tag name="KSO_WM_DIAGRAM_VIRTUALLY_FRAME" val="{&quot;height&quot;:236.79212598425192,&quot;left&quot;:101.66700787401575,&quot;top&quot;:119.68992125984252,&quot;width&quot;:532.8553543307087}"/>
</p:tagLst>
</file>

<file path=ppt/tags/tag28.xml><?xml version="1.0" encoding="utf-8"?>
<p:tagLst xmlns:p="http://schemas.openxmlformats.org/presentationml/2006/main">
  <p:tag name="KSO_WM_DIAGRAM_VIRTUALLY_FRAME" val="{&quot;height&quot;:236.79212598425192,&quot;left&quot;:101.66700787401575,&quot;top&quot;:119.68992125984252,&quot;width&quot;:532.8553543307087}"/>
</p:tagLst>
</file>

<file path=ppt/tags/tag29.xml><?xml version="1.0" encoding="utf-8"?>
<p:tagLst xmlns:p="http://schemas.openxmlformats.org/presentationml/2006/main">
  <p:tag name="KSO_WM_DIAGRAM_VIRTUALLY_FRAME" val="{&quot;height&quot;:236.79212598425192,&quot;left&quot;:101.66700787401575,&quot;top&quot;:119.68992125984252,&quot;width&quot;:532.8553543307087}"/>
</p:tagLst>
</file>

<file path=ppt/tags/tag30.xml><?xml version="1.0" encoding="utf-8"?>
<p:tagLst xmlns:p="http://schemas.openxmlformats.org/presentationml/2006/main">
  <p:tag name="KSO_WM_DIAGRAM_VIRTUALLY_FRAME" val="{&quot;height&quot;:236.79212598425192,&quot;left&quot;:101.66700787401575,&quot;top&quot;:119.68992125984252,&quot;width&quot;:532.8553543307087}"/>
</p:tagLst>
</file>

<file path=ppt/tags/tag31.xml><?xml version="1.0" encoding="utf-8"?>
<p:tagLst xmlns:p="http://schemas.openxmlformats.org/presentationml/2006/main">
  <p:tag name="KSO_WM_DIAGRAM_VIRTUALLY_FRAME" val="{&quot;height&quot;:236.79212598425192,&quot;left&quot;:101.66700787401575,&quot;top&quot;:119.68992125984252,&quot;width&quot;:532.8553543307087}"/>
</p:tagLst>
</file>

<file path=ppt/tags/tag32.xml><?xml version="1.0" encoding="utf-8"?>
<p:tagLst xmlns:p="http://schemas.openxmlformats.org/presentationml/2006/main">
  <p:tag name="KSO_WM_DIAGRAM_VIRTUALLY_FRAME" val="{&quot;height&quot;:236.79212598425192,&quot;left&quot;:101.66700787401575,&quot;top&quot;:119.68992125984252,&quot;width&quot;:532.8553543307087}"/>
</p:tagLst>
</file>

<file path=ppt/tags/tag33.xml><?xml version="1.0" encoding="utf-8"?>
<p:tagLst xmlns:p="http://schemas.openxmlformats.org/presentationml/2006/main">
  <p:tag name="KSO_WM_DIAGRAM_VIRTUALLY_FRAME" val="{&quot;height&quot;:236.79212598425192,&quot;left&quot;:101.66700787401575,&quot;top&quot;:119.68992125984252,&quot;width&quot;:532.8553543307087}"/>
</p:tagLst>
</file>

<file path=ppt/tags/tag34.xml><?xml version="1.0" encoding="utf-8"?>
<p:tagLst xmlns:p="http://schemas.openxmlformats.org/presentationml/2006/main">
  <p:tag name="KSO_WM_DIAGRAM_VIRTUALLY_FRAME" val="{&quot;height&quot;:236.79212598425192,&quot;left&quot;:101.66700787401575,&quot;top&quot;:119.68992125984252,&quot;width&quot;:532.8553543307087}"/>
</p:tagLst>
</file>

<file path=ppt/tags/tag35.xml><?xml version="1.0" encoding="utf-8"?>
<p:tagLst xmlns:p="http://schemas.openxmlformats.org/presentationml/2006/main">
  <p:tag name="KSO_WM_DIAGRAM_VIRTUALLY_FRAME" val="{&quot;height&quot;:236.79212598425192,&quot;left&quot;:101.66700787401575,&quot;top&quot;:119.68992125984252,&quot;width&quot;:532.8553543307087}"/>
</p:tagLst>
</file>

<file path=ppt/tags/tag36.xml><?xml version="1.0" encoding="utf-8"?>
<p:tagLst xmlns:p="http://schemas.openxmlformats.org/presentationml/2006/main">
  <p:tag name="commondata" val="eyJoZGlkIjoiYjdjNGY2NGRkMWViYjU5M2JjMzEyYWU0ODA0ZWRkNDUifQ=="/>
</p:tagLst>
</file>

<file path=ppt/theme/theme1.xml><?xml version="1.0" encoding="utf-8"?>
<a:theme xmlns:a="http://schemas.openxmlformats.org/drawingml/2006/main" name="Office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854</Words>
  <Application>WPS 演示</Application>
  <PresentationFormat>全屏显示(16:9)</PresentationFormat>
  <Paragraphs>220</Paragraphs>
  <Slides>25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42" baseType="lpstr">
      <vt:lpstr>Arial</vt:lpstr>
      <vt:lpstr>宋体</vt:lpstr>
      <vt:lpstr>Wingdings</vt:lpstr>
      <vt:lpstr>Calibri</vt:lpstr>
      <vt:lpstr>微软雅黑</vt:lpstr>
      <vt:lpstr>HandelGotDLig</vt:lpstr>
      <vt:lpstr>AMGDT</vt:lpstr>
      <vt:lpstr>汉真广标</vt:lpstr>
      <vt:lpstr>Malgun Gothic</vt:lpstr>
      <vt:lpstr>站酷高端黑</vt:lpstr>
      <vt:lpstr>黑体</vt:lpstr>
      <vt:lpstr>Impact</vt:lpstr>
      <vt:lpstr>Times New Roman</vt:lpstr>
      <vt:lpstr>Arial Narrow</vt:lpstr>
      <vt:lpstr>Arial Unicode MS</vt:lpstr>
      <vt:lpstr>等线</vt:lpstr>
      <vt:lpstr>Office主题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>www.1ppt.com</cp:keywords>
  <dc:description>www.1ppt.com</dc:description>
  <cp:lastModifiedBy>Entangled</cp:lastModifiedBy>
  <cp:revision>212</cp:revision>
  <dcterms:created xsi:type="dcterms:W3CDTF">2015-06-24T16:00:00Z</dcterms:created>
  <dcterms:modified xsi:type="dcterms:W3CDTF">2025-03-21T03:02:20Z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1DB8166CDD4145F39E9FDD822AFFCCB5_13</vt:lpwstr>
  </property>
  <property fmtid="{D5CDD505-2E9C-101B-9397-08002B2CF9AE}" pid="3" name="KSOProductBuildVer">
    <vt:lpwstr>2052-12.1.0.20305</vt:lpwstr>
  </property>
</Properties>
</file>